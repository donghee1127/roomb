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5F5F3"/>
                </a:solidFill>
                <a:latin typeface="맑은 고딕"/>
              </a:rPr>
              <a:t>Claude Code 사용법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07A3C"/>
                </a:solidFill>
                <a:latin typeface="맑은 고딕"/>
              </a:rPr>
              <a:t>터미널에서 바로 쓰는 AI 코딩 어시스턴트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BDC7"/>
                </a:solidFill>
                <a:latin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Claude Code란?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Anthropic이 만든 터미널(CLI) 기반 AI 코딩 에이전트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자연어로 요청하면 코드 읽기·작성·수정·실행을 직접 수행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파일 검색/편집, 셸 명령 실행, Git 작업까지 하나의 대화로 처리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VS Code, JetBrains 등 IDE 확장과 데스크톱/웹 앱에서도 사용 가능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복잡한 리팩터링부터 버그 수정, 문서화, 테스트 작성까지 폭넓게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설치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Node.js 설치 후 npm으로 전역 설치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터미널에서 아래 명령 실행: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7315200" cy="822960"/>
          </a:xfrm>
          <a:prstGeom prst="roundRect">
            <a:avLst/>
          </a:prstGeom>
          <a:solidFill>
            <a:srgbClr val="222734"/>
          </a:solidFill>
          <a:ln w="12700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E07A3C"/>
                </a:solidFill>
                <a:latin typeface="Consolas"/>
              </a:rPr>
              <a:t>  npm install -g @anthropic-ai/claude-code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설치 후 원하는 프로젝트 폴더에서 claude 명령으로 실행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최초 실행 시 로그인/인증 절차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시작하기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프로젝트 디렉터리로 이동 후 claude 입력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자연어로 작업 요청 (예: "로그인 버그 고쳐줘", "테스트 추가해줘")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Claude가 관련 파일을 스스로 탐색하고 계획을 세워 진행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코드 수정·명령 실행 전, 필요 시 승인(permission) 요청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위험하거나 되돌리기 어려운 작업은 항상 확인을 거침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대화는 세션 내내 이어지며 문맥을 기억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핵심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파일 읽기·검색 — Read, Glob, Grep으로 코드베이스 탐색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파일 편집·생성 — Edit, Write로 정확한 코드 변경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셸 명령 실행 — Bash/PowerShell로 빌드, 테스트, 스크립트 실행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Git 연동 — 커밋, PR 생성, 브랜치 관리 등 지원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웹 검색·문서 열람 — 최신 정보나 API 문서 참고 가능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이미지·PDF 인식 — 스크린샷, 문서 파일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주요 슬래시 명령어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/help — 사용법 및 도움말 확인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/init — 프로젝트 문서(CLAUDE.md) 초기 생성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/config — 모델, 테마 등 설정 변경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/clear — 대화 컨텍스트 초기화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/agents — 서브에이전트 관리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/review 또는 /code-review — 코드 리뷰 실행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사용자 정의 슬래시 명령도 프로젝트에 추가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Plan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코드를 바로 수정하지 않고 먼저 계획을 세우는 모드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탐색 → 설계 → 계획서 작성 → 사용자 승인 순으로 진행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승인 전까지는 읽기 전용 작업만 수행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복잡하거나 영향 범위가 큰 작업에 유용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승인 후에는 계획에 따라 실제 구현 진행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서브에이전트 &amp; 스킬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서브에이전트(Sub-agent) — 특정 작업에 특화된 독립 에이전트 실행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탐색 전용(Explore), 코드 리뷰 등 목적별로 활용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Skill — 반복되는 작업 절차를 패키징해 재사용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예: 배포 체크리스트, 코드 리뷰 규칙, 문서 초기화 등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여러 에이전트를 병렬로 실행해 대규모 작업을 빠르게 처리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MCP &amp;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MCP(Model Context Protocol) — 외부 도구·서비스 연동 표준</a:t>
            </a:r>
          </a:p>
          <a:p>
            <a:pPr lvl="1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B8BDC7"/>
                </a:solidFill>
                <a:latin typeface="맑은 고딕"/>
              </a:rPr>
              <a:t>–  Slack, 데이터베이스, 사내 시스템 등과 연결 가능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Hooks — 특정 이벤트(도구 실행 전/후 등)에 자동 스크립트 실행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설정 파일(settings.json)로 권한, 훅, 환경변수 등 세밀하게 제어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3C"/>
                </a:solidFill>
                <a:latin typeface="맑은 고딕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3"/>
                </a:solidFill>
                <a:latin typeface="맑은 고딕"/>
              </a:rPr>
              <a:t>실전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" cy="38100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요청은 구체적으로 — 목표, 제약조건, 원하는 결과를 명확히 전달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큰 작업은 Plan Mode로 먼저 설계한 뒤 진행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CLAUDE.md에 프로젝트 규칙·컨벤션을 기록해 일관성 유지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위험한 작업(삭제, 강제 push 등)은 항상 검토 후 승인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F5F5F3"/>
                </a:solidFill>
                <a:latin typeface="맑은 고딕"/>
              </a:rPr>
              <a:t>▸ 반복 작업은 커스텀 명령어나 훅으로 자동화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F5F3"/>
                </a:solidFill>
                <a:latin typeface="맑은 고딕"/>
              </a:rPr>
              <a:t>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BDC7"/>
                </a:solidFill>
                <a:latin typeface="맑은 고딕"/>
              </a:rPr>
              <a:t>더 알아보기: Claude Code 공식 문서 (docs.claude.com)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