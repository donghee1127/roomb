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0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notesSlides/notesSlide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5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  <p:sldMasterId id="2147483742" r:id="rId5"/>
  </p:sldMasterIdLst>
  <p:notesMasterIdLst>
    <p:notesMasterId r:id="rId31"/>
  </p:notesMasterIdLst>
  <p:handoutMasterIdLst>
    <p:handoutMasterId r:id="rId32"/>
  </p:handoutMasterIdLst>
  <p:sldIdLst>
    <p:sldId id="2147474968" r:id="rId6"/>
    <p:sldId id="2147475111" r:id="rId7"/>
    <p:sldId id="2147475107" r:id="rId8"/>
    <p:sldId id="2147475134" r:id="rId9"/>
    <p:sldId id="2147475172" r:id="rId10"/>
    <p:sldId id="2147475173" r:id="rId11"/>
    <p:sldId id="2147475086" r:id="rId12"/>
    <p:sldId id="2147475096" r:id="rId13"/>
    <p:sldId id="2147475163" r:id="rId14"/>
    <p:sldId id="2147475174" r:id="rId15"/>
    <p:sldId id="2147475108" r:id="rId16"/>
    <p:sldId id="2147475150" r:id="rId17"/>
    <p:sldId id="2147475135" r:id="rId18"/>
    <p:sldId id="2147475152" r:id="rId19"/>
    <p:sldId id="2147475136" r:id="rId20"/>
    <p:sldId id="2147475153" r:id="rId21"/>
    <p:sldId id="2147475128" r:id="rId22"/>
    <p:sldId id="2147475109" r:id="rId23"/>
    <p:sldId id="2147475137" r:id="rId24"/>
    <p:sldId id="2147475139" r:id="rId25"/>
    <p:sldId id="2147475130" r:id="rId26"/>
    <p:sldId id="2147475110" r:id="rId27"/>
    <p:sldId id="2147475140" r:id="rId28"/>
    <p:sldId id="2147475141" r:id="rId29"/>
    <p:sldId id="2147475133" r:id="rId30"/>
  </p:sldIdLst>
  <p:sldSz cx="9906000" cy="6858000" type="A4"/>
  <p:notesSz cx="7104063" cy="10234613"/>
  <p:custDataLst>
    <p:tags r:id="rId33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44546A"/>
    <a:srgbClr val="F2F2F2"/>
    <a:srgbClr val="92D050"/>
    <a:srgbClr val="4472C4"/>
    <a:srgbClr val="009999"/>
    <a:srgbClr val="C5FFD3"/>
    <a:srgbClr val="7F7F7F"/>
    <a:srgbClr val="7E90A6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5DBF3F-8DA4-41F5-91A9-D7B40DF11635}" v="338" dt="2025-09-24T02:33:57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5198" autoAdjust="0"/>
  </p:normalViewPr>
  <p:slideViewPr>
    <p:cSldViewPr snapToGrid="0">
      <p:cViewPr varScale="1">
        <p:scale>
          <a:sx n="104" d="100"/>
          <a:sy n="104" d="100"/>
        </p:scale>
        <p:origin x="1629" y="8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양세진(Sejin Yang) 수석 (주)두산 전자" userId="99547a96-3c07-4831-82bb-b0065aeae632" providerId="ADAL" clId="{FA5DBF3F-8DA4-41F5-91A9-D7B40DF11635}"/>
    <pc:docChg chg="undo custSel addSld modSld modSection">
      <pc:chgData name="양세진(Sejin Yang) 수석 (주)두산 전자" userId="99547a96-3c07-4831-82bb-b0065aeae632" providerId="ADAL" clId="{FA5DBF3F-8DA4-41F5-91A9-D7B40DF11635}" dt="2025-09-24T02:34:13.293" v="941" actId="1076"/>
      <pc:docMkLst>
        <pc:docMk/>
      </pc:docMkLst>
      <pc:sldChg chg="addSp delSp modSp add mod">
        <pc:chgData name="양세진(Sejin Yang) 수석 (주)두산 전자" userId="99547a96-3c07-4831-82bb-b0065aeae632" providerId="ADAL" clId="{FA5DBF3F-8DA4-41F5-91A9-D7B40DF11635}" dt="2025-09-24T02:34:13.293" v="941" actId="1076"/>
        <pc:sldMkLst>
          <pc:docMk/>
          <pc:sldMk cId="1848537908" sldId="2147475177"/>
        </pc:sldMkLst>
        <pc:spChg chg="add del mod">
          <ac:chgData name="양세진(Sejin Yang) 수석 (주)두산 전자" userId="99547a96-3c07-4831-82bb-b0065aeae632" providerId="ADAL" clId="{FA5DBF3F-8DA4-41F5-91A9-D7B40DF11635}" dt="2025-09-24T02:24:49.025" v="406" actId="478"/>
          <ac:spMkLst>
            <pc:docMk/>
            <pc:sldMk cId="1848537908" sldId="2147475177"/>
            <ac:spMk id="2" creationId="{B05ACC16-B492-053C-CE13-12C602F79260}"/>
          </ac:spMkLst>
        </pc:spChg>
        <pc:spChg chg="add mod">
          <ac:chgData name="양세진(Sejin Yang) 수석 (주)두산 전자" userId="99547a96-3c07-4831-82bb-b0065aeae632" providerId="ADAL" clId="{FA5DBF3F-8DA4-41F5-91A9-D7B40DF11635}" dt="2025-09-24T02:25:21.222" v="439" actId="403"/>
          <ac:spMkLst>
            <pc:docMk/>
            <pc:sldMk cId="1848537908" sldId="2147475177"/>
            <ac:spMk id="3" creationId="{9EA56373-7538-284A-E447-95328207666E}"/>
          </ac:spMkLst>
        </pc:spChg>
        <pc:spChg chg="add mod">
          <ac:chgData name="양세진(Sejin Yang) 수석 (주)두산 전자" userId="99547a96-3c07-4831-82bb-b0065aeae632" providerId="ADAL" clId="{FA5DBF3F-8DA4-41F5-91A9-D7B40DF11635}" dt="2025-09-24T02:34:13.293" v="941" actId="1076"/>
          <ac:spMkLst>
            <pc:docMk/>
            <pc:sldMk cId="1848537908" sldId="2147475177"/>
            <ac:spMk id="5" creationId="{D517D474-6E41-F89B-370D-53038D56DED2}"/>
          </ac:spMkLst>
        </pc:spChg>
        <pc:spChg chg="mod">
          <ac:chgData name="양세진(Sejin Yang) 수석 (주)두산 전자" userId="99547a96-3c07-4831-82bb-b0065aeae632" providerId="ADAL" clId="{FA5DBF3F-8DA4-41F5-91A9-D7B40DF11635}" dt="2025-09-24T02:34:09.093" v="940" actId="14100"/>
          <ac:spMkLst>
            <pc:docMk/>
            <pc:sldMk cId="1848537908" sldId="2147475177"/>
            <ac:spMk id="6" creationId="{90FBE3A3-6E29-36C3-BE1F-4F5BAD323DC3}"/>
          </ac:spMkLst>
        </pc:spChg>
      </pc:sldChg>
      <pc:sldChg chg="addSp delSp modSp add mod">
        <pc:chgData name="양세진(Sejin Yang) 수석 (주)두산 전자" userId="99547a96-3c07-4831-82bb-b0065aeae632" providerId="ADAL" clId="{FA5DBF3F-8DA4-41F5-91A9-D7B40DF11635}" dt="2025-09-24T02:32:24.239" v="934" actId="20577"/>
        <pc:sldMkLst>
          <pc:docMk/>
          <pc:sldMk cId="870471019" sldId="2147475178"/>
        </pc:sldMkLst>
        <pc:spChg chg="add del mod">
          <ac:chgData name="양세진(Sejin Yang) 수석 (주)두산 전자" userId="99547a96-3c07-4831-82bb-b0065aeae632" providerId="ADAL" clId="{FA5DBF3F-8DA4-41F5-91A9-D7B40DF11635}" dt="2025-09-24T02:25:29.198" v="440" actId="478"/>
          <ac:spMkLst>
            <pc:docMk/>
            <pc:sldMk cId="870471019" sldId="2147475178"/>
            <ac:spMk id="2" creationId="{9EBFFADA-B720-F43C-E7B1-52BE0AF54CA5}"/>
          </ac:spMkLst>
        </pc:spChg>
        <pc:spChg chg="add mod">
          <ac:chgData name="양세진(Sejin Yang) 수석 (주)두산 전자" userId="99547a96-3c07-4831-82bb-b0065aeae632" providerId="ADAL" clId="{FA5DBF3F-8DA4-41F5-91A9-D7B40DF11635}" dt="2025-09-24T02:32:24.239" v="934" actId="20577"/>
          <ac:spMkLst>
            <pc:docMk/>
            <pc:sldMk cId="870471019" sldId="2147475178"/>
            <ac:spMk id="3" creationId="{6002668B-123D-DDD4-5A76-16325A5FDF12}"/>
          </ac:spMkLst>
        </pc:spChg>
        <pc:spChg chg="mod">
          <ac:chgData name="양세진(Sejin Yang) 수석 (주)두산 전자" userId="99547a96-3c07-4831-82bb-b0065aeae632" providerId="ADAL" clId="{FA5DBF3F-8DA4-41F5-91A9-D7B40DF11635}" dt="2025-09-24T02:22:08.383" v="374" actId="1035"/>
          <ac:spMkLst>
            <pc:docMk/>
            <pc:sldMk cId="870471019" sldId="2147475178"/>
            <ac:spMk id="6" creationId="{4AB5825D-7776-73B1-A4D2-757956875F3B}"/>
          </ac:spMkLst>
        </pc:spChg>
        <pc:spChg chg="add mod">
          <ac:chgData name="양세진(Sejin Yang) 수석 (주)두산 전자" userId="99547a96-3c07-4831-82bb-b0065aeae632" providerId="ADAL" clId="{FA5DBF3F-8DA4-41F5-91A9-D7B40DF11635}" dt="2025-09-24T02:32:05.772" v="931" actId="20577"/>
          <ac:spMkLst>
            <pc:docMk/>
            <pc:sldMk cId="870471019" sldId="2147475178"/>
            <ac:spMk id="7" creationId="{8BE6B5B8-D39B-7540-62A8-C91B0B3F02A3}"/>
          </ac:spMkLst>
        </pc:spChg>
        <pc:spChg chg="mod">
          <ac:chgData name="양세진(Sejin Yang) 수석 (주)두산 전자" userId="99547a96-3c07-4831-82bb-b0065aeae632" providerId="ADAL" clId="{FA5DBF3F-8DA4-41F5-91A9-D7B40DF11635}" dt="2025-09-24T02:22:08.383" v="374" actId="1035"/>
          <ac:spMkLst>
            <pc:docMk/>
            <pc:sldMk cId="870471019" sldId="2147475178"/>
            <ac:spMk id="17" creationId="{AED22D7B-D85F-8E7F-FEFE-E3EF9EF708C8}"/>
          </ac:spMkLst>
        </pc:spChg>
        <pc:spChg chg="mod">
          <ac:chgData name="양세진(Sejin Yang) 수석 (주)두산 전자" userId="99547a96-3c07-4831-82bb-b0065aeae632" providerId="ADAL" clId="{FA5DBF3F-8DA4-41F5-91A9-D7B40DF11635}" dt="2025-09-24T02:22:01.074" v="356" actId="20577"/>
          <ac:spMkLst>
            <pc:docMk/>
            <pc:sldMk cId="870471019" sldId="2147475178"/>
            <ac:spMk id="19" creationId="{40981813-77B5-517E-4BE6-362621C1B5C5}"/>
          </ac:spMkLst>
        </pc:spChg>
        <pc:spChg chg="mod">
          <ac:chgData name="양세진(Sejin Yang) 수석 (주)두산 전자" userId="99547a96-3c07-4831-82bb-b0065aeae632" providerId="ADAL" clId="{FA5DBF3F-8DA4-41F5-91A9-D7B40DF11635}" dt="2025-09-24T02:22:35.011" v="379" actId="1076"/>
          <ac:spMkLst>
            <pc:docMk/>
            <pc:sldMk cId="870471019" sldId="2147475178"/>
            <ac:spMk id="31" creationId="{2A28F6B2-8654-63F2-4BE5-AF40645FA7DE}"/>
          </ac:spMkLst>
        </pc:spChg>
        <pc:spChg chg="mod">
          <ac:chgData name="양세진(Sejin Yang) 수석 (주)두산 전자" userId="99547a96-3c07-4831-82bb-b0065aeae632" providerId="ADAL" clId="{FA5DBF3F-8DA4-41F5-91A9-D7B40DF11635}" dt="2025-09-24T02:32:16.899" v="932" actId="20577"/>
          <ac:spMkLst>
            <pc:docMk/>
            <pc:sldMk cId="870471019" sldId="2147475178"/>
            <ac:spMk id="44" creationId="{0B5C7CF0-503F-56CB-B8E8-1498C2A8FDA3}"/>
          </ac:spMkLst>
        </pc:spChg>
        <pc:spChg chg="mod">
          <ac:chgData name="양세진(Sejin Yang) 수석 (주)두산 전자" userId="99547a96-3c07-4831-82bb-b0065aeae632" providerId="ADAL" clId="{FA5DBF3F-8DA4-41F5-91A9-D7B40DF11635}" dt="2025-09-24T01:56:56.248" v="17" actId="20577"/>
          <ac:spMkLst>
            <pc:docMk/>
            <pc:sldMk cId="870471019" sldId="2147475178"/>
            <ac:spMk id="47" creationId="{3BA3375F-D41F-1672-21A4-191FF714106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50577;&#49464;&#51652;\Desktop\Sivers%20&#52636;&#51109;\250912\Sivers_Satcom_Test%20Result_250909_ver1.14_Pau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&#49324;&#50857;&#51088;\Desktop\Sivers%20Chipset%20Verification\250909%20Test%20Results\Sivers_Satcom_Test%20Result_250909_ver1.04_SY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D:\&#49324;&#50857;&#51088;\Desktop\Sivers%20Chipset%20Verification\250909%20Test%20Results\Sivers_Satcom_Test%20Result_250909_ver1.04_SY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D:\&#49324;&#50857;&#51088;\Desktop\Sivers%20Chipset%20Verification\250909%20Test%20Results\Sivers_Satcom_Test%20Result_250909_ver1.08_Paul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D:\&#49324;&#50857;&#51088;\Desktop\Sivers%20Chipset%20Verification\250909%20Test%20Results\Sivers_Satcom_Test%20Result_250909_ver1.08_Paul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D:\&#49324;&#50857;&#51088;\Desktop\Sivers%20Chipset%20Verification\250909%20Test%20Results\Sivers_Satcom_Test%20Result_250909_ver1.06_SY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D:\&#49324;&#50857;&#51088;\Desktop\Sivers%20Chipset%20Verification\250909%20Test%20Results\Sivers_Satcom_Test%20Result_250909_ver1.06_SY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D:\&#49324;&#50857;&#51088;\Desktop\Sivers%20Chipset%20Verification\250909%20Test%20Results\Sivers_Satcom_Test%20Result_250909_ver1.08_Paul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D:\&#49324;&#50857;&#51088;\Desktop\Sivers%20Chipset%20Verification\250909%20Test%20Results\Sivers_Satcom_Test%20Result_250909_ver1.08_Paul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D:\&#49324;&#50857;&#51088;\Desktop\Sivers%20Chipset%20Verification\250909%20Test%20Results\Sivers_Satcom_Test%20Result_250909_ver1.06_SY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3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'Trace Loss Table_DL_UL'!$C$1</c:f>
              <c:strCache>
                <c:ptCount val="1"/>
                <c:pt idx="0">
                  <c:v>IO_H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Table_DL_UL'!$C$2:$C$704</c:f>
              <c:numCache>
                <c:formatCode>0.0_ </c:formatCode>
                <c:ptCount val="11"/>
                <c:pt idx="0">
                  <c:v>2.134933029827041</c:v>
                </c:pt>
                <c:pt idx="1">
                  <c:v>2.2272832199384962</c:v>
                </c:pt>
                <c:pt idx="2">
                  <c:v>2.307037147143379</c:v>
                </c:pt>
                <c:pt idx="3">
                  <c:v>2.376199583200941</c:v>
                </c:pt>
                <c:pt idx="4">
                  <c:v>2.4293178882770619</c:v>
                </c:pt>
                <c:pt idx="5">
                  <c:v>2.5187510269631379</c:v>
                </c:pt>
                <c:pt idx="6">
                  <c:v>3.0125131743357429</c:v>
                </c:pt>
                <c:pt idx="7">
                  <c:v>3.139985161278247</c:v>
                </c:pt>
                <c:pt idx="8">
                  <c:v>3.159107783594747</c:v>
                </c:pt>
                <c:pt idx="9">
                  <c:v>3.312412162196412</c:v>
                </c:pt>
                <c:pt idx="10">
                  <c:v>3.2637067913341342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57-41DC-8AEE-5175A62BA7F2}"/>
            </c:ext>
          </c:extLst>
        </c:ser>
        <c:ser>
          <c:idx val="1"/>
          <c:order val="1"/>
          <c:tx>
            <c:strRef>
              <c:f>'Trace Loss Table_DL_UL'!$D$1</c:f>
              <c:strCache>
                <c:ptCount val="1"/>
                <c:pt idx="0">
                  <c:v>IO_V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Table_DL_UL'!$D$2:$D$704</c:f>
              <c:numCache>
                <c:formatCode>0.0_ </c:formatCode>
                <c:ptCount val="11"/>
                <c:pt idx="0">
                  <c:v>2.134933029827041</c:v>
                </c:pt>
                <c:pt idx="1">
                  <c:v>2.2272832199384962</c:v>
                </c:pt>
                <c:pt idx="2">
                  <c:v>2.307037147143379</c:v>
                </c:pt>
                <c:pt idx="3">
                  <c:v>2.376199583200941</c:v>
                </c:pt>
                <c:pt idx="4">
                  <c:v>2.4293178882770619</c:v>
                </c:pt>
                <c:pt idx="5">
                  <c:v>2.5187510269631379</c:v>
                </c:pt>
                <c:pt idx="6">
                  <c:v>3.0125131743357429</c:v>
                </c:pt>
                <c:pt idx="7">
                  <c:v>3.139985161278247</c:v>
                </c:pt>
                <c:pt idx="8">
                  <c:v>3.159107783594747</c:v>
                </c:pt>
                <c:pt idx="9">
                  <c:v>3.312412162196412</c:v>
                </c:pt>
                <c:pt idx="10">
                  <c:v>3.2637067913341342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57-41DC-8AEE-5175A62BA7F2}"/>
            </c:ext>
          </c:extLst>
        </c:ser>
        <c:ser>
          <c:idx val="2"/>
          <c:order val="2"/>
          <c:tx>
            <c:strRef>
              <c:f>'Trace Loss Table_DL_UL'!$E$1</c:f>
              <c:strCache>
                <c:ptCount val="1"/>
                <c:pt idx="0">
                  <c:v>H0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Table_DL_UL'!$E$2:$E$704</c:f>
              <c:numCache>
                <c:formatCode>0.0_ </c:formatCode>
                <c:ptCount val="11"/>
                <c:pt idx="0">
                  <c:v>1.714728798085676</c:v>
                </c:pt>
                <c:pt idx="1">
                  <c:v>1.7855946386457811</c:v>
                </c:pt>
                <c:pt idx="2">
                  <c:v>1.8525988294086979</c:v>
                </c:pt>
                <c:pt idx="3">
                  <c:v>1.90655904719196</c:v>
                </c:pt>
                <c:pt idx="4">
                  <c:v>1.94960770570153</c:v>
                </c:pt>
                <c:pt idx="5">
                  <c:v>2.021140988224154</c:v>
                </c:pt>
                <c:pt idx="6">
                  <c:v>2.4182017408607819</c:v>
                </c:pt>
                <c:pt idx="7">
                  <c:v>2.5210925854967829</c:v>
                </c:pt>
                <c:pt idx="8">
                  <c:v>2.5351127158886499</c:v>
                </c:pt>
                <c:pt idx="9">
                  <c:v>2.658858617043224</c:v>
                </c:pt>
                <c:pt idx="10">
                  <c:v>2.6183206178017211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557-41DC-8AEE-5175A62BA7F2}"/>
            </c:ext>
          </c:extLst>
        </c:ser>
        <c:ser>
          <c:idx val="3"/>
          <c:order val="3"/>
          <c:tx>
            <c:strRef>
              <c:f>'Trace Loss Table_DL_UL'!$F$1</c:f>
              <c:strCache>
                <c:ptCount val="1"/>
                <c:pt idx="0">
                  <c:v>H1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Table_DL_UL'!$F$2:$F$704</c:f>
              <c:numCache>
                <c:formatCode>0.0_ </c:formatCode>
                <c:ptCount val="11"/>
                <c:pt idx="0">
                  <c:v>1.3126760124588881</c:v>
                </c:pt>
                <c:pt idx="1">
                  <c:v>1.3829949420001699</c:v>
                </c:pt>
                <c:pt idx="2">
                  <c:v>1.4336006785835691</c:v>
                </c:pt>
                <c:pt idx="3">
                  <c:v>1.4542925549804571</c:v>
                </c:pt>
                <c:pt idx="4">
                  <c:v>1.4703125237708501</c:v>
                </c:pt>
                <c:pt idx="5">
                  <c:v>1.527773449566914</c:v>
                </c:pt>
                <c:pt idx="6">
                  <c:v>1.9043935076322891</c:v>
                </c:pt>
                <c:pt idx="7">
                  <c:v>1.8990435628555551</c:v>
                </c:pt>
                <c:pt idx="8">
                  <c:v>1.976377007053399</c:v>
                </c:pt>
                <c:pt idx="9">
                  <c:v>2.023267783290009</c:v>
                </c:pt>
                <c:pt idx="10">
                  <c:v>2.13882904619968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557-41DC-8AEE-5175A62BA7F2}"/>
            </c:ext>
          </c:extLst>
        </c:ser>
        <c:ser>
          <c:idx val="4"/>
          <c:order val="4"/>
          <c:tx>
            <c:strRef>
              <c:f>'Trace Loss Table_DL_UL'!$G$1</c:f>
              <c:strCache>
                <c:ptCount val="1"/>
                <c:pt idx="0">
                  <c:v>H2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Table_DL_UL'!$G$2:$G$704</c:f>
              <c:numCache>
                <c:formatCode>0.0_ </c:formatCode>
                <c:ptCount val="11"/>
                <c:pt idx="0">
                  <c:v>1.714728798085676</c:v>
                </c:pt>
                <c:pt idx="1">
                  <c:v>1.7855946386457811</c:v>
                </c:pt>
                <c:pt idx="2">
                  <c:v>1.8525988294086979</c:v>
                </c:pt>
                <c:pt idx="3">
                  <c:v>1.90655904719196</c:v>
                </c:pt>
                <c:pt idx="4">
                  <c:v>1.94960770570153</c:v>
                </c:pt>
                <c:pt idx="5">
                  <c:v>2.021140988224154</c:v>
                </c:pt>
                <c:pt idx="6">
                  <c:v>2.4182017408607819</c:v>
                </c:pt>
                <c:pt idx="7">
                  <c:v>2.5210925854967829</c:v>
                </c:pt>
                <c:pt idx="8">
                  <c:v>2.5351127158886499</c:v>
                </c:pt>
                <c:pt idx="9">
                  <c:v>2.658858617043224</c:v>
                </c:pt>
                <c:pt idx="10">
                  <c:v>2.6183206178017211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57-41DC-8AEE-5175A62BA7F2}"/>
            </c:ext>
          </c:extLst>
        </c:ser>
        <c:ser>
          <c:idx val="5"/>
          <c:order val="5"/>
          <c:tx>
            <c:strRef>
              <c:f>'Trace Loss Table_DL_UL'!$H$1</c:f>
              <c:strCache>
                <c:ptCount val="1"/>
                <c:pt idx="0">
                  <c:v>H3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Table_DL_UL'!$H$2:$H$704</c:f>
              <c:numCache>
                <c:formatCode>0.0_ </c:formatCode>
                <c:ptCount val="11"/>
                <c:pt idx="0">
                  <c:v>1.3126760124588881</c:v>
                </c:pt>
                <c:pt idx="1">
                  <c:v>1.3829949420001699</c:v>
                </c:pt>
                <c:pt idx="2">
                  <c:v>1.4336006785835691</c:v>
                </c:pt>
                <c:pt idx="3">
                  <c:v>1.4542925549804571</c:v>
                </c:pt>
                <c:pt idx="4">
                  <c:v>1.4703125237708501</c:v>
                </c:pt>
                <c:pt idx="5">
                  <c:v>1.527773449566914</c:v>
                </c:pt>
                <c:pt idx="6">
                  <c:v>1.9043935076322891</c:v>
                </c:pt>
                <c:pt idx="7">
                  <c:v>1.8990435628555551</c:v>
                </c:pt>
                <c:pt idx="8">
                  <c:v>1.976377007053399</c:v>
                </c:pt>
                <c:pt idx="9">
                  <c:v>2.023267783290009</c:v>
                </c:pt>
                <c:pt idx="10">
                  <c:v>2.13882904619968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557-41DC-8AEE-5175A62BA7F2}"/>
            </c:ext>
          </c:extLst>
        </c:ser>
        <c:ser>
          <c:idx val="6"/>
          <c:order val="6"/>
          <c:tx>
            <c:strRef>
              <c:f>'Trace Loss Table_DL_UL'!$I$1</c:f>
              <c:strCache>
                <c:ptCount val="1"/>
                <c:pt idx="0">
                  <c:v>V0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Table_DL_UL'!$I$2:$I$704</c:f>
              <c:numCache>
                <c:formatCode>0.0_ </c:formatCode>
                <c:ptCount val="11"/>
                <c:pt idx="0">
                  <c:v>1.3126760124588881</c:v>
                </c:pt>
                <c:pt idx="1">
                  <c:v>1.3829949420001699</c:v>
                </c:pt>
                <c:pt idx="2">
                  <c:v>1.4336006785835691</c:v>
                </c:pt>
                <c:pt idx="3">
                  <c:v>1.4542925549804571</c:v>
                </c:pt>
                <c:pt idx="4">
                  <c:v>1.4703125237708501</c:v>
                </c:pt>
                <c:pt idx="5">
                  <c:v>1.527773449566914</c:v>
                </c:pt>
                <c:pt idx="6">
                  <c:v>1.9043935076322891</c:v>
                </c:pt>
                <c:pt idx="7">
                  <c:v>1.8990435628555551</c:v>
                </c:pt>
                <c:pt idx="8">
                  <c:v>1.976377007053399</c:v>
                </c:pt>
                <c:pt idx="9">
                  <c:v>2.023267783290009</c:v>
                </c:pt>
                <c:pt idx="10">
                  <c:v>2.13882904619968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557-41DC-8AEE-5175A62BA7F2}"/>
            </c:ext>
          </c:extLst>
        </c:ser>
        <c:ser>
          <c:idx val="7"/>
          <c:order val="7"/>
          <c:tx>
            <c:strRef>
              <c:f>'Trace Loss Table_DL_UL'!$J$1</c:f>
              <c:strCache>
                <c:ptCount val="1"/>
                <c:pt idx="0">
                  <c:v>V1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Table_DL_UL'!$J$2:$J$704</c:f>
              <c:numCache>
                <c:formatCode>0.0_ </c:formatCode>
                <c:ptCount val="11"/>
                <c:pt idx="0">
                  <c:v>1.714728798085676</c:v>
                </c:pt>
                <c:pt idx="1">
                  <c:v>1.7855946386457811</c:v>
                </c:pt>
                <c:pt idx="2">
                  <c:v>1.8525988294086979</c:v>
                </c:pt>
                <c:pt idx="3">
                  <c:v>1.90655904719196</c:v>
                </c:pt>
                <c:pt idx="4">
                  <c:v>1.94960770570153</c:v>
                </c:pt>
                <c:pt idx="5">
                  <c:v>2.021140988224154</c:v>
                </c:pt>
                <c:pt idx="6">
                  <c:v>2.4182017408607819</c:v>
                </c:pt>
                <c:pt idx="7">
                  <c:v>2.5210925854967829</c:v>
                </c:pt>
                <c:pt idx="8">
                  <c:v>2.5351127158886499</c:v>
                </c:pt>
                <c:pt idx="9">
                  <c:v>2.658858617043224</c:v>
                </c:pt>
                <c:pt idx="10">
                  <c:v>2.6183206178017211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557-41DC-8AEE-5175A62BA7F2}"/>
            </c:ext>
          </c:extLst>
        </c:ser>
        <c:ser>
          <c:idx val="8"/>
          <c:order val="8"/>
          <c:tx>
            <c:strRef>
              <c:f>'Trace Loss Table_DL_UL'!$K$1</c:f>
              <c:strCache>
                <c:ptCount val="1"/>
                <c:pt idx="0">
                  <c:v>V2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Table_DL_UL'!$K$2:$K$704</c:f>
              <c:numCache>
                <c:formatCode>0.0_ </c:formatCode>
                <c:ptCount val="11"/>
                <c:pt idx="0">
                  <c:v>1.3126760124588881</c:v>
                </c:pt>
                <c:pt idx="1">
                  <c:v>1.3829949420001699</c:v>
                </c:pt>
                <c:pt idx="2">
                  <c:v>1.4336006785835691</c:v>
                </c:pt>
                <c:pt idx="3">
                  <c:v>1.4542925549804571</c:v>
                </c:pt>
                <c:pt idx="4">
                  <c:v>1.4703125237708501</c:v>
                </c:pt>
                <c:pt idx="5">
                  <c:v>1.527773449566914</c:v>
                </c:pt>
                <c:pt idx="6">
                  <c:v>1.9043935076322891</c:v>
                </c:pt>
                <c:pt idx="7">
                  <c:v>1.8990435628555551</c:v>
                </c:pt>
                <c:pt idx="8">
                  <c:v>1.976377007053399</c:v>
                </c:pt>
                <c:pt idx="9">
                  <c:v>2.023267783290009</c:v>
                </c:pt>
                <c:pt idx="10">
                  <c:v>2.13882904619968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57-41DC-8AEE-5175A62BA7F2}"/>
            </c:ext>
          </c:extLst>
        </c:ser>
        <c:ser>
          <c:idx val="9"/>
          <c:order val="9"/>
          <c:tx>
            <c:strRef>
              <c:f>'Trace Loss Table_DL_UL'!$L$1</c:f>
              <c:strCache>
                <c:ptCount val="1"/>
                <c:pt idx="0">
                  <c:v>V3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'Trace Loss Table_DL_UL'!$B$3:$B$704</c:f>
              <c:numCache>
                <c:formatCode>0.0_ </c:formatCode>
                <c:ptCount val="11"/>
                <c:pt idx="0">
                  <c:v>17.7</c:v>
                </c:pt>
                <c:pt idx="1">
                  <c:v>18.5</c:v>
                </c:pt>
                <c:pt idx="2">
                  <c:v>19.5</c:v>
                </c:pt>
                <c:pt idx="3">
                  <c:v>20</c:v>
                </c:pt>
                <c:pt idx="4">
                  <c:v>20.7</c:v>
                </c:pt>
                <c:pt idx="5">
                  <c:v>21.2</c:v>
                </c:pt>
                <c:pt idx="6">
                  <c:v>27.5</c:v>
                </c:pt>
                <c:pt idx="7">
                  <c:v>28.7</c:v>
                </c:pt>
                <c:pt idx="8">
                  <c:v>29.5</c:v>
                </c:pt>
                <c:pt idx="9">
                  <c:v>30</c:v>
                </c:pt>
                <c:pt idx="10">
                  <c:v>31</c:v>
                </c:pt>
              </c:numCache>
            </c:numRef>
          </c:cat>
          <c:val>
            <c:numRef>
              <c:f>'Trace Loss Table_DL_UL'!$L$2:$L$704</c:f>
              <c:numCache>
                <c:formatCode>0.0_ </c:formatCode>
                <c:ptCount val="11"/>
                <c:pt idx="0">
                  <c:v>1.714728798085676</c:v>
                </c:pt>
                <c:pt idx="1">
                  <c:v>1.7855946386457811</c:v>
                </c:pt>
                <c:pt idx="2">
                  <c:v>1.8525988294086979</c:v>
                </c:pt>
                <c:pt idx="3">
                  <c:v>1.90655904719196</c:v>
                </c:pt>
                <c:pt idx="4">
                  <c:v>1.94960770570153</c:v>
                </c:pt>
                <c:pt idx="5">
                  <c:v>2.021140988224154</c:v>
                </c:pt>
                <c:pt idx="6">
                  <c:v>2.4182017408607819</c:v>
                </c:pt>
                <c:pt idx="7">
                  <c:v>2.5210925854967829</c:v>
                </c:pt>
                <c:pt idx="8">
                  <c:v>2.5351127158886499</c:v>
                </c:pt>
                <c:pt idx="9">
                  <c:v>2.658858617043224</c:v>
                </c:pt>
                <c:pt idx="10">
                  <c:v>2.6183206178017211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557-41DC-8AEE-5175A62BA7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6608496"/>
        <c:axId val="656611376"/>
      </c:lineChart>
      <c:catAx>
        <c:axId val="6566084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/>
                  <a:t>Frequency</a:t>
                </a:r>
                <a:r>
                  <a:rPr lang="en-US" altLang="ko-KR" baseline="0"/>
                  <a:t> (GHz)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0.0_ 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6611376"/>
        <c:crosses val="autoZero"/>
        <c:auto val="1"/>
        <c:lblAlgn val="ctr"/>
        <c:lblOffset val="100"/>
        <c:noMultiLvlLbl val="0"/>
      </c:catAx>
      <c:valAx>
        <c:axId val="656611376"/>
        <c:scaling>
          <c:orientation val="minMax"/>
          <c:max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/>
                  <a:t>Loss (dB)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0.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660849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090198444383372"/>
          <c:y val="0.86551727159277669"/>
          <c:w val="0.59499063312588529"/>
          <c:h val="0.11540680900173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 dirty="0"/>
              <a:t>Channel Attn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2"/>
          <c:order val="1"/>
          <c:tx>
            <c:strRef>
              <c:f>'Gain Accuracy (Tx)'!$E$1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'Gain Accuracy (Tx)'!$A$68:$A$100</c:f>
              <c:numCache>
                <c:formatCode>0_ </c:formatCode>
                <c:ptCount val="3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</c:numCache>
            </c:numRef>
          </c:cat>
          <c:val>
            <c:numRef>
              <c:f>'Gain Accuracy (Tx)'!$E$68:$E$100</c:f>
              <c:numCache>
                <c:formatCode>0.00_ </c:formatCode>
                <c:ptCount val="33"/>
                <c:pt idx="0">
                  <c:v>28.039983681552311</c:v>
                </c:pt>
                <c:pt idx="1">
                  <c:v>27.904762661552301</c:v>
                </c:pt>
                <c:pt idx="2">
                  <c:v>27.758278881552311</c:v>
                </c:pt>
                <c:pt idx="3">
                  <c:v>27.656099341552309</c:v>
                </c:pt>
                <c:pt idx="4">
                  <c:v>27.19737058155231</c:v>
                </c:pt>
                <c:pt idx="5">
                  <c:v>27.058787061552309</c:v>
                </c:pt>
                <c:pt idx="6">
                  <c:v>26.94222652155231</c:v>
                </c:pt>
                <c:pt idx="7">
                  <c:v>26.813388471552312</c:v>
                </c:pt>
                <c:pt idx="8">
                  <c:v>26.14015240155231</c:v>
                </c:pt>
                <c:pt idx="9">
                  <c:v>26.000664281552311</c:v>
                </c:pt>
                <c:pt idx="10">
                  <c:v>25.846149751552311</c:v>
                </c:pt>
                <c:pt idx="11">
                  <c:v>25.73392150155231</c:v>
                </c:pt>
                <c:pt idx="12">
                  <c:v>25.15772700155231</c:v>
                </c:pt>
                <c:pt idx="13">
                  <c:v>25.036657521552311</c:v>
                </c:pt>
                <c:pt idx="14">
                  <c:v>24.879725451552311</c:v>
                </c:pt>
                <c:pt idx="15">
                  <c:v>24.742256321552311</c:v>
                </c:pt>
                <c:pt idx="16">
                  <c:v>24.167751321552309</c:v>
                </c:pt>
                <c:pt idx="17">
                  <c:v>24.036506551552311</c:v>
                </c:pt>
                <c:pt idx="18">
                  <c:v>23.88517231155231</c:v>
                </c:pt>
                <c:pt idx="19">
                  <c:v>23.719548761552311</c:v>
                </c:pt>
                <c:pt idx="20">
                  <c:v>23.140361881552309</c:v>
                </c:pt>
                <c:pt idx="21">
                  <c:v>22.976754771552311</c:v>
                </c:pt>
                <c:pt idx="22">
                  <c:v>22.831305331552311</c:v>
                </c:pt>
                <c:pt idx="23">
                  <c:v>22.66725467155231</c:v>
                </c:pt>
                <c:pt idx="24">
                  <c:v>22.097028831552311</c:v>
                </c:pt>
                <c:pt idx="25">
                  <c:v>21.917443521552311</c:v>
                </c:pt>
                <c:pt idx="26">
                  <c:v>21.774658861552311</c:v>
                </c:pt>
                <c:pt idx="27">
                  <c:v>21.616935251552309</c:v>
                </c:pt>
                <c:pt idx="28">
                  <c:v>20.953817511552309</c:v>
                </c:pt>
                <c:pt idx="29">
                  <c:v>20.831120621552309</c:v>
                </c:pt>
                <c:pt idx="30">
                  <c:v>20.66880392155231</c:v>
                </c:pt>
                <c:pt idx="31">
                  <c:v>20.53665502155231</c:v>
                </c:pt>
                <c:pt idx="32">
                  <c:v>19.613703761552308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22-4FC6-A4A0-170A2D5E72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'Gain Accuracy (Tx)'!$D$1</c15:sqref>
                        </c15:formulaRef>
                      </c:ext>
                    </c:extLst>
                    <c:strCache>
                      <c:ptCount val="1"/>
                      <c:pt idx="0">
                        <c:v>Pout (dBm)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'Gain Accuracy (Tx)'!$A$68:$A$100</c15:sqref>
                        </c15:formulaRef>
                      </c:ext>
                    </c:extLst>
                    <c:numCache>
                      <c:formatCode>0_ </c:formatCode>
                      <c:ptCount val="33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  <c:pt idx="32">
                        <c:v>32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'Gain Accuracy (Tx)'!$D$68:$D$100</c15:sqref>
                        </c15:formulaRef>
                      </c:ext>
                    </c:extLst>
                    <c:numCache>
                      <c:formatCode>0.00_ </c:formatCode>
                      <c:ptCount val="33"/>
                      <c:pt idx="0">
                        <c:v>12.261407403223011</c:v>
                      </c:pt>
                      <c:pt idx="1">
                        <c:v>12.126186383223009</c:v>
                      </c:pt>
                      <c:pt idx="2">
                        <c:v>11.979702603223011</c:v>
                      </c:pt>
                      <c:pt idx="3">
                        <c:v>11.877523063223011</c:v>
                      </c:pt>
                      <c:pt idx="4">
                        <c:v>11.418794303223009</c:v>
                      </c:pt>
                      <c:pt idx="5">
                        <c:v>11.28021078322301</c:v>
                      </c:pt>
                      <c:pt idx="6">
                        <c:v>11.16365024322301</c:v>
                      </c:pt>
                      <c:pt idx="7">
                        <c:v>11.03481219322301</c:v>
                      </c:pt>
                      <c:pt idx="8">
                        <c:v>10.36157612322301</c:v>
                      </c:pt>
                      <c:pt idx="9">
                        <c:v>10.222088003223011</c:v>
                      </c:pt>
                      <c:pt idx="10">
                        <c:v>10.06757347322301</c:v>
                      </c:pt>
                      <c:pt idx="11">
                        <c:v>9.9553452232230129</c:v>
                      </c:pt>
                      <c:pt idx="12">
                        <c:v>9.3791507232230131</c:v>
                      </c:pt>
                      <c:pt idx="13">
                        <c:v>9.258081243223014</c:v>
                      </c:pt>
                      <c:pt idx="14">
                        <c:v>9.1011491732230141</c:v>
                      </c:pt>
                      <c:pt idx="15">
                        <c:v>8.9636800432230146</c:v>
                      </c:pt>
                      <c:pt idx="16">
                        <c:v>8.3891750432230126</c:v>
                      </c:pt>
                      <c:pt idx="17">
                        <c:v>8.257930273223014</c:v>
                      </c:pt>
                      <c:pt idx="18">
                        <c:v>8.1065960332230134</c:v>
                      </c:pt>
                      <c:pt idx="19">
                        <c:v>7.940972483223014</c:v>
                      </c:pt>
                      <c:pt idx="20">
                        <c:v>7.361785603223014</c:v>
                      </c:pt>
                      <c:pt idx="21">
                        <c:v>7.198178493223014</c:v>
                      </c:pt>
                      <c:pt idx="22">
                        <c:v>7.0527290532230138</c:v>
                      </c:pt>
                      <c:pt idx="23">
                        <c:v>6.8886783932230138</c:v>
                      </c:pt>
                      <c:pt idx="24">
                        <c:v>6.3184525532230138</c:v>
                      </c:pt>
                      <c:pt idx="25">
                        <c:v>6.1388672432230136</c:v>
                      </c:pt>
                      <c:pt idx="26">
                        <c:v>5.9960825832230142</c:v>
                      </c:pt>
                      <c:pt idx="27">
                        <c:v>5.8383589732230137</c:v>
                      </c:pt>
                      <c:pt idx="28">
                        <c:v>5.175241233223014</c:v>
                      </c:pt>
                      <c:pt idx="29">
                        <c:v>5.0525443432230137</c:v>
                      </c:pt>
                      <c:pt idx="30">
                        <c:v>4.8902276432230138</c:v>
                      </c:pt>
                      <c:pt idx="31">
                        <c:v>4.7580787432230132</c:v>
                      </c:pt>
                      <c:pt idx="32">
                        <c:v>3.835127483223014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F122-4FC6-A4A0-170A2D5E72CF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3"/>
          <c:tx>
            <c:strRef>
              <c:f>'Gain Accuracy (Tx)'!$F$1:$F$2</c:f>
              <c:strCache>
                <c:ptCount val="2"/>
                <c:pt idx="0">
                  <c:v>Ideal Gain (dB)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val>
            <c:numRef>
              <c:f>'Gain Accuracy (Tx)'!$F$68:$F$100</c:f>
              <c:numCache>
                <c:formatCode>0.00_ </c:formatCode>
                <c:ptCount val="33"/>
                <c:pt idx="0">
                  <c:v>28</c:v>
                </c:pt>
                <c:pt idx="1">
                  <c:v>27.75</c:v>
                </c:pt>
                <c:pt idx="2">
                  <c:v>27.5</c:v>
                </c:pt>
                <c:pt idx="3">
                  <c:v>27.25</c:v>
                </c:pt>
                <c:pt idx="4">
                  <c:v>27</c:v>
                </c:pt>
                <c:pt idx="5">
                  <c:v>26.75</c:v>
                </c:pt>
                <c:pt idx="6">
                  <c:v>26.5</c:v>
                </c:pt>
                <c:pt idx="7">
                  <c:v>26.25</c:v>
                </c:pt>
                <c:pt idx="8">
                  <c:v>26</c:v>
                </c:pt>
                <c:pt idx="9">
                  <c:v>25.75</c:v>
                </c:pt>
                <c:pt idx="10">
                  <c:v>25.5</c:v>
                </c:pt>
                <c:pt idx="11">
                  <c:v>25.25</c:v>
                </c:pt>
                <c:pt idx="12">
                  <c:v>25</c:v>
                </c:pt>
                <c:pt idx="13">
                  <c:v>24.75</c:v>
                </c:pt>
                <c:pt idx="14">
                  <c:v>24.5</c:v>
                </c:pt>
                <c:pt idx="15">
                  <c:v>24.25</c:v>
                </c:pt>
                <c:pt idx="16">
                  <c:v>24</c:v>
                </c:pt>
                <c:pt idx="17">
                  <c:v>23.75</c:v>
                </c:pt>
                <c:pt idx="18">
                  <c:v>23.5</c:v>
                </c:pt>
                <c:pt idx="19">
                  <c:v>23.25</c:v>
                </c:pt>
                <c:pt idx="20">
                  <c:v>23</c:v>
                </c:pt>
                <c:pt idx="21">
                  <c:v>22.75</c:v>
                </c:pt>
                <c:pt idx="22">
                  <c:v>22.5</c:v>
                </c:pt>
                <c:pt idx="23">
                  <c:v>22.25</c:v>
                </c:pt>
                <c:pt idx="24">
                  <c:v>22</c:v>
                </c:pt>
                <c:pt idx="25">
                  <c:v>21.75</c:v>
                </c:pt>
                <c:pt idx="26">
                  <c:v>21.5</c:v>
                </c:pt>
                <c:pt idx="27">
                  <c:v>21.25</c:v>
                </c:pt>
                <c:pt idx="28">
                  <c:v>21</c:v>
                </c:pt>
                <c:pt idx="29">
                  <c:v>20.75</c:v>
                </c:pt>
                <c:pt idx="30">
                  <c:v>20.5</c:v>
                </c:pt>
                <c:pt idx="31">
                  <c:v>20.25</c:v>
                </c:pt>
                <c:pt idx="3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122-4FC6-A4A0-170A2D5E72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'Gain Accuracy (Tx)'!$AA$1</c15:sqref>
                        </c15:formulaRef>
                      </c:ext>
                    </c:extLst>
                    <c:strCache>
                      <c:ptCount val="1"/>
                      <c:pt idx="0">
                        <c:v>Psum (W)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'Gain Accuracy (Tx)'!$A$68:$A$99</c15:sqref>
                        </c15:formulaRef>
                      </c:ext>
                    </c:extLst>
                    <c:numCache>
                      <c:formatCode>0_ </c:formatCode>
                      <c:ptCount val="32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'Gain Accuracy (Tx)'!$AA$68:$AA$100</c15:sqref>
                        </c15:formulaRef>
                      </c:ext>
                    </c:extLst>
                    <c:numCache>
                      <c:formatCode>0.000_ </c:formatCode>
                      <c:ptCount val="33"/>
                      <c:pt idx="0">
                        <c:v>0.34873159119800001</c:v>
                      </c:pt>
                      <c:pt idx="1">
                        <c:v>0.346707267599</c:v>
                      </c:pt>
                      <c:pt idx="2">
                        <c:v>0.34470660809300002</c:v>
                      </c:pt>
                      <c:pt idx="3">
                        <c:v>0.34336079772100003</c:v>
                      </c:pt>
                      <c:pt idx="4">
                        <c:v>0.33794482895500005</c:v>
                      </c:pt>
                      <c:pt idx="5">
                        <c:v>0.33725705893899999</c:v>
                      </c:pt>
                      <c:pt idx="6">
                        <c:v>0.335245601256</c:v>
                      </c:pt>
                      <c:pt idx="7">
                        <c:v>0.33391138928500003</c:v>
                      </c:pt>
                      <c:pt idx="8">
                        <c:v>0.32809089957799997</c:v>
                      </c:pt>
                      <c:pt idx="9">
                        <c:v>0.32712135721899993</c:v>
                      </c:pt>
                      <c:pt idx="10">
                        <c:v>0.32539081262499991</c:v>
                      </c:pt>
                      <c:pt idx="11">
                        <c:v>0.32379728269399999</c:v>
                      </c:pt>
                      <c:pt idx="12">
                        <c:v>0.31971626093799999</c:v>
                      </c:pt>
                      <c:pt idx="13">
                        <c:v>0.31810804160399997</c:v>
                      </c:pt>
                      <c:pt idx="14">
                        <c:v>0.31767094951500002</c:v>
                      </c:pt>
                      <c:pt idx="15">
                        <c:v>0.31671330711499995</c:v>
                      </c:pt>
                      <c:pt idx="16">
                        <c:v>0.31330895808999998</c:v>
                      </c:pt>
                      <c:pt idx="17">
                        <c:v>0.31362871390899999</c:v>
                      </c:pt>
                      <c:pt idx="18">
                        <c:v>0.31229070758499999</c:v>
                      </c:pt>
                      <c:pt idx="19">
                        <c:v>0.310953819844</c:v>
                      </c:pt>
                      <c:pt idx="20">
                        <c:v>0.30794676766000001</c:v>
                      </c:pt>
                      <c:pt idx="21">
                        <c:v>0.30693391440599999</c:v>
                      </c:pt>
                      <c:pt idx="22">
                        <c:v>0.30660601793100001</c:v>
                      </c:pt>
                      <c:pt idx="23">
                        <c:v>0.30592684326899999</c:v>
                      </c:pt>
                      <c:pt idx="24">
                        <c:v>0.30389274352700002</c:v>
                      </c:pt>
                      <c:pt idx="25">
                        <c:v>0.30323596421800003</c:v>
                      </c:pt>
                      <c:pt idx="26">
                        <c:v>0.30319637416900003</c:v>
                      </c:pt>
                      <c:pt idx="27">
                        <c:v>0.30188441876200001</c:v>
                      </c:pt>
                      <c:pt idx="28">
                        <c:v>0.29987600359200001</c:v>
                      </c:pt>
                      <c:pt idx="29">
                        <c:v>0.29919612557899999</c:v>
                      </c:pt>
                      <c:pt idx="30">
                        <c:v>0.29918972906000002</c:v>
                      </c:pt>
                      <c:pt idx="31">
                        <c:v>0.29917273340799999</c:v>
                      </c:pt>
                      <c:pt idx="32">
                        <c:v>0.29679340892199996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F122-4FC6-A4A0-170A2D5E72CF}"/>
                  </c:ext>
                </c:extLst>
              </c15:ser>
            </c15:filteredLineSeries>
          </c:ext>
        </c:extLst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en-US"/>
            </a:p>
          </c:txPr>
        </c:title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"/>
        <c:tickLblSkip val="4"/>
        <c:noMultiLvlLbl val="0"/>
      </c:catAx>
      <c:valAx>
        <c:axId val="1855372944"/>
        <c:scaling>
          <c:orientation val="minMax"/>
          <c:min val="1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 alt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5"/>
      </c:valAx>
      <c:valAx>
        <c:axId val="840129583"/>
        <c:scaling>
          <c:orientation val="minMax"/>
          <c:min val="0.29000000000000004"/>
        </c:scaling>
        <c:delete val="1"/>
        <c:axPos val="r"/>
        <c:numFmt formatCode="0.00_ " sourceLinked="1"/>
        <c:majorTickMark val="out"/>
        <c:minorTickMark val="none"/>
        <c:tickLblPos val="nextTo"/>
        <c:crossAx val="840119503"/>
        <c:crosses val="max"/>
        <c:crossBetween val="between"/>
      </c:valAx>
      <c:catAx>
        <c:axId val="840119503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 dirty="0"/>
              <a:t>Common Attn</a:t>
            </a:r>
            <a:endParaRPr 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1"/>
          <c:tx>
            <c:strRef>
              <c:f>'Gain Accuracy (Tx)'!$E$1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'Gain Accuracy (Tx)'!$A$3:$A$66</c:f>
              <c:numCache>
                <c:formatCode>0_ </c:formatCode>
                <c:ptCount val="6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</c:numCache>
            </c:numRef>
          </c:cat>
          <c:val>
            <c:numRef>
              <c:f>'Gain Accuracy (Tx)'!$E$3:$E$66</c:f>
              <c:numCache>
                <c:formatCode>0.00_ </c:formatCode>
                <c:ptCount val="64"/>
                <c:pt idx="0">
                  <c:v>34.47590436155231</c:v>
                </c:pt>
                <c:pt idx="1">
                  <c:v>34.364407061552313</c:v>
                </c:pt>
                <c:pt idx="2">
                  <c:v>34.21461886155231</c:v>
                </c:pt>
                <c:pt idx="3">
                  <c:v>34.09950956155231</c:v>
                </c:pt>
                <c:pt idx="4">
                  <c:v>33.913053361552301</c:v>
                </c:pt>
                <c:pt idx="5">
                  <c:v>33.780209661552313</c:v>
                </c:pt>
                <c:pt idx="6">
                  <c:v>33.644947761552302</c:v>
                </c:pt>
                <c:pt idx="7">
                  <c:v>33.515307061552313</c:v>
                </c:pt>
                <c:pt idx="8">
                  <c:v>32.673223361552303</c:v>
                </c:pt>
                <c:pt idx="9">
                  <c:v>32.509425361552303</c:v>
                </c:pt>
                <c:pt idx="10">
                  <c:v>32.342222761552307</c:v>
                </c:pt>
                <c:pt idx="11">
                  <c:v>32.18911226155231</c:v>
                </c:pt>
                <c:pt idx="12">
                  <c:v>31.936692461552308</c:v>
                </c:pt>
                <c:pt idx="13">
                  <c:v>31.78059766155231</c:v>
                </c:pt>
                <c:pt idx="14">
                  <c:v>31.600041961552311</c:v>
                </c:pt>
                <c:pt idx="15">
                  <c:v>31.449939161552312</c:v>
                </c:pt>
                <c:pt idx="16">
                  <c:v>30.48052266155231</c:v>
                </c:pt>
                <c:pt idx="17">
                  <c:v>30.318255761552312</c:v>
                </c:pt>
                <c:pt idx="18">
                  <c:v>30.13011206155231</c:v>
                </c:pt>
                <c:pt idx="19">
                  <c:v>29.968475361552311</c:v>
                </c:pt>
                <c:pt idx="20">
                  <c:v>29.70349746155231</c:v>
                </c:pt>
                <c:pt idx="21">
                  <c:v>29.559211761552309</c:v>
                </c:pt>
                <c:pt idx="22">
                  <c:v>29.353347061552309</c:v>
                </c:pt>
                <c:pt idx="23">
                  <c:v>29.182870161552309</c:v>
                </c:pt>
                <c:pt idx="24">
                  <c:v>28.340757461552311</c:v>
                </c:pt>
                <c:pt idx="25">
                  <c:v>28.148427591552309</c:v>
                </c:pt>
                <c:pt idx="26">
                  <c:v>27.97348725155231</c:v>
                </c:pt>
                <c:pt idx="27">
                  <c:v>27.802945871552311</c:v>
                </c:pt>
                <c:pt idx="28">
                  <c:v>27.544856321552309</c:v>
                </c:pt>
                <c:pt idx="29">
                  <c:v>27.350554741552308</c:v>
                </c:pt>
                <c:pt idx="30">
                  <c:v>27.166971251552301</c:v>
                </c:pt>
                <c:pt idx="31">
                  <c:v>27.03431236155231</c:v>
                </c:pt>
                <c:pt idx="32">
                  <c:v>25.913412981552309</c:v>
                </c:pt>
                <c:pt idx="33">
                  <c:v>25.765660431552309</c:v>
                </c:pt>
                <c:pt idx="34">
                  <c:v>25.617334741552309</c:v>
                </c:pt>
                <c:pt idx="35">
                  <c:v>25.430200611552308</c:v>
                </c:pt>
                <c:pt idx="36">
                  <c:v>25.14719540155231</c:v>
                </c:pt>
                <c:pt idx="37">
                  <c:v>24.989888901552309</c:v>
                </c:pt>
                <c:pt idx="38">
                  <c:v>24.82060484155231</c:v>
                </c:pt>
                <c:pt idx="39">
                  <c:v>24.666049841552312</c:v>
                </c:pt>
                <c:pt idx="40">
                  <c:v>23.82265251155231</c:v>
                </c:pt>
                <c:pt idx="41">
                  <c:v>23.647201351552301</c:v>
                </c:pt>
                <c:pt idx="42">
                  <c:v>23.462082731552311</c:v>
                </c:pt>
                <c:pt idx="43">
                  <c:v>23.30126870155231</c:v>
                </c:pt>
                <c:pt idx="44">
                  <c:v>22.984064511552301</c:v>
                </c:pt>
                <c:pt idx="45">
                  <c:v>22.82911345155231</c:v>
                </c:pt>
                <c:pt idx="46">
                  <c:v>22.652918441552309</c:v>
                </c:pt>
                <c:pt idx="47">
                  <c:v>22.501437361552309</c:v>
                </c:pt>
                <c:pt idx="48">
                  <c:v>21.597443321552301</c:v>
                </c:pt>
                <c:pt idx="49">
                  <c:v>21.431680111552311</c:v>
                </c:pt>
                <c:pt idx="50">
                  <c:v>21.259775331552309</c:v>
                </c:pt>
                <c:pt idx="51">
                  <c:v>21.09856531155231</c:v>
                </c:pt>
                <c:pt idx="52">
                  <c:v>20.822843441552308</c:v>
                </c:pt>
                <c:pt idx="53">
                  <c:v>20.654917231552311</c:v>
                </c:pt>
                <c:pt idx="54">
                  <c:v>20.458617371552311</c:v>
                </c:pt>
                <c:pt idx="55">
                  <c:v>20.307638491552311</c:v>
                </c:pt>
                <c:pt idx="56">
                  <c:v>19.52982009155231</c:v>
                </c:pt>
                <c:pt idx="57">
                  <c:v>19.353894111552311</c:v>
                </c:pt>
                <c:pt idx="58">
                  <c:v>19.147994852552308</c:v>
                </c:pt>
                <c:pt idx="59">
                  <c:v>18.993369188552311</c:v>
                </c:pt>
                <c:pt idx="60">
                  <c:v>18.712828777552311</c:v>
                </c:pt>
                <c:pt idx="61">
                  <c:v>18.559536504552309</c:v>
                </c:pt>
                <c:pt idx="62">
                  <c:v>18.385913929552309</c:v>
                </c:pt>
                <c:pt idx="63">
                  <c:v>18.21911007293231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8F0-42D1-A4AE-3D346C92C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'Gain Accuracy (Tx)'!$D$1</c15:sqref>
                        </c15:formulaRef>
                      </c:ext>
                    </c:extLst>
                    <c:strCache>
                      <c:ptCount val="1"/>
                      <c:pt idx="0">
                        <c:v>Pout (dBm)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'Gain Accuracy (Tx)'!$A$3:$A$66</c15:sqref>
                        </c15:formulaRef>
                      </c:ext>
                    </c:extLst>
                    <c:numCache>
                      <c:formatCode>0_ </c:formatCode>
                      <c:ptCount val="64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  <c:pt idx="32">
                        <c:v>32</c:v>
                      </c:pt>
                      <c:pt idx="33">
                        <c:v>33</c:v>
                      </c:pt>
                      <c:pt idx="34">
                        <c:v>34</c:v>
                      </c:pt>
                      <c:pt idx="35">
                        <c:v>35</c:v>
                      </c:pt>
                      <c:pt idx="36">
                        <c:v>36</c:v>
                      </c:pt>
                      <c:pt idx="37">
                        <c:v>37</c:v>
                      </c:pt>
                      <c:pt idx="38">
                        <c:v>38</c:v>
                      </c:pt>
                      <c:pt idx="39">
                        <c:v>39</c:v>
                      </c:pt>
                      <c:pt idx="40">
                        <c:v>40</c:v>
                      </c:pt>
                      <c:pt idx="41">
                        <c:v>41</c:v>
                      </c:pt>
                      <c:pt idx="42">
                        <c:v>42</c:v>
                      </c:pt>
                      <c:pt idx="43">
                        <c:v>43</c:v>
                      </c:pt>
                      <c:pt idx="44">
                        <c:v>44</c:v>
                      </c:pt>
                      <c:pt idx="45">
                        <c:v>45</c:v>
                      </c:pt>
                      <c:pt idx="46">
                        <c:v>46</c:v>
                      </c:pt>
                      <c:pt idx="47">
                        <c:v>47</c:v>
                      </c:pt>
                      <c:pt idx="48">
                        <c:v>48</c:v>
                      </c:pt>
                      <c:pt idx="49">
                        <c:v>49</c:v>
                      </c:pt>
                      <c:pt idx="50">
                        <c:v>50</c:v>
                      </c:pt>
                      <c:pt idx="51">
                        <c:v>51</c:v>
                      </c:pt>
                      <c:pt idx="52">
                        <c:v>52</c:v>
                      </c:pt>
                      <c:pt idx="53">
                        <c:v>53</c:v>
                      </c:pt>
                      <c:pt idx="54">
                        <c:v>54</c:v>
                      </c:pt>
                      <c:pt idx="55">
                        <c:v>55</c:v>
                      </c:pt>
                      <c:pt idx="56">
                        <c:v>56</c:v>
                      </c:pt>
                      <c:pt idx="57">
                        <c:v>57</c:v>
                      </c:pt>
                      <c:pt idx="58">
                        <c:v>58</c:v>
                      </c:pt>
                      <c:pt idx="59">
                        <c:v>59</c:v>
                      </c:pt>
                      <c:pt idx="60">
                        <c:v>60</c:v>
                      </c:pt>
                      <c:pt idx="61">
                        <c:v>61</c:v>
                      </c:pt>
                      <c:pt idx="62">
                        <c:v>62</c:v>
                      </c:pt>
                      <c:pt idx="63">
                        <c:v>63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'Gain Accuracy (Tx)'!$D$3:$D$66</c15:sqref>
                        </c15:formulaRef>
                      </c:ext>
                    </c:extLst>
                    <c:numCache>
                      <c:formatCode>0.00_ </c:formatCode>
                      <c:ptCount val="64"/>
                      <c:pt idx="0">
                        <c:v>18.69732808322301</c:v>
                      </c:pt>
                      <c:pt idx="1">
                        <c:v>18.58583078322302</c:v>
                      </c:pt>
                      <c:pt idx="2">
                        <c:v>18.43604258322301</c:v>
                      </c:pt>
                      <c:pt idx="3">
                        <c:v>18.32093328322301</c:v>
                      </c:pt>
                      <c:pt idx="4">
                        <c:v>18.134477083223011</c:v>
                      </c:pt>
                      <c:pt idx="5">
                        <c:v>18.00163338322302</c:v>
                      </c:pt>
                      <c:pt idx="6">
                        <c:v>17.866371483223009</c:v>
                      </c:pt>
                      <c:pt idx="7">
                        <c:v>17.73673078322301</c:v>
                      </c:pt>
                      <c:pt idx="8">
                        <c:v>16.89464708322301</c:v>
                      </c:pt>
                      <c:pt idx="9">
                        <c:v>16.73084908322301</c:v>
                      </c:pt>
                      <c:pt idx="10">
                        <c:v>16.56364648322301</c:v>
                      </c:pt>
                      <c:pt idx="11">
                        <c:v>16.41053598322301</c:v>
                      </c:pt>
                      <c:pt idx="12">
                        <c:v>16.158116183223019</c:v>
                      </c:pt>
                      <c:pt idx="13">
                        <c:v>16.00202138322301</c:v>
                      </c:pt>
                      <c:pt idx="14">
                        <c:v>15.821465683223011</c:v>
                      </c:pt>
                      <c:pt idx="15">
                        <c:v>15.67136288322301</c:v>
                      </c:pt>
                      <c:pt idx="16">
                        <c:v>14.70194638322301</c:v>
                      </c:pt>
                      <c:pt idx="17">
                        <c:v>14.53967948322301</c:v>
                      </c:pt>
                      <c:pt idx="18">
                        <c:v>14.35153578322301</c:v>
                      </c:pt>
                      <c:pt idx="19">
                        <c:v>14.189899083223009</c:v>
                      </c:pt>
                      <c:pt idx="20">
                        <c:v>13.92492118322301</c:v>
                      </c:pt>
                      <c:pt idx="21">
                        <c:v>13.78063548322301</c:v>
                      </c:pt>
                      <c:pt idx="22">
                        <c:v>13.574770783223009</c:v>
                      </c:pt>
                      <c:pt idx="23">
                        <c:v>13.40429388322301</c:v>
                      </c:pt>
                      <c:pt idx="24">
                        <c:v>12.562181183223011</c:v>
                      </c:pt>
                      <c:pt idx="25">
                        <c:v>12.369851313223011</c:v>
                      </c:pt>
                      <c:pt idx="26">
                        <c:v>12.19491097322301</c:v>
                      </c:pt>
                      <c:pt idx="27">
                        <c:v>12.02436959322301</c:v>
                      </c:pt>
                      <c:pt idx="28">
                        <c:v>11.766280043223009</c:v>
                      </c:pt>
                      <c:pt idx="29">
                        <c:v>11.57197846322301</c:v>
                      </c:pt>
                      <c:pt idx="30">
                        <c:v>11.38839497322301</c:v>
                      </c:pt>
                      <c:pt idx="31">
                        <c:v>11.25573608322301</c:v>
                      </c:pt>
                      <c:pt idx="32">
                        <c:v>10.13483670322301</c:v>
                      </c:pt>
                      <c:pt idx="33">
                        <c:v>9.9870841532230124</c:v>
                      </c:pt>
                      <c:pt idx="34">
                        <c:v>9.8387584632230123</c:v>
                      </c:pt>
                      <c:pt idx="35">
                        <c:v>9.6516243332230136</c:v>
                      </c:pt>
                      <c:pt idx="36">
                        <c:v>9.3686191232230129</c:v>
                      </c:pt>
                      <c:pt idx="37">
                        <c:v>9.211312623223014</c:v>
                      </c:pt>
                      <c:pt idx="38">
                        <c:v>9.0420285632230133</c:v>
                      </c:pt>
                      <c:pt idx="39">
                        <c:v>8.8874735632230148</c:v>
                      </c:pt>
                      <c:pt idx="40">
                        <c:v>8.0440762332230129</c:v>
                      </c:pt>
                      <c:pt idx="41">
                        <c:v>7.8686250732230132</c:v>
                      </c:pt>
                      <c:pt idx="42">
                        <c:v>7.6835064532230133</c:v>
                      </c:pt>
                      <c:pt idx="43">
                        <c:v>7.5226924232230132</c:v>
                      </c:pt>
                      <c:pt idx="44">
                        <c:v>7.2054882332230132</c:v>
                      </c:pt>
                      <c:pt idx="45">
                        <c:v>7.050537173223014</c:v>
                      </c:pt>
                      <c:pt idx="46">
                        <c:v>6.8743421632230133</c:v>
                      </c:pt>
                      <c:pt idx="47">
                        <c:v>6.7228610832230133</c:v>
                      </c:pt>
                      <c:pt idx="48">
                        <c:v>5.8188670432230136</c:v>
                      </c:pt>
                      <c:pt idx="49">
                        <c:v>5.6531038332230139</c:v>
                      </c:pt>
                      <c:pt idx="50">
                        <c:v>5.4811990532230137</c:v>
                      </c:pt>
                      <c:pt idx="51">
                        <c:v>5.3199890332230133</c:v>
                      </c:pt>
                      <c:pt idx="52">
                        <c:v>5.0442671632230134</c:v>
                      </c:pt>
                      <c:pt idx="53">
                        <c:v>4.8763409532230142</c:v>
                      </c:pt>
                      <c:pt idx="54">
                        <c:v>4.6800410932230134</c:v>
                      </c:pt>
                      <c:pt idx="55">
                        <c:v>4.5290622132230141</c:v>
                      </c:pt>
                      <c:pt idx="56">
                        <c:v>3.7512438132230139</c:v>
                      </c:pt>
                      <c:pt idx="57">
                        <c:v>3.5753178332230129</c:v>
                      </c:pt>
                      <c:pt idx="58">
                        <c:v>3.3694185742230141</c:v>
                      </c:pt>
                      <c:pt idx="59">
                        <c:v>3.2147929102230139</c:v>
                      </c:pt>
                      <c:pt idx="60">
                        <c:v>2.934252499223013</c:v>
                      </c:pt>
                      <c:pt idx="61">
                        <c:v>2.780960226223014</c:v>
                      </c:pt>
                      <c:pt idx="62">
                        <c:v>2.607337651223014</c:v>
                      </c:pt>
                      <c:pt idx="63">
                        <c:v>2.440533794603013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B8F0-42D1-A4AE-3D346C92C738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3"/>
          <c:tx>
            <c:strRef>
              <c:f>'Gain Accuracy (Tx)'!$F$1:$F$2</c:f>
              <c:strCache>
                <c:ptCount val="2"/>
                <c:pt idx="0">
                  <c:v>Ideal Gain (dB)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val>
            <c:numRef>
              <c:f>'Gain Accuracy (Tx)'!$F$3:$F$66</c:f>
              <c:numCache>
                <c:formatCode>0.00_ </c:formatCode>
                <c:ptCount val="64"/>
                <c:pt idx="0">
                  <c:v>34.5</c:v>
                </c:pt>
                <c:pt idx="1">
                  <c:v>34.25</c:v>
                </c:pt>
                <c:pt idx="2">
                  <c:v>34</c:v>
                </c:pt>
                <c:pt idx="3">
                  <c:v>33.75</c:v>
                </c:pt>
                <c:pt idx="4">
                  <c:v>33.5</c:v>
                </c:pt>
                <c:pt idx="5">
                  <c:v>33.25</c:v>
                </c:pt>
                <c:pt idx="6">
                  <c:v>33</c:v>
                </c:pt>
                <c:pt idx="7">
                  <c:v>32.75</c:v>
                </c:pt>
                <c:pt idx="8">
                  <c:v>32.5</c:v>
                </c:pt>
                <c:pt idx="9">
                  <c:v>32.25</c:v>
                </c:pt>
                <c:pt idx="10">
                  <c:v>32</c:v>
                </c:pt>
                <c:pt idx="11">
                  <c:v>31.75</c:v>
                </c:pt>
                <c:pt idx="12">
                  <c:v>31.5</c:v>
                </c:pt>
                <c:pt idx="13">
                  <c:v>31.25</c:v>
                </c:pt>
                <c:pt idx="14">
                  <c:v>31</c:v>
                </c:pt>
                <c:pt idx="15">
                  <c:v>30.75</c:v>
                </c:pt>
                <c:pt idx="16">
                  <c:v>30.5</c:v>
                </c:pt>
                <c:pt idx="17">
                  <c:v>30.25</c:v>
                </c:pt>
                <c:pt idx="18">
                  <c:v>30</c:v>
                </c:pt>
                <c:pt idx="19">
                  <c:v>29.75</c:v>
                </c:pt>
                <c:pt idx="20">
                  <c:v>29.5</c:v>
                </c:pt>
                <c:pt idx="21">
                  <c:v>29.25</c:v>
                </c:pt>
                <c:pt idx="22">
                  <c:v>29</c:v>
                </c:pt>
                <c:pt idx="23">
                  <c:v>28.75</c:v>
                </c:pt>
                <c:pt idx="24">
                  <c:v>28.5</c:v>
                </c:pt>
                <c:pt idx="25">
                  <c:v>28.25</c:v>
                </c:pt>
                <c:pt idx="26">
                  <c:v>28</c:v>
                </c:pt>
                <c:pt idx="27">
                  <c:v>27.75</c:v>
                </c:pt>
                <c:pt idx="28">
                  <c:v>27.5</c:v>
                </c:pt>
                <c:pt idx="29">
                  <c:v>27.25</c:v>
                </c:pt>
                <c:pt idx="30">
                  <c:v>27</c:v>
                </c:pt>
                <c:pt idx="31">
                  <c:v>26.75</c:v>
                </c:pt>
                <c:pt idx="32">
                  <c:v>26.5</c:v>
                </c:pt>
                <c:pt idx="33">
                  <c:v>26.25</c:v>
                </c:pt>
                <c:pt idx="34">
                  <c:v>26</c:v>
                </c:pt>
                <c:pt idx="35">
                  <c:v>25.75</c:v>
                </c:pt>
                <c:pt idx="36">
                  <c:v>25.5</c:v>
                </c:pt>
                <c:pt idx="37">
                  <c:v>25.25</c:v>
                </c:pt>
                <c:pt idx="38">
                  <c:v>25</c:v>
                </c:pt>
                <c:pt idx="39">
                  <c:v>24.75</c:v>
                </c:pt>
                <c:pt idx="40">
                  <c:v>24.5</c:v>
                </c:pt>
                <c:pt idx="41">
                  <c:v>24.25</c:v>
                </c:pt>
                <c:pt idx="42">
                  <c:v>24</c:v>
                </c:pt>
                <c:pt idx="43">
                  <c:v>23.75</c:v>
                </c:pt>
                <c:pt idx="44">
                  <c:v>23.5</c:v>
                </c:pt>
                <c:pt idx="45">
                  <c:v>23.25</c:v>
                </c:pt>
                <c:pt idx="46">
                  <c:v>23</c:v>
                </c:pt>
                <c:pt idx="47">
                  <c:v>22.75</c:v>
                </c:pt>
                <c:pt idx="48">
                  <c:v>22.5</c:v>
                </c:pt>
                <c:pt idx="49">
                  <c:v>22.25</c:v>
                </c:pt>
                <c:pt idx="50">
                  <c:v>22</c:v>
                </c:pt>
                <c:pt idx="51">
                  <c:v>21.75</c:v>
                </c:pt>
                <c:pt idx="52">
                  <c:v>21.5</c:v>
                </c:pt>
                <c:pt idx="53">
                  <c:v>21.25</c:v>
                </c:pt>
                <c:pt idx="54">
                  <c:v>21</c:v>
                </c:pt>
                <c:pt idx="55">
                  <c:v>20.75</c:v>
                </c:pt>
                <c:pt idx="56">
                  <c:v>20.5</c:v>
                </c:pt>
                <c:pt idx="57">
                  <c:v>20.25</c:v>
                </c:pt>
                <c:pt idx="58">
                  <c:v>20</c:v>
                </c:pt>
                <c:pt idx="59">
                  <c:v>19.75</c:v>
                </c:pt>
                <c:pt idx="60">
                  <c:v>19.5</c:v>
                </c:pt>
                <c:pt idx="61">
                  <c:v>19.25</c:v>
                </c:pt>
                <c:pt idx="62">
                  <c:v>19</c:v>
                </c:pt>
                <c:pt idx="63">
                  <c:v>18.75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F0-42D1-A4AE-3D346C92C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'Gain Accuracy (Tx)'!$AA$1</c15:sqref>
                        </c15:formulaRef>
                      </c:ext>
                    </c:extLst>
                    <c:strCache>
                      <c:ptCount val="1"/>
                      <c:pt idx="0">
                        <c:v>Psum (W)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prstDash val="sysDot"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'Gain Accuracy (Tx)'!$A$3:$A$34</c15:sqref>
                        </c15:formulaRef>
                      </c:ext>
                    </c:extLst>
                    <c:numCache>
                      <c:formatCode>0_ </c:formatCode>
                      <c:ptCount val="32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'Gain Accuracy (Tx)'!$AA$3:$AA$66</c15:sqref>
                        </c15:formulaRef>
                      </c:ext>
                    </c:extLst>
                    <c:numCache>
                      <c:formatCode>0.00_ </c:formatCode>
                      <c:ptCount val="64"/>
                      <c:pt idx="0">
                        <c:v>0.55267122401900004</c:v>
                      </c:pt>
                      <c:pt idx="1">
                        <c:v>0.54471588612400001</c:v>
                      </c:pt>
                      <c:pt idx="2">
                        <c:v>0.53737327095700005</c:v>
                      </c:pt>
                      <c:pt idx="3">
                        <c:v>0.530243386506</c:v>
                      </c:pt>
                      <c:pt idx="4">
                        <c:v>0.52086524654900002</c:v>
                      </c:pt>
                      <c:pt idx="5">
                        <c:v>0.51392709130199998</c:v>
                      </c:pt>
                      <c:pt idx="6">
                        <c:v>0.50597746669599997</c:v>
                      </c:pt>
                      <c:pt idx="7">
                        <c:v>0.49997210419100002</c:v>
                      </c:pt>
                      <c:pt idx="8">
                        <c:v>0.46161907386199991</c:v>
                      </c:pt>
                      <c:pt idx="9">
                        <c:v>0.45681708179300001</c:v>
                      </c:pt>
                      <c:pt idx="10">
                        <c:v>0.44988423342299999</c:v>
                      </c:pt>
                      <c:pt idx="11">
                        <c:v>0.44441441178899993</c:v>
                      </c:pt>
                      <c:pt idx="12">
                        <c:v>0.43604857523999996</c:v>
                      </c:pt>
                      <c:pt idx="13">
                        <c:v>0.431122229621</c:v>
                      </c:pt>
                      <c:pt idx="14">
                        <c:v>0.42495925836499993</c:v>
                      </c:pt>
                      <c:pt idx="15">
                        <c:v>0.41985647760699996</c:v>
                      </c:pt>
                      <c:pt idx="16">
                        <c:v>0.39350578543699999</c:v>
                      </c:pt>
                      <c:pt idx="17">
                        <c:v>0.38964358640399993</c:v>
                      </c:pt>
                      <c:pt idx="18">
                        <c:v>0.38477833858999994</c:v>
                      </c:pt>
                      <c:pt idx="19">
                        <c:v>0.38138738007799999</c:v>
                      </c:pt>
                      <c:pt idx="20">
                        <c:v>0.37545665349999996</c:v>
                      </c:pt>
                      <c:pt idx="21">
                        <c:v>0.372735210426</c:v>
                      </c:pt>
                      <c:pt idx="22">
                        <c:v>0.36952619119700003</c:v>
                      </c:pt>
                      <c:pt idx="23">
                        <c:v>0.36584613219699991</c:v>
                      </c:pt>
                      <c:pt idx="24">
                        <c:v>0.35183310463799994</c:v>
                      </c:pt>
                      <c:pt idx="25">
                        <c:v>0.348448247953</c:v>
                      </c:pt>
                      <c:pt idx="26">
                        <c:v>0.34613511146699999</c:v>
                      </c:pt>
                      <c:pt idx="27">
                        <c:v>0.34405600321300001</c:v>
                      </c:pt>
                      <c:pt idx="28">
                        <c:v>0.34025341424199995</c:v>
                      </c:pt>
                      <c:pt idx="29">
                        <c:v>0.338959430969</c:v>
                      </c:pt>
                      <c:pt idx="30">
                        <c:v>0.33661532992400001</c:v>
                      </c:pt>
                      <c:pt idx="31">
                        <c:v>0.33431380610199996</c:v>
                      </c:pt>
                      <c:pt idx="32">
                        <c:v>0.32388868799799997</c:v>
                      </c:pt>
                      <c:pt idx="33">
                        <c:v>0.32319092125400001</c:v>
                      </c:pt>
                      <c:pt idx="34">
                        <c:v>0.32185457440800003</c:v>
                      </c:pt>
                      <c:pt idx="35">
                        <c:v>0.32114915220399998</c:v>
                      </c:pt>
                      <c:pt idx="36">
                        <c:v>0.31847411693100003</c:v>
                      </c:pt>
                      <c:pt idx="37">
                        <c:v>0.31781148319199998</c:v>
                      </c:pt>
                      <c:pt idx="38">
                        <c:v>0.31614803488299997</c:v>
                      </c:pt>
                      <c:pt idx="39">
                        <c:v>0.31480899666000006</c:v>
                      </c:pt>
                      <c:pt idx="40">
                        <c:v>0.310741978877</c:v>
                      </c:pt>
                      <c:pt idx="41">
                        <c:v>0.30940203427200003</c:v>
                      </c:pt>
                      <c:pt idx="42">
                        <c:v>0.30806797669700003</c:v>
                      </c:pt>
                      <c:pt idx="43">
                        <c:v>0.30738471327199995</c:v>
                      </c:pt>
                      <c:pt idx="44">
                        <c:v>0.30574177038799999</c:v>
                      </c:pt>
                      <c:pt idx="45">
                        <c:v>0.305357288161</c:v>
                      </c:pt>
                      <c:pt idx="46">
                        <c:v>0.304372350598</c:v>
                      </c:pt>
                      <c:pt idx="47">
                        <c:v>0.30370377751900002</c:v>
                      </c:pt>
                      <c:pt idx="48">
                        <c:v>0.30070572434100001</c:v>
                      </c:pt>
                      <c:pt idx="49">
                        <c:v>0.29967014003000003</c:v>
                      </c:pt>
                      <c:pt idx="50">
                        <c:v>0.29900764384</c:v>
                      </c:pt>
                      <c:pt idx="51">
                        <c:v>0.29869820102500005</c:v>
                      </c:pt>
                      <c:pt idx="52">
                        <c:v>0.29765862699199996</c:v>
                      </c:pt>
                      <c:pt idx="53">
                        <c:v>0.29699325110399999</c:v>
                      </c:pt>
                      <c:pt idx="54">
                        <c:v>0.29631747883199999</c:v>
                      </c:pt>
                      <c:pt idx="55">
                        <c:v>0.29696185829099997</c:v>
                      </c:pt>
                      <c:pt idx="56">
                        <c:v>0.294688408801</c:v>
                      </c:pt>
                      <c:pt idx="57">
                        <c:v>0.29495381997600001</c:v>
                      </c:pt>
                      <c:pt idx="58">
                        <c:v>0.29493674831599997</c:v>
                      </c:pt>
                      <c:pt idx="59">
                        <c:v>0.293992040668</c:v>
                      </c:pt>
                      <c:pt idx="60">
                        <c:v>0.29330441055899997</c:v>
                      </c:pt>
                      <c:pt idx="61">
                        <c:v>0.29330323022600002</c:v>
                      </c:pt>
                      <c:pt idx="62">
                        <c:v>0.29267104541799999</c:v>
                      </c:pt>
                      <c:pt idx="63">
                        <c:v>0.29197444096000003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B8F0-42D1-A4AE-3D346C92C738}"/>
                  </c:ext>
                </c:extLst>
              </c15:ser>
            </c15:filteredLineSeries>
          </c:ext>
        </c:extLst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Index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0"/>
        <c:tickLblSkip val="8"/>
        <c:noMultiLvlLbl val="0"/>
      </c:catAx>
      <c:valAx>
        <c:axId val="1855372944"/>
        <c:scaling>
          <c:orientation val="minMax"/>
          <c:max val="35"/>
          <c:min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5"/>
      </c:valAx>
      <c:valAx>
        <c:axId val="840129583"/>
        <c:scaling>
          <c:orientation val="minMax"/>
          <c:min val="0.25"/>
        </c:scaling>
        <c:delete val="1"/>
        <c:axPos val="r"/>
        <c:numFmt formatCode="0.00_ " sourceLinked="1"/>
        <c:majorTickMark val="out"/>
        <c:minorTickMark val="none"/>
        <c:tickLblPos val="nextTo"/>
        <c:crossAx val="840119503"/>
        <c:crosses val="max"/>
        <c:crossBetween val="between"/>
      </c:valAx>
      <c:catAx>
        <c:axId val="840119503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/>
              <a:t>Channel Attn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2"/>
          <c:order val="1"/>
          <c:tx>
            <c:strRef>
              <c:f>'Gain Accuracy (Tx)'!$E$1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('Gain Accuracy (Tx)'!$A$68,'Gain Accuracy (Tx)'!$A$72,'Gain Accuracy (Tx)'!$A$76,'Gain Accuracy (Tx)'!$A$80,'Gain Accuracy (Tx)'!$A$84,'Gain Accuracy (Tx)'!$A$88,'Gain Accuracy (Tx)'!$A$92,'Gain Accuracy (Tx)'!$A$96,'Gain Accuracy (Tx)'!$A$100)</c:f>
              <c:numCache>
                <c:formatCode>0_ </c:formatCode>
                <c:ptCount val="9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</c:numCache>
              <c:extLst/>
            </c:numRef>
          </c:cat>
          <c:val>
            <c:numRef>
              <c:f>('Gain Accuracy (Tx)'!$E$68,'Gain Accuracy (Tx)'!$E$72,'Gain Accuracy (Tx)'!$E$76,'Gain Accuracy (Tx)'!$E$80,'Gain Accuracy (Tx)'!$E$84,'Gain Accuracy (Tx)'!$E$88,'Gain Accuracy (Tx)'!$E$92,'Gain Accuracy (Tx)'!$E$96,'Gain Accuracy (Tx)'!$E$100)</c:f>
              <c:numCache>
                <c:formatCode>0.00_ </c:formatCode>
                <c:ptCount val="9"/>
                <c:pt idx="0">
                  <c:v>28.039983681552311</c:v>
                </c:pt>
                <c:pt idx="1">
                  <c:v>27.19737058155231</c:v>
                </c:pt>
                <c:pt idx="2">
                  <c:v>26.14015240155231</c:v>
                </c:pt>
                <c:pt idx="3">
                  <c:v>25.15772700155231</c:v>
                </c:pt>
                <c:pt idx="4">
                  <c:v>24.167751321552309</c:v>
                </c:pt>
                <c:pt idx="5">
                  <c:v>23.140361881552309</c:v>
                </c:pt>
                <c:pt idx="6">
                  <c:v>22.097028831552311</c:v>
                </c:pt>
                <c:pt idx="7">
                  <c:v>20.953817511552309</c:v>
                </c:pt>
                <c:pt idx="8">
                  <c:v>19.613703761552308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C054-463D-BE26-63DBBD8AB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'Gain Accuracy (Tx)'!$D$1</c15:sqref>
                        </c15:formulaRef>
                      </c:ext>
                    </c:extLst>
                    <c:strCache>
                      <c:ptCount val="1"/>
                      <c:pt idx="0">
                        <c:v>Pout (dBm)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('Gain Accuracy (Tx)'!$A$68,'Gain Accuracy (Tx)'!$A$72,'Gain Accuracy (Tx)'!$A$76,'Gain Accuracy (Tx)'!$A$80,'Gain Accuracy (Tx)'!$A$84,'Gain Accuracy (Tx)'!$A$88,'Gain Accuracy (Tx)'!$A$92,'Gain Accuracy (Tx)'!$A$96,'Gain Accuracy (Tx)'!$A$100)</c15:sqref>
                        </c15:formulaRef>
                      </c:ext>
                    </c:extLst>
                    <c:numCache>
                      <c:formatCode>0_ </c:formatCode>
                      <c:ptCount val="9"/>
                      <c:pt idx="0">
                        <c:v>0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12</c:v>
                      </c:pt>
                      <c:pt idx="4">
                        <c:v>16</c:v>
                      </c:pt>
                      <c:pt idx="5">
                        <c:v>20</c:v>
                      </c:pt>
                      <c:pt idx="6">
                        <c:v>24</c:v>
                      </c:pt>
                      <c:pt idx="7">
                        <c:v>28</c:v>
                      </c:pt>
                      <c:pt idx="8">
                        <c:v>32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('Gain Accuracy (Tx)'!$D$68,'Gain Accuracy (Tx)'!$D$72,'Gain Accuracy (Tx)'!$D$76,'Gain Accuracy (Tx)'!$D$80,'Gain Accuracy (Tx)'!$D$84,'Gain Accuracy (Tx)'!$D$88,'Gain Accuracy (Tx)'!$D$92,'Gain Accuracy (Tx)'!$D$96,'Gain Accuracy (Tx)'!$D$100)</c15:sqref>
                        </c15:formulaRef>
                      </c:ext>
                    </c:extLst>
                    <c:numCache>
                      <c:formatCode>0.00_ </c:formatCode>
                      <c:ptCount val="9"/>
                      <c:pt idx="0">
                        <c:v>12.261407403223011</c:v>
                      </c:pt>
                      <c:pt idx="1">
                        <c:v>11.418794303223009</c:v>
                      </c:pt>
                      <c:pt idx="2">
                        <c:v>10.36157612322301</c:v>
                      </c:pt>
                      <c:pt idx="3">
                        <c:v>9.3791507232230131</c:v>
                      </c:pt>
                      <c:pt idx="4">
                        <c:v>8.3891750432230126</c:v>
                      </c:pt>
                      <c:pt idx="5">
                        <c:v>7.361785603223014</c:v>
                      </c:pt>
                      <c:pt idx="6">
                        <c:v>6.3184525532230138</c:v>
                      </c:pt>
                      <c:pt idx="7">
                        <c:v>5.175241233223014</c:v>
                      </c:pt>
                      <c:pt idx="8">
                        <c:v>3.835127483223014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C054-463D-BE26-63DBBD8AB91A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3"/>
          <c:tx>
            <c:strRef>
              <c:f>'Gain Accuracy (Tx)'!$F$1:$F$2</c:f>
              <c:strCache>
                <c:ptCount val="2"/>
                <c:pt idx="0">
                  <c:v>Ideal Gain (dB)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Lit>
              <c:ptCount val="9"/>
              <c:pt idx="0">
                <c:v>1</c:v>
              </c:pt>
              <c:pt idx="1">
                <c:v>5</c:v>
              </c:pt>
              <c:pt idx="2">
                <c:v>9</c:v>
              </c:pt>
              <c:pt idx="3">
                <c:v>13</c:v>
              </c:pt>
              <c:pt idx="4">
                <c:v>17</c:v>
              </c:pt>
              <c:pt idx="5">
                <c:v>21</c:v>
              </c:pt>
              <c:pt idx="6">
                <c:v>25</c:v>
              </c:pt>
              <c:pt idx="7">
                <c:v>29</c:v>
              </c:pt>
              <c:pt idx="8">
                <c:v>33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('Gain Accuracy (Tx)'!$F$68,'Gain Accuracy (Tx)'!$F$72,'Gain Accuracy (Tx)'!$F$76,'Gain Accuracy (Tx)'!$F$80,'Gain Accuracy (Tx)'!$F$84,'Gain Accuracy (Tx)'!$F$88,'Gain Accuracy (Tx)'!$F$92,'Gain Accuracy (Tx)'!$F$96,'Gain Accuracy (Tx)'!$F$100)</c:f>
              <c:numCache>
                <c:formatCode>0.00_ </c:formatCode>
                <c:ptCount val="9"/>
                <c:pt idx="0">
                  <c:v>28</c:v>
                </c:pt>
                <c:pt idx="1">
                  <c:v>27</c:v>
                </c:pt>
                <c:pt idx="2">
                  <c:v>26</c:v>
                </c:pt>
                <c:pt idx="3">
                  <c:v>25</c:v>
                </c:pt>
                <c:pt idx="4">
                  <c:v>24</c:v>
                </c:pt>
                <c:pt idx="5">
                  <c:v>23</c:v>
                </c:pt>
                <c:pt idx="6">
                  <c:v>22</c:v>
                </c:pt>
                <c:pt idx="7">
                  <c:v>21</c:v>
                </c:pt>
                <c:pt idx="8">
                  <c:v>20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C054-463D-BE26-63DBBD8AB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'Gain Accuracy (Tx)'!$AA$1</c15:sqref>
                        </c15:formulaRef>
                      </c:ext>
                    </c:extLst>
                    <c:strCache>
                      <c:ptCount val="1"/>
                      <c:pt idx="0">
                        <c:v>Psum (W)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('Gain Accuracy (Tx)'!$A$68,'Gain Accuracy (Tx)'!$A$72,'Gain Accuracy (Tx)'!$A$76,'Gain Accuracy (Tx)'!$A$80,'Gain Accuracy (Tx)'!$A$84,'Gain Accuracy (Tx)'!$A$88,'Gain Accuracy (Tx)'!$A$92,'Gain Accuracy (Tx)'!$A$96)</c15:sqref>
                        </c15:formulaRef>
                      </c:ext>
                    </c:extLst>
                    <c:numCache>
                      <c:formatCode>0_ </c:formatCode>
                      <c:ptCount val="8"/>
                      <c:pt idx="0">
                        <c:v>0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12</c:v>
                      </c:pt>
                      <c:pt idx="4">
                        <c:v>16</c:v>
                      </c:pt>
                      <c:pt idx="5">
                        <c:v>20</c:v>
                      </c:pt>
                      <c:pt idx="6">
                        <c:v>24</c:v>
                      </c:pt>
                      <c:pt idx="7">
                        <c:v>28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('Gain Accuracy (Tx)'!$AA$68,'Gain Accuracy (Tx)'!$AA$72,'Gain Accuracy (Tx)'!$AA$76,'Gain Accuracy (Tx)'!$AA$80,'Gain Accuracy (Tx)'!$AA$84,'Gain Accuracy (Tx)'!$AA$88,'Gain Accuracy (Tx)'!$AA$92,'Gain Accuracy (Tx)'!$AA$96,'Gain Accuracy (Tx)'!$AA$100)</c15:sqref>
                        </c15:formulaRef>
                      </c:ext>
                    </c:extLst>
                    <c:numCache>
                      <c:formatCode>0.000_ </c:formatCode>
                      <c:ptCount val="9"/>
                      <c:pt idx="0">
                        <c:v>0.34873159119800001</c:v>
                      </c:pt>
                      <c:pt idx="1">
                        <c:v>0.33794482895500005</c:v>
                      </c:pt>
                      <c:pt idx="2">
                        <c:v>0.32809089957799997</c:v>
                      </c:pt>
                      <c:pt idx="3">
                        <c:v>0.31971626093799999</c:v>
                      </c:pt>
                      <c:pt idx="4">
                        <c:v>0.31330895808999998</c:v>
                      </c:pt>
                      <c:pt idx="5">
                        <c:v>0.30794676766000001</c:v>
                      </c:pt>
                      <c:pt idx="6">
                        <c:v>0.30389274352700002</c:v>
                      </c:pt>
                      <c:pt idx="7">
                        <c:v>0.29987600359200001</c:v>
                      </c:pt>
                      <c:pt idx="8">
                        <c:v>0.29679340892199996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C054-463D-BE26-63DBBD8AB91A}"/>
                  </c:ext>
                </c:extLst>
              </c15:ser>
            </c15:filteredLineSeries>
          </c:ext>
        </c:extLst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en-US"/>
            </a:p>
          </c:txPr>
        </c:title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"/>
        <c:tickLblSkip val="1"/>
        <c:noMultiLvlLbl val="0"/>
      </c:catAx>
      <c:valAx>
        <c:axId val="1855372944"/>
        <c:scaling>
          <c:orientation val="minMax"/>
          <c:min val="1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 alt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5"/>
      </c:valAx>
      <c:valAx>
        <c:axId val="840129583"/>
        <c:scaling>
          <c:orientation val="minMax"/>
          <c:min val="0.29000000000000004"/>
        </c:scaling>
        <c:delete val="1"/>
        <c:axPos val="r"/>
        <c:numFmt formatCode="0.00_ " sourceLinked="1"/>
        <c:majorTickMark val="out"/>
        <c:minorTickMark val="none"/>
        <c:tickLblPos val="nextTo"/>
        <c:crossAx val="840119503"/>
        <c:crosses val="max"/>
        <c:crossBetween val="between"/>
      </c:valAx>
      <c:catAx>
        <c:axId val="840119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/>
              <a:t>Common Attn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1"/>
          <c:tx>
            <c:strRef>
              <c:f>'Gain Accuracy (Tx)'!$E$1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('Gain Accuracy (Tx)'!$A$3,'Gain Accuracy (Tx)'!$A$7,'Gain Accuracy (Tx)'!$A$11,'Gain Accuracy (Tx)'!$A$15,'Gain Accuracy (Tx)'!$A$19,'Gain Accuracy (Tx)'!$A$23,'Gain Accuracy (Tx)'!$A$27,'Gain Accuracy (Tx)'!$A$31,'Gain Accuracy (Tx)'!$A$35,'Gain Accuracy (Tx)'!$A$39,'Gain Accuracy (Tx)'!$A$43,'Gain Accuracy (Tx)'!$A$47,'Gain Accuracy (Tx)'!$A$51,'Gain Accuracy (Tx)'!$A$55,'Gain Accuracy (Tx)'!$A$59,'Gain Accuracy (Tx)'!$A$63)</c:f>
              <c:numCache>
                <c:formatCode>0_ </c:formatCode>
                <c:ptCount val="1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</c:numCache>
              <c:extLst/>
            </c:numRef>
          </c:cat>
          <c:val>
            <c:numRef>
              <c:f>('Gain Accuracy (Tx)'!$E$3,'Gain Accuracy (Tx)'!$E$7,'Gain Accuracy (Tx)'!$E$11,'Gain Accuracy (Tx)'!$E$15,'Gain Accuracy (Tx)'!$E$19,'Gain Accuracy (Tx)'!$E$23,'Gain Accuracy (Tx)'!$E$27,'Gain Accuracy (Tx)'!$E$31,'Gain Accuracy (Tx)'!$E$35,'Gain Accuracy (Tx)'!$E$39,'Gain Accuracy (Tx)'!$E$43,'Gain Accuracy (Tx)'!$E$47,'Gain Accuracy (Tx)'!$E$51,'Gain Accuracy (Tx)'!$E$55,'Gain Accuracy (Tx)'!$E$59,'Gain Accuracy (Tx)'!$E$63)</c:f>
              <c:numCache>
                <c:formatCode>0.00_ </c:formatCode>
                <c:ptCount val="16"/>
                <c:pt idx="0">
                  <c:v>34.47590436155231</c:v>
                </c:pt>
                <c:pt idx="1">
                  <c:v>33.913053361552301</c:v>
                </c:pt>
                <c:pt idx="2">
                  <c:v>32.673223361552303</c:v>
                </c:pt>
                <c:pt idx="3">
                  <c:v>31.936692461552308</c:v>
                </c:pt>
                <c:pt idx="4">
                  <c:v>30.48052266155231</c:v>
                </c:pt>
                <c:pt idx="5">
                  <c:v>29.70349746155231</c:v>
                </c:pt>
                <c:pt idx="6">
                  <c:v>28.340757461552311</c:v>
                </c:pt>
                <c:pt idx="7">
                  <c:v>27.544856321552309</c:v>
                </c:pt>
                <c:pt idx="8">
                  <c:v>25.913412981552309</c:v>
                </c:pt>
                <c:pt idx="9">
                  <c:v>25.14719540155231</c:v>
                </c:pt>
                <c:pt idx="10">
                  <c:v>23.82265251155231</c:v>
                </c:pt>
                <c:pt idx="11">
                  <c:v>22.984064511552301</c:v>
                </c:pt>
                <c:pt idx="12">
                  <c:v>21.597443321552301</c:v>
                </c:pt>
                <c:pt idx="13">
                  <c:v>20.822843441552308</c:v>
                </c:pt>
                <c:pt idx="14">
                  <c:v>19.52982009155231</c:v>
                </c:pt>
                <c:pt idx="15">
                  <c:v>18.712828777552311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A84B-4BA2-B871-A1D85EA4D1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'Gain Accuracy (Tx)'!$D$1</c15:sqref>
                        </c15:formulaRef>
                      </c:ext>
                    </c:extLst>
                    <c:strCache>
                      <c:ptCount val="1"/>
                      <c:pt idx="0">
                        <c:v>Pout (dBm)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('Gain Accuracy (Tx)'!$A$3,'Gain Accuracy (Tx)'!$A$7,'Gain Accuracy (Tx)'!$A$11,'Gain Accuracy (Tx)'!$A$15,'Gain Accuracy (Tx)'!$A$19,'Gain Accuracy (Tx)'!$A$23,'Gain Accuracy (Tx)'!$A$27,'Gain Accuracy (Tx)'!$A$31,'Gain Accuracy (Tx)'!$A$35,'Gain Accuracy (Tx)'!$A$39,'Gain Accuracy (Tx)'!$A$43,'Gain Accuracy (Tx)'!$A$47,'Gain Accuracy (Tx)'!$A$51,'Gain Accuracy (Tx)'!$A$55,'Gain Accuracy (Tx)'!$A$59,'Gain Accuracy (Tx)'!$A$63)</c15:sqref>
                        </c15:formulaRef>
                      </c:ext>
                    </c:extLst>
                    <c:numCache>
                      <c:formatCode>0_ </c:formatCode>
                      <c:ptCount val="16"/>
                      <c:pt idx="0">
                        <c:v>0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12</c:v>
                      </c:pt>
                      <c:pt idx="4">
                        <c:v>16</c:v>
                      </c:pt>
                      <c:pt idx="5">
                        <c:v>20</c:v>
                      </c:pt>
                      <c:pt idx="6">
                        <c:v>24</c:v>
                      </c:pt>
                      <c:pt idx="7">
                        <c:v>28</c:v>
                      </c:pt>
                      <c:pt idx="8">
                        <c:v>32</c:v>
                      </c:pt>
                      <c:pt idx="9">
                        <c:v>36</c:v>
                      </c:pt>
                      <c:pt idx="10">
                        <c:v>40</c:v>
                      </c:pt>
                      <c:pt idx="11">
                        <c:v>44</c:v>
                      </c:pt>
                      <c:pt idx="12">
                        <c:v>48</c:v>
                      </c:pt>
                      <c:pt idx="13">
                        <c:v>52</c:v>
                      </c:pt>
                      <c:pt idx="14">
                        <c:v>56</c:v>
                      </c:pt>
                      <c:pt idx="15">
                        <c:v>60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('Gain Accuracy (Tx)'!$D$3,'Gain Accuracy (Tx)'!$D$7,'Gain Accuracy (Tx)'!$D$11,'Gain Accuracy (Tx)'!$D$15,'Gain Accuracy (Tx)'!$D$19,'Gain Accuracy (Tx)'!$D$23,'Gain Accuracy (Tx)'!$D$27,'Gain Accuracy (Tx)'!$D$31,'Gain Accuracy (Tx)'!$D$35,'Gain Accuracy (Tx)'!$D$39,'Gain Accuracy (Tx)'!$D$43,'Gain Accuracy (Tx)'!$D$47,'Gain Accuracy (Tx)'!$D$51,'Gain Accuracy (Tx)'!$D$55,'Gain Accuracy (Tx)'!$D$59,'Gain Accuracy (Tx)'!$D$63)</c15:sqref>
                        </c15:formulaRef>
                      </c:ext>
                    </c:extLst>
                    <c:numCache>
                      <c:formatCode>0.00_ </c:formatCode>
                      <c:ptCount val="16"/>
                      <c:pt idx="0">
                        <c:v>18.69732808322301</c:v>
                      </c:pt>
                      <c:pt idx="1">
                        <c:v>18.134477083223011</c:v>
                      </c:pt>
                      <c:pt idx="2">
                        <c:v>16.89464708322301</c:v>
                      </c:pt>
                      <c:pt idx="3">
                        <c:v>16.158116183223019</c:v>
                      </c:pt>
                      <c:pt idx="4">
                        <c:v>14.70194638322301</c:v>
                      </c:pt>
                      <c:pt idx="5">
                        <c:v>13.92492118322301</c:v>
                      </c:pt>
                      <c:pt idx="6">
                        <c:v>12.562181183223011</c:v>
                      </c:pt>
                      <c:pt idx="7">
                        <c:v>11.766280043223009</c:v>
                      </c:pt>
                      <c:pt idx="8">
                        <c:v>10.13483670322301</c:v>
                      </c:pt>
                      <c:pt idx="9">
                        <c:v>9.3686191232230129</c:v>
                      </c:pt>
                      <c:pt idx="10">
                        <c:v>8.0440762332230129</c:v>
                      </c:pt>
                      <c:pt idx="11">
                        <c:v>7.2054882332230132</c:v>
                      </c:pt>
                      <c:pt idx="12">
                        <c:v>5.8188670432230136</c:v>
                      </c:pt>
                      <c:pt idx="13">
                        <c:v>5.0442671632230134</c:v>
                      </c:pt>
                      <c:pt idx="14">
                        <c:v>3.7512438132230139</c:v>
                      </c:pt>
                      <c:pt idx="15">
                        <c:v>2.934252499223013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A84B-4BA2-B871-A1D85EA4D10D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3"/>
          <c:tx>
            <c:strRef>
              <c:f>'Gain Accuracy (Tx)'!$F$1:$F$2</c:f>
              <c:strCache>
                <c:ptCount val="2"/>
                <c:pt idx="0">
                  <c:v>Ideal Gain (dB)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Lit>
              <c:ptCount val="16"/>
              <c:pt idx="0">
                <c:v>1</c:v>
              </c:pt>
              <c:pt idx="1">
                <c:v>5</c:v>
              </c:pt>
              <c:pt idx="2">
                <c:v>9</c:v>
              </c:pt>
              <c:pt idx="3">
                <c:v>13</c:v>
              </c:pt>
              <c:pt idx="4">
                <c:v>17</c:v>
              </c:pt>
              <c:pt idx="5">
                <c:v>21</c:v>
              </c:pt>
              <c:pt idx="6">
                <c:v>25</c:v>
              </c:pt>
              <c:pt idx="7">
                <c:v>29</c:v>
              </c:pt>
              <c:pt idx="8">
                <c:v>33</c:v>
              </c:pt>
              <c:pt idx="9">
                <c:v>37</c:v>
              </c:pt>
              <c:pt idx="10">
                <c:v>41</c:v>
              </c:pt>
              <c:pt idx="11">
                <c:v>45</c:v>
              </c:pt>
              <c:pt idx="12">
                <c:v>49</c:v>
              </c:pt>
              <c:pt idx="13">
                <c:v>53</c:v>
              </c:pt>
              <c:pt idx="14">
                <c:v>57</c:v>
              </c:pt>
              <c:pt idx="15">
                <c:v>61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('Gain Accuracy (Tx)'!$F$3,'Gain Accuracy (Tx)'!$F$7,'Gain Accuracy (Tx)'!$F$11,'Gain Accuracy (Tx)'!$F$15,'Gain Accuracy (Tx)'!$F$19,'Gain Accuracy (Tx)'!$F$23,'Gain Accuracy (Tx)'!$F$27,'Gain Accuracy (Tx)'!$F$31,'Gain Accuracy (Tx)'!$F$35,'Gain Accuracy (Tx)'!$F$39,'Gain Accuracy (Tx)'!$F$43,'Gain Accuracy (Tx)'!$F$47,'Gain Accuracy (Tx)'!$F$51,'Gain Accuracy (Tx)'!$F$55,'Gain Accuracy (Tx)'!$F$59,'Gain Accuracy (Tx)'!$F$63)</c:f>
              <c:numCache>
                <c:formatCode>0.00_ </c:formatCode>
                <c:ptCount val="16"/>
                <c:pt idx="0">
                  <c:v>34.5</c:v>
                </c:pt>
                <c:pt idx="1">
                  <c:v>33.5</c:v>
                </c:pt>
                <c:pt idx="2">
                  <c:v>32.5</c:v>
                </c:pt>
                <c:pt idx="3">
                  <c:v>31.5</c:v>
                </c:pt>
                <c:pt idx="4">
                  <c:v>30.5</c:v>
                </c:pt>
                <c:pt idx="5">
                  <c:v>29.5</c:v>
                </c:pt>
                <c:pt idx="6">
                  <c:v>28.5</c:v>
                </c:pt>
                <c:pt idx="7">
                  <c:v>27.5</c:v>
                </c:pt>
                <c:pt idx="8">
                  <c:v>26.5</c:v>
                </c:pt>
                <c:pt idx="9">
                  <c:v>25.5</c:v>
                </c:pt>
                <c:pt idx="10">
                  <c:v>24.5</c:v>
                </c:pt>
                <c:pt idx="11">
                  <c:v>23.5</c:v>
                </c:pt>
                <c:pt idx="12">
                  <c:v>22.5</c:v>
                </c:pt>
                <c:pt idx="13">
                  <c:v>21.5</c:v>
                </c:pt>
                <c:pt idx="14">
                  <c:v>20.5</c:v>
                </c:pt>
                <c:pt idx="15">
                  <c:v>19.5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A84B-4BA2-B871-A1D85EA4D1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'Gain Accuracy (Tx)'!$AA$1</c15:sqref>
                        </c15:formulaRef>
                      </c:ext>
                    </c:extLst>
                    <c:strCache>
                      <c:ptCount val="1"/>
                      <c:pt idx="0">
                        <c:v>Psum (W)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prstDash val="sysDot"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('Gain Accuracy (Tx)'!$A$3,'Gain Accuracy (Tx)'!$A$7,'Gain Accuracy (Tx)'!$A$11,'Gain Accuracy (Tx)'!$A$15,'Gain Accuracy (Tx)'!$A$19,'Gain Accuracy (Tx)'!$A$23,'Gain Accuracy (Tx)'!$A$27,'Gain Accuracy (Tx)'!$A$31)</c15:sqref>
                        </c15:formulaRef>
                      </c:ext>
                    </c:extLst>
                    <c:numCache>
                      <c:formatCode>0_ </c:formatCode>
                      <c:ptCount val="8"/>
                      <c:pt idx="0">
                        <c:v>0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12</c:v>
                      </c:pt>
                      <c:pt idx="4">
                        <c:v>16</c:v>
                      </c:pt>
                      <c:pt idx="5">
                        <c:v>20</c:v>
                      </c:pt>
                      <c:pt idx="6">
                        <c:v>24</c:v>
                      </c:pt>
                      <c:pt idx="7">
                        <c:v>28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('Gain Accuracy (Tx)'!$AA$3,'Gain Accuracy (Tx)'!$AA$7,'Gain Accuracy (Tx)'!$AA$11,'Gain Accuracy (Tx)'!$AA$15,'Gain Accuracy (Tx)'!$AA$19,'Gain Accuracy (Tx)'!$AA$23,'Gain Accuracy (Tx)'!$AA$27,'Gain Accuracy (Tx)'!$AA$31,'Gain Accuracy (Tx)'!$AA$35,'Gain Accuracy (Tx)'!$AA$39,'Gain Accuracy (Tx)'!$AA$43,'Gain Accuracy (Tx)'!$AA$47,'Gain Accuracy (Tx)'!$AA$51,'Gain Accuracy (Tx)'!$AA$55,'Gain Accuracy (Tx)'!$AA$59,'Gain Accuracy (Tx)'!$AA$63)</c15:sqref>
                        </c15:formulaRef>
                      </c:ext>
                    </c:extLst>
                    <c:numCache>
                      <c:formatCode>0.00_ </c:formatCode>
                      <c:ptCount val="16"/>
                      <c:pt idx="0">
                        <c:v>0.55267122401900004</c:v>
                      </c:pt>
                      <c:pt idx="1">
                        <c:v>0.52086524654900002</c:v>
                      </c:pt>
                      <c:pt idx="2">
                        <c:v>0.46161907386199991</c:v>
                      </c:pt>
                      <c:pt idx="3">
                        <c:v>0.43604857523999996</c:v>
                      </c:pt>
                      <c:pt idx="4">
                        <c:v>0.39350578543699999</c:v>
                      </c:pt>
                      <c:pt idx="5">
                        <c:v>0.37545665349999996</c:v>
                      </c:pt>
                      <c:pt idx="6">
                        <c:v>0.35183310463799994</c:v>
                      </c:pt>
                      <c:pt idx="7">
                        <c:v>0.34025341424199995</c:v>
                      </c:pt>
                      <c:pt idx="8">
                        <c:v>0.32388868799799997</c:v>
                      </c:pt>
                      <c:pt idx="9">
                        <c:v>0.31847411693100003</c:v>
                      </c:pt>
                      <c:pt idx="10">
                        <c:v>0.310741978877</c:v>
                      </c:pt>
                      <c:pt idx="11">
                        <c:v>0.30574177038799999</c:v>
                      </c:pt>
                      <c:pt idx="12">
                        <c:v>0.30070572434100001</c:v>
                      </c:pt>
                      <c:pt idx="13">
                        <c:v>0.29765862699199996</c:v>
                      </c:pt>
                      <c:pt idx="14">
                        <c:v>0.294688408801</c:v>
                      </c:pt>
                      <c:pt idx="15">
                        <c:v>0.29330441055899997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A84B-4BA2-B871-A1D85EA4D10D}"/>
                  </c:ext>
                </c:extLst>
              </c15:ser>
            </c15:filteredLineSeries>
          </c:ext>
        </c:extLst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Index 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0"/>
        <c:tickLblSkip val="2"/>
        <c:noMultiLvlLbl val="0"/>
      </c:catAx>
      <c:valAx>
        <c:axId val="1855372944"/>
        <c:scaling>
          <c:orientation val="minMax"/>
          <c:max val="35"/>
          <c:min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5"/>
      </c:valAx>
      <c:valAx>
        <c:axId val="840129583"/>
        <c:scaling>
          <c:orientation val="minMax"/>
          <c:min val="0.25"/>
        </c:scaling>
        <c:delete val="1"/>
        <c:axPos val="r"/>
        <c:numFmt formatCode="0.00_ " sourceLinked="1"/>
        <c:majorTickMark val="out"/>
        <c:minorTickMark val="none"/>
        <c:tickLblPos val="nextTo"/>
        <c:crossAx val="840119503"/>
        <c:crosses val="max"/>
        <c:crossBetween val="between"/>
      </c:valAx>
      <c:catAx>
        <c:axId val="840119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/>
              <a:t>Common Attn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1"/>
          <c:tx>
            <c:strRef>
              <c:f>'Gain Accuracy (Rx)'!$E$1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'Gain Accuracy (Rx)'!$A$3:$A$66</c:f>
              <c:numCache>
                <c:formatCode>0_ </c:formatCode>
                <c:ptCount val="6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</c:numCache>
            </c:numRef>
          </c:cat>
          <c:val>
            <c:numRef>
              <c:f>'Gain Accuracy (Rx)'!$E$3:$E$66</c:f>
              <c:numCache>
                <c:formatCode>0.00_ </c:formatCode>
                <c:ptCount val="64"/>
                <c:pt idx="0">
                  <c:v>41.476183243366769</c:v>
                </c:pt>
                <c:pt idx="1">
                  <c:v>41.476472243366757</c:v>
                </c:pt>
                <c:pt idx="2">
                  <c:v>41.428260943366773</c:v>
                </c:pt>
                <c:pt idx="3">
                  <c:v>41.38456014336677</c:v>
                </c:pt>
                <c:pt idx="4">
                  <c:v>40.872538643366767</c:v>
                </c:pt>
                <c:pt idx="5">
                  <c:v>40.811840243366767</c:v>
                </c:pt>
                <c:pt idx="6">
                  <c:v>40.775350243366773</c:v>
                </c:pt>
                <c:pt idx="7">
                  <c:v>40.720310943366769</c:v>
                </c:pt>
                <c:pt idx="8">
                  <c:v>39.380714743366767</c:v>
                </c:pt>
                <c:pt idx="9">
                  <c:v>39.320888143366773</c:v>
                </c:pt>
                <c:pt idx="10">
                  <c:v>39.263823643366763</c:v>
                </c:pt>
                <c:pt idx="11">
                  <c:v>39.227247043366773</c:v>
                </c:pt>
                <c:pt idx="12">
                  <c:v>38.576204543366771</c:v>
                </c:pt>
                <c:pt idx="13">
                  <c:v>38.505153743366762</c:v>
                </c:pt>
                <c:pt idx="14">
                  <c:v>38.456140243366768</c:v>
                </c:pt>
                <c:pt idx="15">
                  <c:v>38.39400034336677</c:v>
                </c:pt>
                <c:pt idx="16">
                  <c:v>37.140267743366763</c:v>
                </c:pt>
                <c:pt idx="17">
                  <c:v>37.085728743366772</c:v>
                </c:pt>
                <c:pt idx="18">
                  <c:v>37.033832543366771</c:v>
                </c:pt>
                <c:pt idx="19">
                  <c:v>36.972248443366773</c:v>
                </c:pt>
                <c:pt idx="20">
                  <c:v>36.201455143366772</c:v>
                </c:pt>
                <c:pt idx="21">
                  <c:v>36.136786643366761</c:v>
                </c:pt>
                <c:pt idx="22">
                  <c:v>36.087232743366769</c:v>
                </c:pt>
                <c:pt idx="23">
                  <c:v>36.028564743366772</c:v>
                </c:pt>
                <c:pt idx="24">
                  <c:v>35.039161043366768</c:v>
                </c:pt>
                <c:pt idx="25">
                  <c:v>34.980964943366772</c:v>
                </c:pt>
                <c:pt idx="26">
                  <c:v>34.924989843366767</c:v>
                </c:pt>
                <c:pt idx="27">
                  <c:v>34.866170443366769</c:v>
                </c:pt>
                <c:pt idx="28">
                  <c:v>34.047428143366773</c:v>
                </c:pt>
                <c:pt idx="29">
                  <c:v>33.969018143366768</c:v>
                </c:pt>
                <c:pt idx="30">
                  <c:v>33.915014043366767</c:v>
                </c:pt>
                <c:pt idx="31">
                  <c:v>33.863868443366769</c:v>
                </c:pt>
                <c:pt idx="32">
                  <c:v>32.857714243366772</c:v>
                </c:pt>
                <c:pt idx="33">
                  <c:v>32.789417443366773</c:v>
                </c:pt>
                <c:pt idx="34">
                  <c:v>32.73494734336677</c:v>
                </c:pt>
                <c:pt idx="35">
                  <c:v>32.658111843366768</c:v>
                </c:pt>
                <c:pt idx="36">
                  <c:v>31.806781543366771</c:v>
                </c:pt>
                <c:pt idx="37">
                  <c:v>31.726869243366771</c:v>
                </c:pt>
                <c:pt idx="38">
                  <c:v>31.694319743366769</c:v>
                </c:pt>
                <c:pt idx="39">
                  <c:v>31.63665364336677</c:v>
                </c:pt>
                <c:pt idx="40">
                  <c:v>30.70776714336677</c:v>
                </c:pt>
                <c:pt idx="41">
                  <c:v>30.630894243366772</c:v>
                </c:pt>
                <c:pt idx="42">
                  <c:v>30.577444443366769</c:v>
                </c:pt>
                <c:pt idx="43">
                  <c:v>30.501096943366768</c:v>
                </c:pt>
                <c:pt idx="44">
                  <c:v>29.58209924336677</c:v>
                </c:pt>
                <c:pt idx="45">
                  <c:v>29.520461543366771</c:v>
                </c:pt>
                <c:pt idx="46">
                  <c:v>29.47954964336677</c:v>
                </c:pt>
                <c:pt idx="47">
                  <c:v>29.39046314336677</c:v>
                </c:pt>
                <c:pt idx="48">
                  <c:v>28.418844943366771</c:v>
                </c:pt>
                <c:pt idx="49">
                  <c:v>28.34403234336677</c:v>
                </c:pt>
                <c:pt idx="50">
                  <c:v>28.25854174336677</c:v>
                </c:pt>
                <c:pt idx="51">
                  <c:v>28.163379743366772</c:v>
                </c:pt>
                <c:pt idx="52">
                  <c:v>27.219684243366771</c:v>
                </c:pt>
                <c:pt idx="53">
                  <c:v>27.169889943366769</c:v>
                </c:pt>
                <c:pt idx="54">
                  <c:v>27.07233104336677</c:v>
                </c:pt>
                <c:pt idx="55">
                  <c:v>27.017982743366769</c:v>
                </c:pt>
                <c:pt idx="56">
                  <c:v>26.13637084336677</c:v>
                </c:pt>
                <c:pt idx="57">
                  <c:v>26.048570343366769</c:v>
                </c:pt>
                <c:pt idx="58">
                  <c:v>26.001542943366768</c:v>
                </c:pt>
                <c:pt idx="59">
                  <c:v>25.91143694336677</c:v>
                </c:pt>
                <c:pt idx="60">
                  <c:v>24.840123843366769</c:v>
                </c:pt>
                <c:pt idx="61">
                  <c:v>24.728085943366771</c:v>
                </c:pt>
                <c:pt idx="62">
                  <c:v>24.711541843366771</c:v>
                </c:pt>
                <c:pt idx="63">
                  <c:v>24.623935343366771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AC-4CEC-AE00-2C2CF3F7F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'Gain Accuracy (Rx)'!$D$1</c15:sqref>
                        </c15:formulaRef>
                      </c:ext>
                    </c:extLst>
                    <c:strCache>
                      <c:ptCount val="1"/>
                      <c:pt idx="0">
                        <c:v>Pout (dBm)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'Gain Accuracy (Rx)'!$A$3:$A$66</c15:sqref>
                        </c15:formulaRef>
                      </c:ext>
                    </c:extLst>
                    <c:numCache>
                      <c:formatCode>0_ </c:formatCode>
                      <c:ptCount val="64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  <c:pt idx="32">
                        <c:v>32</c:v>
                      </c:pt>
                      <c:pt idx="33">
                        <c:v>33</c:v>
                      </c:pt>
                      <c:pt idx="34">
                        <c:v>34</c:v>
                      </c:pt>
                      <c:pt idx="35">
                        <c:v>35</c:v>
                      </c:pt>
                      <c:pt idx="36">
                        <c:v>36</c:v>
                      </c:pt>
                      <c:pt idx="37">
                        <c:v>37</c:v>
                      </c:pt>
                      <c:pt idx="38">
                        <c:v>38</c:v>
                      </c:pt>
                      <c:pt idx="39">
                        <c:v>39</c:v>
                      </c:pt>
                      <c:pt idx="40">
                        <c:v>40</c:v>
                      </c:pt>
                      <c:pt idx="41">
                        <c:v>41</c:v>
                      </c:pt>
                      <c:pt idx="42">
                        <c:v>42</c:v>
                      </c:pt>
                      <c:pt idx="43">
                        <c:v>43</c:v>
                      </c:pt>
                      <c:pt idx="44">
                        <c:v>44</c:v>
                      </c:pt>
                      <c:pt idx="45">
                        <c:v>45</c:v>
                      </c:pt>
                      <c:pt idx="46">
                        <c:v>46</c:v>
                      </c:pt>
                      <c:pt idx="47">
                        <c:v>47</c:v>
                      </c:pt>
                      <c:pt idx="48">
                        <c:v>48</c:v>
                      </c:pt>
                      <c:pt idx="49">
                        <c:v>49</c:v>
                      </c:pt>
                      <c:pt idx="50">
                        <c:v>50</c:v>
                      </c:pt>
                      <c:pt idx="51">
                        <c:v>51</c:v>
                      </c:pt>
                      <c:pt idx="52">
                        <c:v>52</c:v>
                      </c:pt>
                      <c:pt idx="53">
                        <c:v>53</c:v>
                      </c:pt>
                      <c:pt idx="54">
                        <c:v>54</c:v>
                      </c:pt>
                      <c:pt idx="55">
                        <c:v>55</c:v>
                      </c:pt>
                      <c:pt idx="56">
                        <c:v>56</c:v>
                      </c:pt>
                      <c:pt idx="57">
                        <c:v>57</c:v>
                      </c:pt>
                      <c:pt idx="58">
                        <c:v>58</c:v>
                      </c:pt>
                      <c:pt idx="59">
                        <c:v>59</c:v>
                      </c:pt>
                      <c:pt idx="60">
                        <c:v>60</c:v>
                      </c:pt>
                      <c:pt idx="61">
                        <c:v>61</c:v>
                      </c:pt>
                      <c:pt idx="62">
                        <c:v>62</c:v>
                      </c:pt>
                      <c:pt idx="63">
                        <c:v>63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'Gain Accuracy (Rx)'!$D$3:$D$66</c15:sqref>
                        </c15:formulaRef>
                      </c:ext>
                    </c:extLst>
                    <c:numCache>
                      <c:formatCode>0.00_ </c:formatCode>
                      <c:ptCount val="64"/>
                      <c:pt idx="0">
                        <c:v>-2.5442669433946676</c:v>
                      </c:pt>
                      <c:pt idx="1">
                        <c:v>-2.5439779433946796</c:v>
                      </c:pt>
                      <c:pt idx="2">
                        <c:v>-2.5921892433946638</c:v>
                      </c:pt>
                      <c:pt idx="3">
                        <c:v>-2.6358900433946673</c:v>
                      </c:pt>
                      <c:pt idx="4">
                        <c:v>-3.1479115433946703</c:v>
                      </c:pt>
                      <c:pt idx="5">
                        <c:v>-3.20860994339467</c:v>
                      </c:pt>
                      <c:pt idx="6">
                        <c:v>-3.2450999433946635</c:v>
                      </c:pt>
                      <c:pt idx="7">
                        <c:v>-3.3001392433946677</c:v>
                      </c:pt>
                      <c:pt idx="8">
                        <c:v>-4.6397354433946703</c:v>
                      </c:pt>
                      <c:pt idx="9">
                        <c:v>-4.6995620433946641</c:v>
                      </c:pt>
                      <c:pt idx="10">
                        <c:v>-4.7566265433946739</c:v>
                      </c:pt>
                      <c:pt idx="11">
                        <c:v>-4.7932031433946634</c:v>
                      </c:pt>
                      <c:pt idx="12">
                        <c:v>-5.444245643394666</c:v>
                      </c:pt>
                      <c:pt idx="13">
                        <c:v>-5.515296443394675</c:v>
                      </c:pt>
                      <c:pt idx="14">
                        <c:v>-5.5643099433946688</c:v>
                      </c:pt>
                      <c:pt idx="15">
                        <c:v>-5.626449843394667</c:v>
                      </c:pt>
                      <c:pt idx="16">
                        <c:v>-6.8801824433946734</c:v>
                      </c:pt>
                      <c:pt idx="17">
                        <c:v>-6.9347214433946647</c:v>
                      </c:pt>
                      <c:pt idx="18">
                        <c:v>-6.9866176433946663</c:v>
                      </c:pt>
                      <c:pt idx="19">
                        <c:v>-7.0482017433946638</c:v>
                      </c:pt>
                      <c:pt idx="20">
                        <c:v>-7.8189950433946649</c:v>
                      </c:pt>
                      <c:pt idx="21">
                        <c:v>-7.8836635433946753</c:v>
                      </c:pt>
                      <c:pt idx="22">
                        <c:v>-7.9332174433946676</c:v>
                      </c:pt>
                      <c:pt idx="23">
                        <c:v>-7.9918854433946649</c:v>
                      </c:pt>
                      <c:pt idx="24">
                        <c:v>-8.9812891433946689</c:v>
                      </c:pt>
                      <c:pt idx="25">
                        <c:v>-9.0394852433946653</c:v>
                      </c:pt>
                      <c:pt idx="26">
                        <c:v>-9.0954603433946701</c:v>
                      </c:pt>
                      <c:pt idx="27">
                        <c:v>-9.1542797433946674</c:v>
                      </c:pt>
                      <c:pt idx="28">
                        <c:v>-9.9730220433946641</c:v>
                      </c:pt>
                      <c:pt idx="29">
                        <c:v>-10.051432043394669</c:v>
                      </c:pt>
                      <c:pt idx="30">
                        <c:v>-10.10543614339467</c:v>
                      </c:pt>
                      <c:pt idx="31">
                        <c:v>-10.156581743394668</c:v>
                      </c:pt>
                      <c:pt idx="32">
                        <c:v>-11.162735943394665</c:v>
                      </c:pt>
                      <c:pt idx="33">
                        <c:v>-11.231032743394664</c:v>
                      </c:pt>
                      <c:pt idx="34">
                        <c:v>-11.285502843394667</c:v>
                      </c:pt>
                      <c:pt idx="35">
                        <c:v>-11.362338343394669</c:v>
                      </c:pt>
                      <c:pt idx="36">
                        <c:v>-12.213668643394666</c:v>
                      </c:pt>
                      <c:pt idx="37">
                        <c:v>-12.293580943394666</c:v>
                      </c:pt>
                      <c:pt idx="38">
                        <c:v>-12.326130443394668</c:v>
                      </c:pt>
                      <c:pt idx="39">
                        <c:v>-12.383796543394666</c:v>
                      </c:pt>
                      <c:pt idx="40">
                        <c:v>-13.312683043394667</c:v>
                      </c:pt>
                      <c:pt idx="41">
                        <c:v>-13.389555943394665</c:v>
                      </c:pt>
                      <c:pt idx="42">
                        <c:v>-13.443005743394668</c:v>
                      </c:pt>
                      <c:pt idx="43">
                        <c:v>-13.519353243394669</c:v>
                      </c:pt>
                      <c:pt idx="44">
                        <c:v>-14.438350943394667</c:v>
                      </c:pt>
                      <c:pt idx="45">
                        <c:v>-14.499988643394666</c:v>
                      </c:pt>
                      <c:pt idx="46">
                        <c:v>-14.540900543394667</c:v>
                      </c:pt>
                      <c:pt idx="47">
                        <c:v>-14.629987043394667</c:v>
                      </c:pt>
                      <c:pt idx="48">
                        <c:v>-15.601605243394665</c:v>
                      </c:pt>
                      <c:pt idx="49">
                        <c:v>-15.676417843394667</c:v>
                      </c:pt>
                      <c:pt idx="50">
                        <c:v>-15.761908443394667</c:v>
                      </c:pt>
                      <c:pt idx="51">
                        <c:v>-15.857070443394665</c:v>
                      </c:pt>
                      <c:pt idx="52">
                        <c:v>-16.800765943394666</c:v>
                      </c:pt>
                      <c:pt idx="53">
                        <c:v>-16.850560243394668</c:v>
                      </c:pt>
                      <c:pt idx="54">
                        <c:v>-16.948119143394667</c:v>
                      </c:pt>
                      <c:pt idx="55">
                        <c:v>-17.002467443394668</c:v>
                      </c:pt>
                      <c:pt idx="56">
                        <c:v>-17.884079343394667</c:v>
                      </c:pt>
                      <c:pt idx="57">
                        <c:v>-17.971879843394667</c:v>
                      </c:pt>
                      <c:pt idx="58">
                        <c:v>-18.018907243394668</c:v>
                      </c:pt>
                      <c:pt idx="59">
                        <c:v>-18.109013243394667</c:v>
                      </c:pt>
                      <c:pt idx="60">
                        <c:v>-19.180326343394668</c:v>
                      </c:pt>
                      <c:pt idx="61">
                        <c:v>-19.292364243394665</c:v>
                      </c:pt>
                      <c:pt idx="62">
                        <c:v>-19.308908343394666</c:v>
                      </c:pt>
                      <c:pt idx="63">
                        <c:v>-19.396514843394666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D7AC-4CEC-AE00-2C2CF3F7FF7B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3"/>
          <c:tx>
            <c:strRef>
              <c:f>'Gain Accuracy (Rx)'!$F$1:$F$2</c:f>
              <c:strCache>
                <c:ptCount val="2"/>
                <c:pt idx="0">
                  <c:v>Ideal Gain (dB)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val>
            <c:numRef>
              <c:f>'Gain Accuracy (Rx)'!$F$3:$F$66</c:f>
              <c:numCache>
                <c:formatCode>0.00_ </c:formatCode>
                <c:ptCount val="64"/>
                <c:pt idx="0">
                  <c:v>41.476183243366769</c:v>
                </c:pt>
                <c:pt idx="1">
                  <c:v>41.226183243366769</c:v>
                </c:pt>
                <c:pt idx="2">
                  <c:v>40.976183243366769</c:v>
                </c:pt>
                <c:pt idx="3">
                  <c:v>40.726183243366769</c:v>
                </c:pt>
                <c:pt idx="4">
                  <c:v>40.476183243366769</c:v>
                </c:pt>
                <c:pt idx="5">
                  <c:v>40.226183243366769</c:v>
                </c:pt>
                <c:pt idx="6">
                  <c:v>39.976183243366769</c:v>
                </c:pt>
                <c:pt idx="7">
                  <c:v>39.726183243366769</c:v>
                </c:pt>
                <c:pt idx="8">
                  <c:v>39.476183243366769</c:v>
                </c:pt>
                <c:pt idx="9">
                  <c:v>39.226183243366769</c:v>
                </c:pt>
                <c:pt idx="10">
                  <c:v>38.976183243366769</c:v>
                </c:pt>
                <c:pt idx="11">
                  <c:v>38.726183243366769</c:v>
                </c:pt>
                <c:pt idx="12">
                  <c:v>38.476183243366769</c:v>
                </c:pt>
                <c:pt idx="13">
                  <c:v>38.226183243366769</c:v>
                </c:pt>
                <c:pt idx="14">
                  <c:v>37.976183243366769</c:v>
                </c:pt>
                <c:pt idx="15">
                  <c:v>37.726183243366769</c:v>
                </c:pt>
                <c:pt idx="16">
                  <c:v>37.476183243366769</c:v>
                </c:pt>
                <c:pt idx="17">
                  <c:v>37.226183243366769</c:v>
                </c:pt>
                <c:pt idx="18">
                  <c:v>36.976183243366769</c:v>
                </c:pt>
                <c:pt idx="19">
                  <c:v>36.726183243366769</c:v>
                </c:pt>
                <c:pt idx="20">
                  <c:v>36.476183243366769</c:v>
                </c:pt>
                <c:pt idx="21">
                  <c:v>36.226183243366769</c:v>
                </c:pt>
                <c:pt idx="22">
                  <c:v>35.976183243366769</c:v>
                </c:pt>
                <c:pt idx="23">
                  <c:v>35.726183243366769</c:v>
                </c:pt>
                <c:pt idx="24">
                  <c:v>35.476183243366769</c:v>
                </c:pt>
                <c:pt idx="25">
                  <c:v>35.226183243366769</c:v>
                </c:pt>
                <c:pt idx="26">
                  <c:v>34.976183243366769</c:v>
                </c:pt>
                <c:pt idx="27">
                  <c:v>34.726183243366769</c:v>
                </c:pt>
                <c:pt idx="28">
                  <c:v>34.476183243366769</c:v>
                </c:pt>
                <c:pt idx="29">
                  <c:v>34.226183243366769</c:v>
                </c:pt>
                <c:pt idx="30">
                  <c:v>33.976183243366769</c:v>
                </c:pt>
                <c:pt idx="31">
                  <c:v>33.726183243366769</c:v>
                </c:pt>
                <c:pt idx="32">
                  <c:v>33.476183243366769</c:v>
                </c:pt>
                <c:pt idx="33">
                  <c:v>33.226183243366769</c:v>
                </c:pt>
                <c:pt idx="34">
                  <c:v>32.976183243366769</c:v>
                </c:pt>
                <c:pt idx="35">
                  <c:v>32.726183243366769</c:v>
                </c:pt>
                <c:pt idx="36">
                  <c:v>32.476183243366769</c:v>
                </c:pt>
                <c:pt idx="37">
                  <c:v>32.226183243366769</c:v>
                </c:pt>
                <c:pt idx="38">
                  <c:v>31.976183243366769</c:v>
                </c:pt>
                <c:pt idx="39">
                  <c:v>31.726183243366769</c:v>
                </c:pt>
                <c:pt idx="40">
                  <c:v>31.476183243366769</c:v>
                </c:pt>
                <c:pt idx="41">
                  <c:v>31.226183243366769</c:v>
                </c:pt>
                <c:pt idx="42">
                  <c:v>30.976183243366769</c:v>
                </c:pt>
                <c:pt idx="43">
                  <c:v>30.726183243366769</c:v>
                </c:pt>
                <c:pt idx="44">
                  <c:v>30.476183243366769</c:v>
                </c:pt>
                <c:pt idx="45">
                  <c:v>30.226183243366769</c:v>
                </c:pt>
                <c:pt idx="46">
                  <c:v>29.976183243366769</c:v>
                </c:pt>
                <c:pt idx="47">
                  <c:v>29.726183243366769</c:v>
                </c:pt>
                <c:pt idx="48">
                  <c:v>29.476183243366769</c:v>
                </c:pt>
                <c:pt idx="49">
                  <c:v>29.226183243366769</c:v>
                </c:pt>
                <c:pt idx="50">
                  <c:v>28.976183243366769</c:v>
                </c:pt>
                <c:pt idx="51">
                  <c:v>28.726183243366769</c:v>
                </c:pt>
                <c:pt idx="52">
                  <c:v>28.476183243366769</c:v>
                </c:pt>
                <c:pt idx="53">
                  <c:v>28.226183243366769</c:v>
                </c:pt>
                <c:pt idx="54">
                  <c:v>27.976183243366769</c:v>
                </c:pt>
                <c:pt idx="55">
                  <c:v>27.726183243366769</c:v>
                </c:pt>
                <c:pt idx="56">
                  <c:v>27.476183243366769</c:v>
                </c:pt>
                <c:pt idx="57">
                  <c:v>27.226183243366769</c:v>
                </c:pt>
                <c:pt idx="58">
                  <c:v>26.976183243366769</c:v>
                </c:pt>
                <c:pt idx="59">
                  <c:v>26.726183243366769</c:v>
                </c:pt>
                <c:pt idx="60">
                  <c:v>26.476183243366769</c:v>
                </c:pt>
                <c:pt idx="61">
                  <c:v>26.226183243366769</c:v>
                </c:pt>
                <c:pt idx="62">
                  <c:v>25.976183243366769</c:v>
                </c:pt>
                <c:pt idx="63">
                  <c:v>25.726183243366769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AC-4CEC-AE00-2C2CF3F7F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'Gain Accuracy (Rx)'!$AA$1</c15:sqref>
                        </c15:formulaRef>
                      </c:ext>
                    </c:extLst>
                    <c:strCache>
                      <c:ptCount val="1"/>
                      <c:pt idx="0">
                        <c:v>Psum (W)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prstDash val="sysDot"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'Gain Accuracy (Rx)'!$A$3:$A$34</c15:sqref>
                        </c15:formulaRef>
                      </c:ext>
                    </c:extLst>
                    <c:numCache>
                      <c:formatCode>0_ </c:formatCode>
                      <c:ptCount val="32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'Gain Accuracy (Rx)'!$AA$3:$AA$66</c15:sqref>
                        </c15:formulaRef>
                      </c:ext>
                    </c:extLst>
                    <c:numCache>
                      <c:formatCode>0.00_ </c:formatCode>
                      <c:ptCount val="64"/>
                      <c:pt idx="0">
                        <c:v>8.9643646957000001E-2</c:v>
                      </c:pt>
                      <c:pt idx="1">
                        <c:v>8.9669473347999989E-2</c:v>
                      </c:pt>
                      <c:pt idx="2">
                        <c:v>8.9687270464000005E-2</c:v>
                      </c:pt>
                      <c:pt idx="3">
                        <c:v>8.959608790500001E-2</c:v>
                      </c:pt>
                      <c:pt idx="4">
                        <c:v>8.9509346541000012E-2</c:v>
                      </c:pt>
                      <c:pt idx="5">
                        <c:v>8.9512976989000015E-2</c:v>
                      </c:pt>
                      <c:pt idx="6">
                        <c:v>8.952527054800001E-2</c:v>
                      </c:pt>
                      <c:pt idx="7">
                        <c:v>8.9591765636999998E-2</c:v>
                      </c:pt>
                      <c:pt idx="8">
                        <c:v>8.9426454129999999E-2</c:v>
                      </c:pt>
                      <c:pt idx="9">
                        <c:v>8.9376863107000021E-2</c:v>
                      </c:pt>
                      <c:pt idx="10">
                        <c:v>8.9381962168000012E-2</c:v>
                      </c:pt>
                      <c:pt idx="11">
                        <c:v>8.9347060369000003E-2</c:v>
                      </c:pt>
                      <c:pt idx="12">
                        <c:v>8.9229587500999991E-2</c:v>
                      </c:pt>
                      <c:pt idx="13">
                        <c:v>8.9314961658000014E-2</c:v>
                      </c:pt>
                      <c:pt idx="14">
                        <c:v>8.9312362593000016E-2</c:v>
                      </c:pt>
                      <c:pt idx="15">
                        <c:v>8.9353934257000001E-2</c:v>
                      </c:pt>
                      <c:pt idx="16">
                        <c:v>8.9217068277000017E-2</c:v>
                      </c:pt>
                      <c:pt idx="17">
                        <c:v>8.9250763823000012E-2</c:v>
                      </c:pt>
                      <c:pt idx="18">
                        <c:v>8.9150385082999994E-2</c:v>
                      </c:pt>
                      <c:pt idx="19">
                        <c:v>8.9242359713000013E-2</c:v>
                      </c:pt>
                      <c:pt idx="20">
                        <c:v>8.9196513647000014E-2</c:v>
                      </c:pt>
                      <c:pt idx="21">
                        <c:v>8.9193799082000008E-2</c:v>
                      </c:pt>
                      <c:pt idx="22">
                        <c:v>8.9130535305000008E-2</c:v>
                      </c:pt>
                      <c:pt idx="23">
                        <c:v>8.9092934031999999E-2</c:v>
                      </c:pt>
                      <c:pt idx="24">
                        <c:v>8.9135581758000015E-2</c:v>
                      </c:pt>
                      <c:pt idx="25">
                        <c:v>8.9218053120000002E-2</c:v>
                      </c:pt>
                      <c:pt idx="26">
                        <c:v>8.9086650628000003E-2</c:v>
                      </c:pt>
                      <c:pt idx="27">
                        <c:v>8.9166705646000002E-2</c:v>
                      </c:pt>
                      <c:pt idx="28">
                        <c:v>8.9215151559000005E-2</c:v>
                      </c:pt>
                      <c:pt idx="29">
                        <c:v>8.9212477137000007E-2</c:v>
                      </c:pt>
                      <c:pt idx="30">
                        <c:v>8.9123002978000007E-2</c:v>
                      </c:pt>
                      <c:pt idx="31">
                        <c:v>8.9151515358000005E-2</c:v>
                      </c:pt>
                      <c:pt idx="32">
                        <c:v>8.9088373370000001E-2</c:v>
                      </c:pt>
                      <c:pt idx="33">
                        <c:v>8.9113568072999999E-2</c:v>
                      </c:pt>
                      <c:pt idx="34">
                        <c:v>8.9127967559000001E-2</c:v>
                      </c:pt>
                      <c:pt idx="35">
                        <c:v>8.9054624954000003E-2</c:v>
                      </c:pt>
                      <c:pt idx="36">
                        <c:v>8.9028187593000005E-2</c:v>
                      </c:pt>
                      <c:pt idx="37">
                        <c:v>8.9116262806000018E-2</c:v>
                      </c:pt>
                      <c:pt idx="38">
                        <c:v>8.9113059975999998E-2</c:v>
                      </c:pt>
                      <c:pt idx="39">
                        <c:v>8.9135357361000006E-2</c:v>
                      </c:pt>
                      <c:pt idx="40">
                        <c:v>8.9097380711000013E-2</c:v>
                      </c:pt>
                      <c:pt idx="41">
                        <c:v>8.9127875391000005E-2</c:v>
                      </c:pt>
                      <c:pt idx="42">
                        <c:v>8.9132473060000009E-2</c:v>
                      </c:pt>
                      <c:pt idx="43">
                        <c:v>8.9111272591000018E-2</c:v>
                      </c:pt>
                      <c:pt idx="44">
                        <c:v>8.9162902352000001E-2</c:v>
                      </c:pt>
                      <c:pt idx="45">
                        <c:v>8.9163522068999995E-2</c:v>
                      </c:pt>
                      <c:pt idx="46">
                        <c:v>8.9169045489999987E-2</c:v>
                      </c:pt>
                      <c:pt idx="47">
                        <c:v>8.9098216487000004E-2</c:v>
                      </c:pt>
                      <c:pt idx="48">
                        <c:v>8.9120623317999997E-2</c:v>
                      </c:pt>
                      <c:pt idx="49">
                        <c:v>8.910897040400001E-2</c:v>
                      </c:pt>
                      <c:pt idx="50">
                        <c:v>8.9159367623000002E-2</c:v>
                      </c:pt>
                      <c:pt idx="51">
                        <c:v>8.912646714200001E-2</c:v>
                      </c:pt>
                      <c:pt idx="52">
                        <c:v>8.9062243983E-2</c:v>
                      </c:pt>
                      <c:pt idx="53">
                        <c:v>8.9151464001000005E-2</c:v>
                      </c:pt>
                      <c:pt idx="54">
                        <c:v>8.9131965454000012E-2</c:v>
                      </c:pt>
                      <c:pt idx="55">
                        <c:v>8.9067682847000007E-2</c:v>
                      </c:pt>
                      <c:pt idx="56">
                        <c:v>8.9128082619000015E-2</c:v>
                      </c:pt>
                      <c:pt idx="57">
                        <c:v>8.9114479180000011E-2</c:v>
                      </c:pt>
                      <c:pt idx="58">
                        <c:v>8.9152975373000001E-2</c:v>
                      </c:pt>
                      <c:pt idx="59">
                        <c:v>8.9148071603000006E-2</c:v>
                      </c:pt>
                      <c:pt idx="60">
                        <c:v>8.9148222160000012E-2</c:v>
                      </c:pt>
                      <c:pt idx="61">
                        <c:v>8.9113873683000014E-2</c:v>
                      </c:pt>
                      <c:pt idx="62">
                        <c:v>8.9169468836000007E-2</c:v>
                      </c:pt>
                      <c:pt idx="63">
                        <c:v>8.9156967544999993E-2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D7AC-4CEC-AE00-2C2CF3F7FF7B}"/>
                  </c:ext>
                </c:extLst>
              </c15:ser>
            </c15:filteredLineSeries>
          </c:ext>
        </c:extLst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Index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0"/>
        <c:tickLblSkip val="10"/>
        <c:noMultiLvlLbl val="0"/>
      </c:catAx>
      <c:valAx>
        <c:axId val="1855372944"/>
        <c:scaling>
          <c:orientation val="minMax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5"/>
      </c:valAx>
      <c:valAx>
        <c:axId val="840129583"/>
        <c:scaling>
          <c:orientation val="minMax"/>
          <c:min val="0.25"/>
        </c:scaling>
        <c:delete val="1"/>
        <c:axPos val="r"/>
        <c:numFmt formatCode="0.00_ " sourceLinked="1"/>
        <c:majorTickMark val="out"/>
        <c:minorTickMark val="none"/>
        <c:tickLblPos val="nextTo"/>
        <c:crossAx val="840119503"/>
        <c:crosses val="max"/>
        <c:crossBetween val="between"/>
      </c:valAx>
      <c:catAx>
        <c:axId val="840119503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/>
              <a:t>Channel Attn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2"/>
          <c:order val="1"/>
          <c:tx>
            <c:strRef>
              <c:f>'Gain Accuracy (Rx)'!$E$1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'Gain Accuracy (Rx)'!$A$68:$A$100</c:f>
              <c:numCache>
                <c:formatCode>0_ </c:formatCode>
                <c:ptCount val="3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</c:numCache>
            </c:numRef>
          </c:cat>
          <c:val>
            <c:numRef>
              <c:f>'Gain Accuracy (Rx)'!$E$68:$E$100</c:f>
              <c:numCache>
                <c:formatCode>0.00_ </c:formatCode>
                <c:ptCount val="33"/>
                <c:pt idx="0">
                  <c:v>35.055175743366767</c:v>
                </c:pt>
                <c:pt idx="1">
                  <c:v>34.81650224336677</c:v>
                </c:pt>
                <c:pt idx="2">
                  <c:v>34.596840843366763</c:v>
                </c:pt>
                <c:pt idx="3">
                  <c:v>34.342687243366768</c:v>
                </c:pt>
                <c:pt idx="4">
                  <c:v>34.158404543366771</c:v>
                </c:pt>
                <c:pt idx="5">
                  <c:v>33.922020243366767</c:v>
                </c:pt>
                <c:pt idx="6">
                  <c:v>33.693731843366763</c:v>
                </c:pt>
                <c:pt idx="7">
                  <c:v>33.459507143366757</c:v>
                </c:pt>
                <c:pt idx="8">
                  <c:v>33.105747843366771</c:v>
                </c:pt>
                <c:pt idx="9">
                  <c:v>32.819365043366773</c:v>
                </c:pt>
                <c:pt idx="10">
                  <c:v>32.585034243366763</c:v>
                </c:pt>
                <c:pt idx="11">
                  <c:v>32.331559843366762</c:v>
                </c:pt>
                <c:pt idx="12">
                  <c:v>32.205544643366757</c:v>
                </c:pt>
                <c:pt idx="13">
                  <c:v>31.935268543366771</c:v>
                </c:pt>
                <c:pt idx="14">
                  <c:v>31.696867843366771</c:v>
                </c:pt>
                <c:pt idx="15">
                  <c:v>31.43238764336677</c:v>
                </c:pt>
                <c:pt idx="16">
                  <c:v>31.27858794336677</c:v>
                </c:pt>
                <c:pt idx="17">
                  <c:v>30.99530474336677</c:v>
                </c:pt>
                <c:pt idx="18">
                  <c:v>30.75665414336677</c:v>
                </c:pt>
                <c:pt idx="19">
                  <c:v>30.47506334336677</c:v>
                </c:pt>
                <c:pt idx="20">
                  <c:v>30.360727943366768</c:v>
                </c:pt>
                <c:pt idx="21">
                  <c:v>30.06766874336677</c:v>
                </c:pt>
                <c:pt idx="22">
                  <c:v>29.827257443366761</c:v>
                </c:pt>
                <c:pt idx="23">
                  <c:v>29.532203243366769</c:v>
                </c:pt>
                <c:pt idx="24">
                  <c:v>29.177112243366771</c:v>
                </c:pt>
                <c:pt idx="25">
                  <c:v>28.89761384336677</c:v>
                </c:pt>
                <c:pt idx="26">
                  <c:v>28.68678514336677</c:v>
                </c:pt>
                <c:pt idx="27">
                  <c:v>28.346273943366771</c:v>
                </c:pt>
                <c:pt idx="28">
                  <c:v>28.257959643366771</c:v>
                </c:pt>
                <c:pt idx="29">
                  <c:v>28.006329843366771</c:v>
                </c:pt>
                <c:pt idx="30">
                  <c:v>27.739330443366772</c:v>
                </c:pt>
                <c:pt idx="31">
                  <c:v>27.485377443366769</c:v>
                </c:pt>
                <c:pt idx="32">
                  <c:v>27.050873943366771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24D-420F-8904-20E016B39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'Gain Accuracy (Rx)'!$D$1</c15:sqref>
                        </c15:formulaRef>
                      </c:ext>
                    </c:extLst>
                    <c:strCache>
                      <c:ptCount val="1"/>
                      <c:pt idx="0">
                        <c:v>Pout (dBm)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'Gain Accuracy (Rx)'!$A$68:$A$100</c15:sqref>
                        </c15:formulaRef>
                      </c:ext>
                    </c:extLst>
                    <c:numCache>
                      <c:formatCode>0_ </c:formatCode>
                      <c:ptCount val="33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  <c:pt idx="32">
                        <c:v>32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'Gain Accuracy (Rx)'!$D$68:$D$100</c15:sqref>
                        </c15:formulaRef>
                      </c:ext>
                    </c:extLst>
                    <c:numCache>
                      <c:formatCode>0.00_ </c:formatCode>
                      <c:ptCount val="33"/>
                      <c:pt idx="0">
                        <c:v>-8.9652744433946694</c:v>
                      </c:pt>
                      <c:pt idx="1">
                        <c:v>-9.2039479433946667</c:v>
                      </c:pt>
                      <c:pt idx="2">
                        <c:v>-9.4236093433946735</c:v>
                      </c:pt>
                      <c:pt idx="3">
                        <c:v>-9.6777629433946686</c:v>
                      </c:pt>
                      <c:pt idx="4">
                        <c:v>-9.8620456433946657</c:v>
                      </c:pt>
                      <c:pt idx="5">
                        <c:v>-10.09842994339467</c:v>
                      </c:pt>
                      <c:pt idx="6">
                        <c:v>-10.326718343394674</c:v>
                      </c:pt>
                      <c:pt idx="7">
                        <c:v>-10.56094304339468</c:v>
                      </c:pt>
                      <c:pt idx="8">
                        <c:v>-10.914702343394666</c:v>
                      </c:pt>
                      <c:pt idx="9">
                        <c:v>-11.201085143394664</c:v>
                      </c:pt>
                      <c:pt idx="10">
                        <c:v>-11.435415943394673</c:v>
                      </c:pt>
                      <c:pt idx="11">
                        <c:v>-11.688890343394675</c:v>
                      </c:pt>
                      <c:pt idx="12">
                        <c:v>-11.81490554339468</c:v>
                      </c:pt>
                      <c:pt idx="13">
                        <c:v>-12.085181643394666</c:v>
                      </c:pt>
                      <c:pt idx="14">
                        <c:v>-12.323582343394666</c:v>
                      </c:pt>
                      <c:pt idx="15">
                        <c:v>-12.588062543394667</c:v>
                      </c:pt>
                      <c:pt idx="16">
                        <c:v>-12.741862243394667</c:v>
                      </c:pt>
                      <c:pt idx="17">
                        <c:v>-13.025145443394667</c:v>
                      </c:pt>
                      <c:pt idx="18">
                        <c:v>-13.263796043394667</c:v>
                      </c:pt>
                      <c:pt idx="19">
                        <c:v>-13.545386843394667</c:v>
                      </c:pt>
                      <c:pt idx="20">
                        <c:v>-13.659722243394668</c:v>
                      </c:pt>
                      <c:pt idx="21">
                        <c:v>-13.952781443394667</c:v>
                      </c:pt>
                      <c:pt idx="22">
                        <c:v>-14.193192743394675</c:v>
                      </c:pt>
                      <c:pt idx="23">
                        <c:v>-14.488246943394667</c:v>
                      </c:pt>
                      <c:pt idx="24">
                        <c:v>-14.843337943394666</c:v>
                      </c:pt>
                      <c:pt idx="25">
                        <c:v>-15.122836343394667</c:v>
                      </c:pt>
                      <c:pt idx="26">
                        <c:v>-15.333665043394667</c:v>
                      </c:pt>
                      <c:pt idx="27">
                        <c:v>-15.674176243394665</c:v>
                      </c:pt>
                      <c:pt idx="28">
                        <c:v>-15.762490543394666</c:v>
                      </c:pt>
                      <c:pt idx="29">
                        <c:v>-16.014120343394666</c:v>
                      </c:pt>
                      <c:pt idx="30">
                        <c:v>-16.281119743394665</c:v>
                      </c:pt>
                      <c:pt idx="31">
                        <c:v>-16.535072743394668</c:v>
                      </c:pt>
                      <c:pt idx="32">
                        <c:v>-16.969576243394666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624D-420F-8904-20E016B3944D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3"/>
          <c:tx>
            <c:strRef>
              <c:f>'Gain Accuracy (Rx)'!$F$1:$F$2</c:f>
              <c:strCache>
                <c:ptCount val="2"/>
                <c:pt idx="0">
                  <c:v>Ideal Gain (dB)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val>
            <c:numRef>
              <c:f>'Gain Accuracy (Rx)'!$F$68:$F$100</c:f>
              <c:numCache>
                <c:formatCode>0.00_ </c:formatCode>
                <c:ptCount val="33"/>
                <c:pt idx="0">
                  <c:v>35.055175743366767</c:v>
                </c:pt>
                <c:pt idx="1">
                  <c:v>34.805175743366767</c:v>
                </c:pt>
                <c:pt idx="2">
                  <c:v>34.555175743366767</c:v>
                </c:pt>
                <c:pt idx="3">
                  <c:v>34.305175743366767</c:v>
                </c:pt>
                <c:pt idx="4">
                  <c:v>34.055175743366767</c:v>
                </c:pt>
                <c:pt idx="5">
                  <c:v>33.805175743366767</c:v>
                </c:pt>
                <c:pt idx="6">
                  <c:v>33.555175743366767</c:v>
                </c:pt>
                <c:pt idx="7">
                  <c:v>33.305175743366767</c:v>
                </c:pt>
                <c:pt idx="8">
                  <c:v>33.055175743366767</c:v>
                </c:pt>
                <c:pt idx="9">
                  <c:v>32.805175743366767</c:v>
                </c:pt>
                <c:pt idx="10">
                  <c:v>32.555175743366767</c:v>
                </c:pt>
                <c:pt idx="11">
                  <c:v>32.305175743366767</c:v>
                </c:pt>
                <c:pt idx="12">
                  <c:v>32.055175743366767</c:v>
                </c:pt>
                <c:pt idx="13">
                  <c:v>31.805175743366767</c:v>
                </c:pt>
                <c:pt idx="14">
                  <c:v>31.555175743366767</c:v>
                </c:pt>
                <c:pt idx="15">
                  <c:v>31.305175743366767</c:v>
                </c:pt>
                <c:pt idx="16">
                  <c:v>31.055175743366767</c:v>
                </c:pt>
                <c:pt idx="17">
                  <c:v>30.805175743366767</c:v>
                </c:pt>
                <c:pt idx="18">
                  <c:v>30.555175743366767</c:v>
                </c:pt>
                <c:pt idx="19">
                  <c:v>30.305175743366767</c:v>
                </c:pt>
                <c:pt idx="20">
                  <c:v>30.055175743366767</c:v>
                </c:pt>
                <c:pt idx="21">
                  <c:v>29.805175743366767</c:v>
                </c:pt>
                <c:pt idx="22">
                  <c:v>29.555175743366767</c:v>
                </c:pt>
                <c:pt idx="23">
                  <c:v>29.305175743366767</c:v>
                </c:pt>
                <c:pt idx="24">
                  <c:v>29.055175743366767</c:v>
                </c:pt>
                <c:pt idx="25">
                  <c:v>28.805175743366767</c:v>
                </c:pt>
                <c:pt idx="26">
                  <c:v>28.555175743366767</c:v>
                </c:pt>
                <c:pt idx="27">
                  <c:v>28.305175743366767</c:v>
                </c:pt>
                <c:pt idx="28">
                  <c:v>28.055175743366767</c:v>
                </c:pt>
                <c:pt idx="29">
                  <c:v>27.805175743366767</c:v>
                </c:pt>
                <c:pt idx="30">
                  <c:v>27.555175743366767</c:v>
                </c:pt>
                <c:pt idx="31">
                  <c:v>27.305175743366767</c:v>
                </c:pt>
                <c:pt idx="32">
                  <c:v>27.055175743366767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24D-420F-8904-20E016B39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'Gain Accuracy (Rx)'!$AA$1</c15:sqref>
                        </c15:formulaRef>
                      </c:ext>
                    </c:extLst>
                    <c:strCache>
                      <c:ptCount val="1"/>
                      <c:pt idx="0">
                        <c:v>Psum (W)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'Gain Accuracy (Rx)'!$A$68:$A$99</c15:sqref>
                        </c15:formulaRef>
                      </c:ext>
                    </c:extLst>
                    <c:numCache>
                      <c:formatCode>0_ </c:formatCode>
                      <c:ptCount val="32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'Gain Accuracy (Rx)'!$AA$68:$AA$100</c15:sqref>
                        </c15:formulaRef>
                      </c:ext>
                    </c:extLst>
                    <c:numCache>
                      <c:formatCode>0.000_ </c:formatCode>
                      <c:ptCount val="33"/>
                      <c:pt idx="0">
                        <c:v>8.9362701212000017E-2</c:v>
                      </c:pt>
                      <c:pt idx="1">
                        <c:v>8.9414227190000001E-2</c:v>
                      </c:pt>
                      <c:pt idx="2">
                        <c:v>8.9314298067000003E-2</c:v>
                      </c:pt>
                      <c:pt idx="3">
                        <c:v>8.9307054149000004E-2</c:v>
                      </c:pt>
                      <c:pt idx="4">
                        <c:v>8.9272658973999997E-2</c:v>
                      </c:pt>
                      <c:pt idx="5">
                        <c:v>8.930509792800001E-2</c:v>
                      </c:pt>
                      <c:pt idx="6">
                        <c:v>8.9274296224999994E-2</c:v>
                      </c:pt>
                      <c:pt idx="7">
                        <c:v>8.9235455970000016E-2</c:v>
                      </c:pt>
                      <c:pt idx="8">
                        <c:v>8.9177646910000019E-2</c:v>
                      </c:pt>
                      <c:pt idx="9">
                        <c:v>8.9159386872000021E-2</c:v>
                      </c:pt>
                      <c:pt idx="10">
                        <c:v>8.9309635452999997E-2</c:v>
                      </c:pt>
                      <c:pt idx="11">
                        <c:v>8.924146662900001E-2</c:v>
                      </c:pt>
                      <c:pt idx="12">
                        <c:v>8.9243167646999993E-2</c:v>
                      </c:pt>
                      <c:pt idx="13">
                        <c:v>8.9265395668000014E-2</c:v>
                      </c:pt>
                      <c:pt idx="14">
                        <c:v>8.9273592550000003E-2</c:v>
                      </c:pt>
                      <c:pt idx="15">
                        <c:v>8.9206203696000019E-2</c:v>
                      </c:pt>
                      <c:pt idx="16">
                        <c:v>8.9195573102999998E-2</c:v>
                      </c:pt>
                      <c:pt idx="17">
                        <c:v>8.9270964108999998E-2</c:v>
                      </c:pt>
                      <c:pt idx="18">
                        <c:v>8.9220197327000011E-2</c:v>
                      </c:pt>
                      <c:pt idx="19">
                        <c:v>8.9183693440999995E-2</c:v>
                      </c:pt>
                      <c:pt idx="20">
                        <c:v>8.9245195348999995E-2</c:v>
                      </c:pt>
                      <c:pt idx="21">
                        <c:v>8.9186097066000003E-2</c:v>
                      </c:pt>
                      <c:pt idx="22">
                        <c:v>8.9108569038000005E-2</c:v>
                      </c:pt>
                      <c:pt idx="23">
                        <c:v>8.9105067302999996E-2</c:v>
                      </c:pt>
                      <c:pt idx="24">
                        <c:v>8.9033960001000015E-2</c:v>
                      </c:pt>
                      <c:pt idx="25">
                        <c:v>8.902895834000002E-2</c:v>
                      </c:pt>
                      <c:pt idx="26">
                        <c:v>8.9034155370000007E-2</c:v>
                      </c:pt>
                      <c:pt idx="27">
                        <c:v>8.9158147723000014E-2</c:v>
                      </c:pt>
                      <c:pt idx="28">
                        <c:v>8.8958329264000005E-2</c:v>
                      </c:pt>
                      <c:pt idx="29">
                        <c:v>8.8995569016000003E-2</c:v>
                      </c:pt>
                      <c:pt idx="30">
                        <c:v>8.9016068697000017E-2</c:v>
                      </c:pt>
                      <c:pt idx="31">
                        <c:v>8.8994552288000003E-2</c:v>
                      </c:pt>
                      <c:pt idx="32">
                        <c:v>8.8999553458000008E-2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624D-420F-8904-20E016B3944D}"/>
                  </c:ext>
                </c:extLst>
              </c15:ser>
            </c15:filteredLineSeries>
          </c:ext>
        </c:extLst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en-US"/>
            </a:p>
          </c:txPr>
        </c:title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"/>
        <c:tickLblSkip val="10"/>
        <c:noMultiLvlLbl val="0"/>
      </c:catAx>
      <c:valAx>
        <c:axId val="1855372944"/>
        <c:scaling>
          <c:orientation val="minMax"/>
          <c:max val="36"/>
          <c:min val="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 alt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5"/>
      </c:valAx>
      <c:valAx>
        <c:axId val="840129583"/>
        <c:scaling>
          <c:orientation val="minMax"/>
          <c:min val="0.29000000000000004"/>
        </c:scaling>
        <c:delete val="1"/>
        <c:axPos val="r"/>
        <c:numFmt formatCode="0.00_ " sourceLinked="1"/>
        <c:majorTickMark val="out"/>
        <c:minorTickMark val="none"/>
        <c:tickLblPos val="nextTo"/>
        <c:crossAx val="840119503"/>
        <c:crosses val="max"/>
        <c:crossBetween val="between"/>
      </c:valAx>
      <c:catAx>
        <c:axId val="840119503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/>
              <a:t>Common Attn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1"/>
          <c:tx>
            <c:strRef>
              <c:f>'Gain Accuracy (Rx)'!$E$1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('Gain Accuracy (Rx)'!$A$3,'Gain Accuracy (Rx)'!$A$7,'Gain Accuracy (Rx)'!$A$11,'Gain Accuracy (Rx)'!$A$15,'Gain Accuracy (Rx)'!$A$19,'Gain Accuracy (Rx)'!$A$23,'Gain Accuracy (Rx)'!$A$27,'Gain Accuracy (Rx)'!$A$31,'Gain Accuracy (Rx)'!$A$35,'Gain Accuracy (Rx)'!$A$39,'Gain Accuracy (Rx)'!$A$43,'Gain Accuracy (Rx)'!$A$47,'Gain Accuracy (Rx)'!$A$51,'Gain Accuracy (Rx)'!$A$55,'Gain Accuracy (Rx)'!$A$59,'Gain Accuracy (Rx)'!$A$63)</c:f>
              <c:numCache>
                <c:formatCode>0_ </c:formatCode>
                <c:ptCount val="1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</c:numCache>
              <c:extLst/>
            </c:numRef>
          </c:cat>
          <c:val>
            <c:numRef>
              <c:f>('Gain Accuracy (Rx)'!$E$3,'Gain Accuracy (Rx)'!$E$7,'Gain Accuracy (Rx)'!$E$11,'Gain Accuracy (Rx)'!$E$15,'Gain Accuracy (Rx)'!$E$19,'Gain Accuracy (Rx)'!$E$23,'Gain Accuracy (Rx)'!$E$27,'Gain Accuracy (Rx)'!$E$31,'Gain Accuracy (Rx)'!$E$35,'Gain Accuracy (Rx)'!$E$39,'Gain Accuracy (Rx)'!$E$43,'Gain Accuracy (Rx)'!$E$47,'Gain Accuracy (Rx)'!$E$51,'Gain Accuracy (Rx)'!$E$55,'Gain Accuracy (Rx)'!$E$59,'Gain Accuracy (Rx)'!$E$63)</c:f>
              <c:numCache>
                <c:formatCode>0.00_ </c:formatCode>
                <c:ptCount val="16"/>
                <c:pt idx="0">
                  <c:v>41.476183243366769</c:v>
                </c:pt>
                <c:pt idx="1">
                  <c:v>40.872538643366767</c:v>
                </c:pt>
                <c:pt idx="2">
                  <c:v>39.380714743366767</c:v>
                </c:pt>
                <c:pt idx="3">
                  <c:v>38.576204543366771</c:v>
                </c:pt>
                <c:pt idx="4">
                  <c:v>37.140267743366763</c:v>
                </c:pt>
                <c:pt idx="5">
                  <c:v>36.201455143366772</c:v>
                </c:pt>
                <c:pt idx="6">
                  <c:v>35.039161043366768</c:v>
                </c:pt>
                <c:pt idx="7">
                  <c:v>34.047428143366773</c:v>
                </c:pt>
                <c:pt idx="8">
                  <c:v>32.857714243366772</c:v>
                </c:pt>
                <c:pt idx="9">
                  <c:v>31.806781543366771</c:v>
                </c:pt>
                <c:pt idx="10">
                  <c:v>30.70776714336677</c:v>
                </c:pt>
                <c:pt idx="11">
                  <c:v>29.58209924336677</c:v>
                </c:pt>
                <c:pt idx="12">
                  <c:v>28.418844943366771</c:v>
                </c:pt>
                <c:pt idx="13">
                  <c:v>27.219684243366771</c:v>
                </c:pt>
                <c:pt idx="14">
                  <c:v>26.13637084336677</c:v>
                </c:pt>
                <c:pt idx="15">
                  <c:v>24.840123843366769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976F-4C3F-BF38-EB212C8FA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'Gain Accuracy (Rx)'!$D$1</c15:sqref>
                        </c15:formulaRef>
                      </c:ext>
                    </c:extLst>
                    <c:strCache>
                      <c:ptCount val="1"/>
                      <c:pt idx="0">
                        <c:v>Pout (dBm)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('Gain Accuracy (Rx)'!$A$3,'Gain Accuracy (Rx)'!$A$7,'Gain Accuracy (Rx)'!$A$11,'Gain Accuracy (Rx)'!$A$15,'Gain Accuracy (Rx)'!$A$19,'Gain Accuracy (Rx)'!$A$23,'Gain Accuracy (Rx)'!$A$27,'Gain Accuracy (Rx)'!$A$31,'Gain Accuracy (Rx)'!$A$35,'Gain Accuracy (Rx)'!$A$39,'Gain Accuracy (Rx)'!$A$43,'Gain Accuracy (Rx)'!$A$47,'Gain Accuracy (Rx)'!$A$51,'Gain Accuracy (Rx)'!$A$55,'Gain Accuracy (Rx)'!$A$59,'Gain Accuracy (Rx)'!$A$63)</c15:sqref>
                        </c15:formulaRef>
                      </c:ext>
                    </c:extLst>
                    <c:numCache>
                      <c:formatCode>0_ </c:formatCode>
                      <c:ptCount val="16"/>
                      <c:pt idx="0">
                        <c:v>0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12</c:v>
                      </c:pt>
                      <c:pt idx="4">
                        <c:v>16</c:v>
                      </c:pt>
                      <c:pt idx="5">
                        <c:v>20</c:v>
                      </c:pt>
                      <c:pt idx="6">
                        <c:v>24</c:v>
                      </c:pt>
                      <c:pt idx="7">
                        <c:v>28</c:v>
                      </c:pt>
                      <c:pt idx="8">
                        <c:v>32</c:v>
                      </c:pt>
                      <c:pt idx="9">
                        <c:v>36</c:v>
                      </c:pt>
                      <c:pt idx="10">
                        <c:v>40</c:v>
                      </c:pt>
                      <c:pt idx="11">
                        <c:v>44</c:v>
                      </c:pt>
                      <c:pt idx="12">
                        <c:v>48</c:v>
                      </c:pt>
                      <c:pt idx="13">
                        <c:v>52</c:v>
                      </c:pt>
                      <c:pt idx="14">
                        <c:v>56</c:v>
                      </c:pt>
                      <c:pt idx="15">
                        <c:v>60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('Gain Accuracy (Rx)'!$D$3,'Gain Accuracy (Rx)'!$D$7,'Gain Accuracy (Rx)'!$D$11,'Gain Accuracy (Rx)'!$D$15,'Gain Accuracy (Rx)'!$D$19,'Gain Accuracy (Rx)'!$D$23,'Gain Accuracy (Rx)'!$D$27,'Gain Accuracy (Rx)'!$D$31,'Gain Accuracy (Rx)'!$D$35,'Gain Accuracy (Rx)'!$D$39,'Gain Accuracy (Rx)'!$D$43,'Gain Accuracy (Rx)'!$D$47,'Gain Accuracy (Rx)'!$D$51,'Gain Accuracy (Rx)'!$D$55,'Gain Accuracy (Rx)'!$D$59,'Gain Accuracy (Rx)'!$D$63)</c15:sqref>
                        </c15:formulaRef>
                      </c:ext>
                    </c:extLst>
                    <c:numCache>
                      <c:formatCode>0.00_ </c:formatCode>
                      <c:ptCount val="16"/>
                      <c:pt idx="0">
                        <c:v>-2.5442669433946676</c:v>
                      </c:pt>
                      <c:pt idx="1">
                        <c:v>-3.1479115433946703</c:v>
                      </c:pt>
                      <c:pt idx="2">
                        <c:v>-4.6397354433946703</c:v>
                      </c:pt>
                      <c:pt idx="3">
                        <c:v>-5.444245643394666</c:v>
                      </c:pt>
                      <c:pt idx="4">
                        <c:v>-6.8801824433946734</c:v>
                      </c:pt>
                      <c:pt idx="5">
                        <c:v>-7.8189950433946649</c:v>
                      </c:pt>
                      <c:pt idx="6">
                        <c:v>-8.9812891433946689</c:v>
                      </c:pt>
                      <c:pt idx="7">
                        <c:v>-9.9730220433946641</c:v>
                      </c:pt>
                      <c:pt idx="8">
                        <c:v>-11.162735943394665</c:v>
                      </c:pt>
                      <c:pt idx="9">
                        <c:v>-12.213668643394666</c:v>
                      </c:pt>
                      <c:pt idx="10">
                        <c:v>-13.312683043394667</c:v>
                      </c:pt>
                      <c:pt idx="11">
                        <c:v>-14.438350943394667</c:v>
                      </c:pt>
                      <c:pt idx="12">
                        <c:v>-15.601605243394665</c:v>
                      </c:pt>
                      <c:pt idx="13">
                        <c:v>-16.800765943394666</c:v>
                      </c:pt>
                      <c:pt idx="14">
                        <c:v>-17.884079343394667</c:v>
                      </c:pt>
                      <c:pt idx="15">
                        <c:v>-19.180326343394668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976F-4C3F-BF38-EB212C8FA27D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3"/>
          <c:tx>
            <c:strRef>
              <c:f>'Gain Accuracy (Rx)'!$F$1:$F$2</c:f>
              <c:strCache>
                <c:ptCount val="2"/>
                <c:pt idx="0">
                  <c:v>Ideal Gain (dB)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Lit>
              <c:ptCount val="16"/>
              <c:pt idx="0">
                <c:v>1</c:v>
              </c:pt>
              <c:pt idx="1">
                <c:v>5</c:v>
              </c:pt>
              <c:pt idx="2">
                <c:v>9</c:v>
              </c:pt>
              <c:pt idx="3">
                <c:v>13</c:v>
              </c:pt>
              <c:pt idx="4">
                <c:v>17</c:v>
              </c:pt>
              <c:pt idx="5">
                <c:v>21</c:v>
              </c:pt>
              <c:pt idx="6">
                <c:v>25</c:v>
              </c:pt>
              <c:pt idx="7">
                <c:v>29</c:v>
              </c:pt>
              <c:pt idx="8">
                <c:v>33</c:v>
              </c:pt>
              <c:pt idx="9">
                <c:v>37</c:v>
              </c:pt>
              <c:pt idx="10">
                <c:v>41</c:v>
              </c:pt>
              <c:pt idx="11">
                <c:v>45</c:v>
              </c:pt>
              <c:pt idx="12">
                <c:v>49</c:v>
              </c:pt>
              <c:pt idx="13">
                <c:v>53</c:v>
              </c:pt>
              <c:pt idx="14">
                <c:v>57</c:v>
              </c:pt>
              <c:pt idx="15">
                <c:v>61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('Gain Accuracy (Rx)'!$F$3,'Gain Accuracy (Rx)'!$F$7,'Gain Accuracy (Rx)'!$F$11,'Gain Accuracy (Rx)'!$F$15,'Gain Accuracy (Rx)'!$F$19,'Gain Accuracy (Rx)'!$F$23,'Gain Accuracy (Rx)'!$F$27,'Gain Accuracy (Rx)'!$F$31,'Gain Accuracy (Rx)'!$F$35,'Gain Accuracy (Rx)'!$F$39,'Gain Accuracy (Rx)'!$F$43,'Gain Accuracy (Rx)'!$F$47,'Gain Accuracy (Rx)'!$F$51,'Gain Accuracy (Rx)'!$F$55,'Gain Accuracy (Rx)'!$F$59,'Gain Accuracy (Rx)'!$F$63)</c:f>
              <c:numCache>
                <c:formatCode>0.00_ </c:formatCode>
                <c:ptCount val="16"/>
                <c:pt idx="0">
                  <c:v>41.476183243366769</c:v>
                </c:pt>
                <c:pt idx="1">
                  <c:v>40.476183243366769</c:v>
                </c:pt>
                <c:pt idx="2">
                  <c:v>39.476183243366769</c:v>
                </c:pt>
                <c:pt idx="3">
                  <c:v>38.476183243366769</c:v>
                </c:pt>
                <c:pt idx="4">
                  <c:v>37.476183243366769</c:v>
                </c:pt>
                <c:pt idx="5">
                  <c:v>36.476183243366769</c:v>
                </c:pt>
                <c:pt idx="6">
                  <c:v>35.476183243366769</c:v>
                </c:pt>
                <c:pt idx="7">
                  <c:v>34.476183243366769</c:v>
                </c:pt>
                <c:pt idx="8">
                  <c:v>33.476183243366769</c:v>
                </c:pt>
                <c:pt idx="9">
                  <c:v>32.476183243366769</c:v>
                </c:pt>
                <c:pt idx="10">
                  <c:v>31.476183243366769</c:v>
                </c:pt>
                <c:pt idx="11">
                  <c:v>30.476183243366769</c:v>
                </c:pt>
                <c:pt idx="12">
                  <c:v>29.476183243366769</c:v>
                </c:pt>
                <c:pt idx="13">
                  <c:v>28.476183243366769</c:v>
                </c:pt>
                <c:pt idx="14">
                  <c:v>27.476183243366769</c:v>
                </c:pt>
                <c:pt idx="15">
                  <c:v>26.476183243366769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976F-4C3F-BF38-EB212C8FA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'Gain Accuracy (Rx)'!$AA$1</c15:sqref>
                        </c15:formulaRef>
                      </c:ext>
                    </c:extLst>
                    <c:strCache>
                      <c:ptCount val="1"/>
                      <c:pt idx="0">
                        <c:v>Psum (W)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prstDash val="sysDot"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('Gain Accuracy (Rx)'!$A$3,'Gain Accuracy (Rx)'!$A$7,'Gain Accuracy (Rx)'!$A$11,'Gain Accuracy (Rx)'!$A$15,'Gain Accuracy (Rx)'!$A$19,'Gain Accuracy (Rx)'!$A$23,'Gain Accuracy (Rx)'!$A$27,'Gain Accuracy (Rx)'!$A$31)</c15:sqref>
                        </c15:formulaRef>
                      </c:ext>
                    </c:extLst>
                    <c:numCache>
                      <c:formatCode>0_ </c:formatCode>
                      <c:ptCount val="8"/>
                      <c:pt idx="0">
                        <c:v>0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12</c:v>
                      </c:pt>
                      <c:pt idx="4">
                        <c:v>16</c:v>
                      </c:pt>
                      <c:pt idx="5">
                        <c:v>20</c:v>
                      </c:pt>
                      <c:pt idx="6">
                        <c:v>24</c:v>
                      </c:pt>
                      <c:pt idx="7">
                        <c:v>28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('Gain Accuracy (Rx)'!$AA$3,'Gain Accuracy (Rx)'!$AA$7,'Gain Accuracy (Rx)'!$AA$11,'Gain Accuracy (Rx)'!$AA$15,'Gain Accuracy (Rx)'!$AA$19,'Gain Accuracy (Rx)'!$AA$23,'Gain Accuracy (Rx)'!$AA$27,'Gain Accuracy (Rx)'!$AA$31,'Gain Accuracy (Rx)'!$AA$35,'Gain Accuracy (Rx)'!$AA$39,'Gain Accuracy (Rx)'!$AA$43,'Gain Accuracy (Rx)'!$AA$47,'Gain Accuracy (Rx)'!$AA$51,'Gain Accuracy (Rx)'!$AA$55,'Gain Accuracy (Rx)'!$AA$59,'Gain Accuracy (Rx)'!$AA$63)</c15:sqref>
                        </c15:formulaRef>
                      </c:ext>
                    </c:extLst>
                    <c:numCache>
                      <c:formatCode>0.00_ </c:formatCode>
                      <c:ptCount val="16"/>
                      <c:pt idx="0">
                        <c:v>8.9643646957000001E-2</c:v>
                      </c:pt>
                      <c:pt idx="1">
                        <c:v>8.9509346541000012E-2</c:v>
                      </c:pt>
                      <c:pt idx="2">
                        <c:v>8.9426454129999999E-2</c:v>
                      </c:pt>
                      <c:pt idx="3">
                        <c:v>8.9229587500999991E-2</c:v>
                      </c:pt>
                      <c:pt idx="4">
                        <c:v>8.9217068277000017E-2</c:v>
                      </c:pt>
                      <c:pt idx="5">
                        <c:v>8.9196513647000014E-2</c:v>
                      </c:pt>
                      <c:pt idx="6">
                        <c:v>8.9135581758000015E-2</c:v>
                      </c:pt>
                      <c:pt idx="7">
                        <c:v>8.9215151559000005E-2</c:v>
                      </c:pt>
                      <c:pt idx="8">
                        <c:v>8.9088373370000001E-2</c:v>
                      </c:pt>
                      <c:pt idx="9">
                        <c:v>8.9028187593000005E-2</c:v>
                      </c:pt>
                      <c:pt idx="10">
                        <c:v>8.9097380711000013E-2</c:v>
                      </c:pt>
                      <c:pt idx="11">
                        <c:v>8.9162902352000001E-2</c:v>
                      </c:pt>
                      <c:pt idx="12">
                        <c:v>8.9120623317999997E-2</c:v>
                      </c:pt>
                      <c:pt idx="13">
                        <c:v>8.9062243983E-2</c:v>
                      </c:pt>
                      <c:pt idx="14">
                        <c:v>8.9128082619000015E-2</c:v>
                      </c:pt>
                      <c:pt idx="15">
                        <c:v>8.9148222160000012E-2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976F-4C3F-BF38-EB212C8FA27D}"/>
                  </c:ext>
                </c:extLst>
              </c15:ser>
            </c15:filteredLineSeries>
          </c:ext>
        </c:extLst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Index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0"/>
        <c:tickLblSkip val="2"/>
        <c:noMultiLvlLbl val="0"/>
      </c:catAx>
      <c:valAx>
        <c:axId val="1855372944"/>
        <c:scaling>
          <c:orientation val="minMax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5"/>
      </c:valAx>
      <c:valAx>
        <c:axId val="840129583"/>
        <c:scaling>
          <c:orientation val="minMax"/>
          <c:min val="0.25"/>
        </c:scaling>
        <c:delete val="1"/>
        <c:axPos val="r"/>
        <c:numFmt formatCode="0.00_ " sourceLinked="1"/>
        <c:majorTickMark val="out"/>
        <c:minorTickMark val="none"/>
        <c:tickLblPos val="nextTo"/>
        <c:crossAx val="840119503"/>
        <c:crosses val="max"/>
        <c:crossBetween val="between"/>
      </c:valAx>
      <c:catAx>
        <c:axId val="840119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/>
              <a:t>Channel Attn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2"/>
          <c:order val="1"/>
          <c:tx>
            <c:strRef>
              <c:f>'Gain Accuracy (Rx)'!$E$1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('Gain Accuracy (Rx)'!$A$68,'Gain Accuracy (Rx)'!$A$72,'Gain Accuracy (Rx)'!$A$76,'Gain Accuracy (Rx)'!$A$80,'Gain Accuracy (Rx)'!$A$84,'Gain Accuracy (Rx)'!$A$88,'Gain Accuracy (Rx)'!$A$92,'Gain Accuracy (Rx)'!$A$96,'Gain Accuracy (Rx)'!$A$100)</c:f>
              <c:numCache>
                <c:formatCode>0_ </c:formatCode>
                <c:ptCount val="9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</c:numCache>
              <c:extLst/>
            </c:numRef>
          </c:cat>
          <c:val>
            <c:numRef>
              <c:f>('Gain Accuracy (Rx)'!$E$68,'Gain Accuracy (Rx)'!$E$72,'Gain Accuracy (Rx)'!$E$76,'Gain Accuracy (Rx)'!$E$80,'Gain Accuracy (Rx)'!$E$84,'Gain Accuracy (Rx)'!$E$88,'Gain Accuracy (Rx)'!$E$92,'Gain Accuracy (Rx)'!$E$96,'Gain Accuracy (Rx)'!$E$100)</c:f>
              <c:numCache>
                <c:formatCode>0.00_ </c:formatCode>
                <c:ptCount val="9"/>
                <c:pt idx="0">
                  <c:v>35.055175743366767</c:v>
                </c:pt>
                <c:pt idx="1">
                  <c:v>34.158404543366771</c:v>
                </c:pt>
                <c:pt idx="2">
                  <c:v>33.105747843366771</c:v>
                </c:pt>
                <c:pt idx="3">
                  <c:v>32.205544643366757</c:v>
                </c:pt>
                <c:pt idx="4">
                  <c:v>31.27858794336677</c:v>
                </c:pt>
                <c:pt idx="5">
                  <c:v>30.360727943366768</c:v>
                </c:pt>
                <c:pt idx="6">
                  <c:v>29.177112243366771</c:v>
                </c:pt>
                <c:pt idx="7">
                  <c:v>28.257959643366771</c:v>
                </c:pt>
                <c:pt idx="8">
                  <c:v>27.050873943366771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8E22-43A1-AFDB-73A43BFC2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'Gain Accuracy (Rx)'!$D$1</c15:sqref>
                        </c15:formulaRef>
                      </c:ext>
                    </c:extLst>
                    <c:strCache>
                      <c:ptCount val="1"/>
                      <c:pt idx="0">
                        <c:v>Pout (dBm)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('Gain Accuracy (Rx)'!$A$68,'Gain Accuracy (Rx)'!$A$72,'Gain Accuracy (Rx)'!$A$76,'Gain Accuracy (Rx)'!$A$80,'Gain Accuracy (Rx)'!$A$84,'Gain Accuracy (Rx)'!$A$88,'Gain Accuracy (Rx)'!$A$92,'Gain Accuracy (Rx)'!$A$96,'Gain Accuracy (Rx)'!$A$100)</c15:sqref>
                        </c15:formulaRef>
                      </c:ext>
                    </c:extLst>
                    <c:numCache>
                      <c:formatCode>0_ </c:formatCode>
                      <c:ptCount val="9"/>
                      <c:pt idx="0">
                        <c:v>0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12</c:v>
                      </c:pt>
                      <c:pt idx="4">
                        <c:v>16</c:v>
                      </c:pt>
                      <c:pt idx="5">
                        <c:v>20</c:v>
                      </c:pt>
                      <c:pt idx="6">
                        <c:v>24</c:v>
                      </c:pt>
                      <c:pt idx="7">
                        <c:v>28</c:v>
                      </c:pt>
                      <c:pt idx="8">
                        <c:v>32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('Gain Accuracy (Rx)'!$D$68,'Gain Accuracy (Rx)'!$D$72,'Gain Accuracy (Rx)'!$D$76,'Gain Accuracy (Rx)'!$D$80,'Gain Accuracy (Rx)'!$D$84,'Gain Accuracy (Rx)'!$D$88,'Gain Accuracy (Rx)'!$D$92,'Gain Accuracy (Rx)'!$D$96,'Gain Accuracy (Rx)'!$D$100)</c15:sqref>
                        </c15:formulaRef>
                      </c:ext>
                    </c:extLst>
                    <c:numCache>
                      <c:formatCode>0.00_ </c:formatCode>
                      <c:ptCount val="9"/>
                      <c:pt idx="0">
                        <c:v>-8.9652744433946694</c:v>
                      </c:pt>
                      <c:pt idx="1">
                        <c:v>-9.8620456433946657</c:v>
                      </c:pt>
                      <c:pt idx="2">
                        <c:v>-10.914702343394666</c:v>
                      </c:pt>
                      <c:pt idx="3">
                        <c:v>-11.81490554339468</c:v>
                      </c:pt>
                      <c:pt idx="4">
                        <c:v>-12.741862243394667</c:v>
                      </c:pt>
                      <c:pt idx="5">
                        <c:v>-13.659722243394668</c:v>
                      </c:pt>
                      <c:pt idx="6">
                        <c:v>-14.843337943394666</c:v>
                      </c:pt>
                      <c:pt idx="7">
                        <c:v>-15.762490543394666</c:v>
                      </c:pt>
                      <c:pt idx="8">
                        <c:v>-16.969576243394666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8E22-43A1-AFDB-73A43BFC2CF9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0"/>
          <c:order val="3"/>
          <c:tx>
            <c:strRef>
              <c:f>'Gain Accuracy (Rx)'!$F$1:$F$2</c:f>
              <c:strCache>
                <c:ptCount val="2"/>
                <c:pt idx="0">
                  <c:v>Ideal Gain (dB)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Lit>
              <c:ptCount val="9"/>
              <c:pt idx="0">
                <c:v>1</c:v>
              </c:pt>
              <c:pt idx="1">
                <c:v>5</c:v>
              </c:pt>
              <c:pt idx="2">
                <c:v>9</c:v>
              </c:pt>
              <c:pt idx="3">
                <c:v>13</c:v>
              </c:pt>
              <c:pt idx="4">
                <c:v>17</c:v>
              </c:pt>
              <c:pt idx="5">
                <c:v>21</c:v>
              </c:pt>
              <c:pt idx="6">
                <c:v>25</c:v>
              </c:pt>
              <c:pt idx="7">
                <c:v>29</c:v>
              </c:pt>
              <c:pt idx="8">
                <c:v>33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('Gain Accuracy (Rx)'!$F$68,'Gain Accuracy (Rx)'!$F$72,'Gain Accuracy (Rx)'!$F$76,'Gain Accuracy (Rx)'!$F$80,'Gain Accuracy (Rx)'!$F$84,'Gain Accuracy (Rx)'!$F$88,'Gain Accuracy (Rx)'!$F$92,'Gain Accuracy (Rx)'!$F$96,'Gain Accuracy (Rx)'!$F$100)</c:f>
              <c:numCache>
                <c:formatCode>0.00_ </c:formatCode>
                <c:ptCount val="9"/>
                <c:pt idx="0">
                  <c:v>35.055175743366767</c:v>
                </c:pt>
                <c:pt idx="1">
                  <c:v>34.055175743366767</c:v>
                </c:pt>
                <c:pt idx="2">
                  <c:v>33.055175743366767</c:v>
                </c:pt>
                <c:pt idx="3">
                  <c:v>32.055175743366767</c:v>
                </c:pt>
                <c:pt idx="4">
                  <c:v>31.055175743366767</c:v>
                </c:pt>
                <c:pt idx="5">
                  <c:v>30.055175743366767</c:v>
                </c:pt>
                <c:pt idx="6">
                  <c:v>29.055175743366767</c:v>
                </c:pt>
                <c:pt idx="7">
                  <c:v>28.055175743366767</c:v>
                </c:pt>
                <c:pt idx="8">
                  <c:v>27.055175743366767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8E22-43A1-AFDB-73A43BFC2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'Gain Accuracy (Rx)'!$AA$1</c15:sqref>
                        </c15:formulaRef>
                      </c:ext>
                    </c:extLst>
                    <c:strCache>
                      <c:ptCount val="1"/>
                      <c:pt idx="0">
                        <c:v>Psum (W)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('Gain Accuracy (Rx)'!$A$68,'Gain Accuracy (Rx)'!$A$72,'Gain Accuracy (Rx)'!$A$76,'Gain Accuracy (Rx)'!$A$80,'Gain Accuracy (Rx)'!$A$84,'Gain Accuracy (Rx)'!$A$88,'Gain Accuracy (Rx)'!$A$92,'Gain Accuracy (Rx)'!$A$96)</c15:sqref>
                        </c15:formulaRef>
                      </c:ext>
                    </c:extLst>
                    <c:numCache>
                      <c:formatCode>0_ </c:formatCode>
                      <c:ptCount val="8"/>
                      <c:pt idx="0">
                        <c:v>0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12</c:v>
                      </c:pt>
                      <c:pt idx="4">
                        <c:v>16</c:v>
                      </c:pt>
                      <c:pt idx="5">
                        <c:v>20</c:v>
                      </c:pt>
                      <c:pt idx="6">
                        <c:v>24</c:v>
                      </c:pt>
                      <c:pt idx="7">
                        <c:v>28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('Gain Accuracy (Rx)'!$AA$68,'Gain Accuracy (Rx)'!$AA$72,'Gain Accuracy (Rx)'!$AA$76,'Gain Accuracy (Rx)'!$AA$80,'Gain Accuracy (Rx)'!$AA$84,'Gain Accuracy (Rx)'!$AA$88,'Gain Accuracy (Rx)'!$AA$92,'Gain Accuracy (Rx)'!$AA$96,'Gain Accuracy (Rx)'!$AA$100)</c15:sqref>
                        </c15:formulaRef>
                      </c:ext>
                    </c:extLst>
                    <c:numCache>
                      <c:formatCode>0.000_ </c:formatCode>
                      <c:ptCount val="9"/>
                      <c:pt idx="0">
                        <c:v>8.9362701212000017E-2</c:v>
                      </c:pt>
                      <c:pt idx="1">
                        <c:v>8.9272658973999997E-2</c:v>
                      </c:pt>
                      <c:pt idx="2">
                        <c:v>8.9177646910000019E-2</c:v>
                      </c:pt>
                      <c:pt idx="3">
                        <c:v>8.9243167646999993E-2</c:v>
                      </c:pt>
                      <c:pt idx="4">
                        <c:v>8.9195573102999998E-2</c:v>
                      </c:pt>
                      <c:pt idx="5">
                        <c:v>8.9245195348999995E-2</c:v>
                      </c:pt>
                      <c:pt idx="6">
                        <c:v>8.9033960001000015E-2</c:v>
                      </c:pt>
                      <c:pt idx="7">
                        <c:v>8.8958329264000005E-2</c:v>
                      </c:pt>
                      <c:pt idx="8">
                        <c:v>8.8999553458000008E-2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8E22-43A1-AFDB-73A43BFC2CF9}"/>
                  </c:ext>
                </c:extLst>
              </c15:ser>
            </c15:filteredLineSeries>
          </c:ext>
        </c:extLst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en-US"/>
            </a:p>
          </c:txPr>
        </c:title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"/>
        <c:tickLblSkip val="1"/>
        <c:noMultiLvlLbl val="0"/>
      </c:catAx>
      <c:valAx>
        <c:axId val="1855372944"/>
        <c:scaling>
          <c:orientation val="minMax"/>
          <c:max val="36"/>
          <c:min val="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 alt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5"/>
      </c:valAx>
      <c:valAx>
        <c:axId val="840129583"/>
        <c:scaling>
          <c:orientation val="minMax"/>
          <c:min val="0.29000000000000004"/>
        </c:scaling>
        <c:delete val="1"/>
        <c:axPos val="r"/>
        <c:numFmt formatCode="0.00_ " sourceLinked="1"/>
        <c:majorTickMark val="out"/>
        <c:minorTickMark val="none"/>
        <c:tickLblPos val="nextTo"/>
        <c:crossAx val="840119503"/>
        <c:crosses val="max"/>
        <c:crossBetween val="between"/>
      </c:valAx>
      <c:catAx>
        <c:axId val="840119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/>
              <a:t>Gain Alignment for each channel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'Frequency vs Gain (Tx)'!$C$2</c:f>
              <c:strCache>
                <c:ptCount val="1"/>
                <c:pt idx="0">
                  <c:v>H0B0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'Frequency vs Gain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'Frequency vs Gain (Tx)'!$C$3:$C$253</c:f>
              <c:numCache>
                <c:formatCode>0.00_ </c:formatCode>
                <c:ptCount val="251"/>
                <c:pt idx="0">
                  <c:v>23.033999999999999</c:v>
                </c:pt>
                <c:pt idx="1">
                  <c:v>22.97</c:v>
                </c:pt>
                <c:pt idx="2">
                  <c:v>22.981999999999999</c:v>
                </c:pt>
                <c:pt idx="3">
                  <c:v>23.329000000000001</c:v>
                </c:pt>
                <c:pt idx="4">
                  <c:v>23.262</c:v>
                </c:pt>
                <c:pt idx="5">
                  <c:v>23.649000000000001</c:v>
                </c:pt>
                <c:pt idx="6">
                  <c:v>23.373999999999999</c:v>
                </c:pt>
                <c:pt idx="7">
                  <c:v>23.684000000000001</c:v>
                </c:pt>
                <c:pt idx="8">
                  <c:v>23.638999999999999</c:v>
                </c:pt>
                <c:pt idx="9">
                  <c:v>23.899000000000001</c:v>
                </c:pt>
                <c:pt idx="10">
                  <c:v>23.928999999999998</c:v>
                </c:pt>
                <c:pt idx="11">
                  <c:v>24.242999999999999</c:v>
                </c:pt>
                <c:pt idx="12">
                  <c:v>24.145</c:v>
                </c:pt>
                <c:pt idx="13">
                  <c:v>24.347000000000001</c:v>
                </c:pt>
                <c:pt idx="14">
                  <c:v>24.454999999999998</c:v>
                </c:pt>
                <c:pt idx="15">
                  <c:v>24.530999999999999</c:v>
                </c:pt>
                <c:pt idx="16">
                  <c:v>24.611999999999998</c:v>
                </c:pt>
                <c:pt idx="17">
                  <c:v>24.55</c:v>
                </c:pt>
                <c:pt idx="18">
                  <c:v>24.838999999999999</c:v>
                </c:pt>
                <c:pt idx="19">
                  <c:v>24.888999999999999</c:v>
                </c:pt>
                <c:pt idx="20">
                  <c:v>24.917000000000002</c:v>
                </c:pt>
                <c:pt idx="21">
                  <c:v>24.988</c:v>
                </c:pt>
                <c:pt idx="22">
                  <c:v>25.347999999999999</c:v>
                </c:pt>
                <c:pt idx="23">
                  <c:v>25.317</c:v>
                </c:pt>
                <c:pt idx="24">
                  <c:v>25.454000000000001</c:v>
                </c:pt>
                <c:pt idx="25">
                  <c:v>25.544</c:v>
                </c:pt>
                <c:pt idx="26">
                  <c:v>25.776</c:v>
                </c:pt>
                <c:pt idx="27">
                  <c:v>25.693000000000001</c:v>
                </c:pt>
                <c:pt idx="28">
                  <c:v>25.712</c:v>
                </c:pt>
                <c:pt idx="29">
                  <c:v>25.893999999999998</c:v>
                </c:pt>
                <c:pt idx="30">
                  <c:v>25.951000000000001</c:v>
                </c:pt>
                <c:pt idx="31">
                  <c:v>26.239000000000001</c:v>
                </c:pt>
                <c:pt idx="32">
                  <c:v>26.225000000000001</c:v>
                </c:pt>
                <c:pt idx="33">
                  <c:v>26.446000000000002</c:v>
                </c:pt>
                <c:pt idx="34">
                  <c:v>26.571999999999999</c:v>
                </c:pt>
                <c:pt idx="35">
                  <c:v>26.456</c:v>
                </c:pt>
                <c:pt idx="36">
                  <c:v>26.535</c:v>
                </c:pt>
                <c:pt idx="37">
                  <c:v>26.443000000000001</c:v>
                </c:pt>
                <c:pt idx="38">
                  <c:v>26.853999999999999</c:v>
                </c:pt>
                <c:pt idx="39">
                  <c:v>26.722999999999999</c:v>
                </c:pt>
                <c:pt idx="40">
                  <c:v>26.972000000000001</c:v>
                </c:pt>
                <c:pt idx="41">
                  <c:v>26.678000000000001</c:v>
                </c:pt>
                <c:pt idx="42">
                  <c:v>27.143999999999998</c:v>
                </c:pt>
                <c:pt idx="43">
                  <c:v>27.096</c:v>
                </c:pt>
                <c:pt idx="44">
                  <c:v>27.327000000000002</c:v>
                </c:pt>
                <c:pt idx="45">
                  <c:v>27.561</c:v>
                </c:pt>
                <c:pt idx="46">
                  <c:v>27.495999999999999</c:v>
                </c:pt>
                <c:pt idx="47">
                  <c:v>27.445</c:v>
                </c:pt>
                <c:pt idx="48">
                  <c:v>27.190999999999999</c:v>
                </c:pt>
                <c:pt idx="49">
                  <c:v>27.515000000000001</c:v>
                </c:pt>
                <c:pt idx="50">
                  <c:v>27.555</c:v>
                </c:pt>
                <c:pt idx="51">
                  <c:v>27.706</c:v>
                </c:pt>
                <c:pt idx="52">
                  <c:v>27.445</c:v>
                </c:pt>
                <c:pt idx="53">
                  <c:v>27.702999999999999</c:v>
                </c:pt>
                <c:pt idx="54">
                  <c:v>27.637</c:v>
                </c:pt>
                <c:pt idx="55">
                  <c:v>28.02</c:v>
                </c:pt>
                <c:pt idx="56">
                  <c:v>27.858000000000001</c:v>
                </c:pt>
                <c:pt idx="57">
                  <c:v>27.765999999999998</c:v>
                </c:pt>
                <c:pt idx="58">
                  <c:v>27.844000000000001</c:v>
                </c:pt>
                <c:pt idx="59">
                  <c:v>28.225999999999999</c:v>
                </c:pt>
                <c:pt idx="60">
                  <c:v>28.004000000000001</c:v>
                </c:pt>
                <c:pt idx="61">
                  <c:v>28.152000000000001</c:v>
                </c:pt>
                <c:pt idx="62">
                  <c:v>28.146000000000001</c:v>
                </c:pt>
                <c:pt idx="63">
                  <c:v>28.263000000000002</c:v>
                </c:pt>
                <c:pt idx="64">
                  <c:v>28.34</c:v>
                </c:pt>
                <c:pt idx="65">
                  <c:v>28.257999999999999</c:v>
                </c:pt>
                <c:pt idx="66">
                  <c:v>28.204000000000001</c:v>
                </c:pt>
                <c:pt idx="67">
                  <c:v>28.163</c:v>
                </c:pt>
                <c:pt idx="68">
                  <c:v>28.315000000000001</c:v>
                </c:pt>
                <c:pt idx="69">
                  <c:v>28.353000000000002</c:v>
                </c:pt>
                <c:pt idx="70">
                  <c:v>28.271000000000001</c:v>
                </c:pt>
                <c:pt idx="71">
                  <c:v>28.207999999999998</c:v>
                </c:pt>
                <c:pt idx="72">
                  <c:v>28.471</c:v>
                </c:pt>
                <c:pt idx="73">
                  <c:v>28.266999999999999</c:v>
                </c:pt>
                <c:pt idx="74">
                  <c:v>28.425999999999998</c:v>
                </c:pt>
                <c:pt idx="75">
                  <c:v>28.672000000000001</c:v>
                </c:pt>
                <c:pt idx="76">
                  <c:v>28.157</c:v>
                </c:pt>
                <c:pt idx="77">
                  <c:v>28.5</c:v>
                </c:pt>
                <c:pt idx="78">
                  <c:v>28.959</c:v>
                </c:pt>
                <c:pt idx="79">
                  <c:v>28.745999999999999</c:v>
                </c:pt>
                <c:pt idx="80">
                  <c:v>28.6</c:v>
                </c:pt>
                <c:pt idx="81">
                  <c:v>28.491</c:v>
                </c:pt>
                <c:pt idx="82">
                  <c:v>28.539000000000001</c:v>
                </c:pt>
                <c:pt idx="83">
                  <c:v>28.846</c:v>
                </c:pt>
                <c:pt idx="84">
                  <c:v>28.986999999999998</c:v>
                </c:pt>
                <c:pt idx="85">
                  <c:v>28.774999999999999</c:v>
                </c:pt>
                <c:pt idx="86">
                  <c:v>28.922999999999998</c:v>
                </c:pt>
                <c:pt idx="87">
                  <c:v>28.683</c:v>
                </c:pt>
                <c:pt idx="88">
                  <c:v>28.704000000000001</c:v>
                </c:pt>
                <c:pt idx="89">
                  <c:v>28.882000000000001</c:v>
                </c:pt>
                <c:pt idx="90">
                  <c:v>28.907</c:v>
                </c:pt>
                <c:pt idx="91">
                  <c:v>28.707000000000001</c:v>
                </c:pt>
                <c:pt idx="92">
                  <c:v>28.777000000000001</c:v>
                </c:pt>
                <c:pt idx="93">
                  <c:v>28.611000000000001</c:v>
                </c:pt>
                <c:pt idx="94">
                  <c:v>28.773</c:v>
                </c:pt>
                <c:pt idx="95">
                  <c:v>29.146999999999998</c:v>
                </c:pt>
                <c:pt idx="96">
                  <c:v>28.645</c:v>
                </c:pt>
                <c:pt idx="97">
                  <c:v>28.771000000000001</c:v>
                </c:pt>
                <c:pt idx="98">
                  <c:v>28.832000000000001</c:v>
                </c:pt>
                <c:pt idx="99">
                  <c:v>28.766999999999999</c:v>
                </c:pt>
                <c:pt idx="100">
                  <c:v>28.698</c:v>
                </c:pt>
                <c:pt idx="101">
                  <c:v>28.744</c:v>
                </c:pt>
                <c:pt idx="102">
                  <c:v>28.812000000000001</c:v>
                </c:pt>
                <c:pt idx="103">
                  <c:v>28.718</c:v>
                </c:pt>
                <c:pt idx="104">
                  <c:v>28.556999999999999</c:v>
                </c:pt>
                <c:pt idx="105">
                  <c:v>28.721</c:v>
                </c:pt>
                <c:pt idx="106">
                  <c:v>28.712</c:v>
                </c:pt>
                <c:pt idx="107">
                  <c:v>28.818000000000001</c:v>
                </c:pt>
                <c:pt idx="108">
                  <c:v>28.876999999999999</c:v>
                </c:pt>
                <c:pt idx="109">
                  <c:v>29.073</c:v>
                </c:pt>
                <c:pt idx="110">
                  <c:v>28.962</c:v>
                </c:pt>
                <c:pt idx="111">
                  <c:v>28.850999999999999</c:v>
                </c:pt>
                <c:pt idx="112">
                  <c:v>28.701000000000001</c:v>
                </c:pt>
                <c:pt idx="113">
                  <c:v>28.952999999999999</c:v>
                </c:pt>
                <c:pt idx="114">
                  <c:v>28.869</c:v>
                </c:pt>
                <c:pt idx="115">
                  <c:v>28.911999999999999</c:v>
                </c:pt>
                <c:pt idx="116">
                  <c:v>28.858000000000001</c:v>
                </c:pt>
                <c:pt idx="117">
                  <c:v>28.722999999999999</c:v>
                </c:pt>
                <c:pt idx="118">
                  <c:v>29.013999999999999</c:v>
                </c:pt>
                <c:pt idx="119">
                  <c:v>28.841000000000001</c:v>
                </c:pt>
                <c:pt idx="120">
                  <c:v>29.065000000000001</c:v>
                </c:pt>
                <c:pt idx="121">
                  <c:v>28.867000000000001</c:v>
                </c:pt>
                <c:pt idx="122">
                  <c:v>28.754999999999999</c:v>
                </c:pt>
                <c:pt idx="123">
                  <c:v>28.971</c:v>
                </c:pt>
                <c:pt idx="124">
                  <c:v>29.248000000000001</c:v>
                </c:pt>
                <c:pt idx="125">
                  <c:v>28.960999999999999</c:v>
                </c:pt>
                <c:pt idx="126">
                  <c:v>28.978999999999999</c:v>
                </c:pt>
                <c:pt idx="127">
                  <c:v>29.279</c:v>
                </c:pt>
                <c:pt idx="128">
                  <c:v>29.036000000000001</c:v>
                </c:pt>
                <c:pt idx="129">
                  <c:v>29.09</c:v>
                </c:pt>
                <c:pt idx="130">
                  <c:v>29.204999999999998</c:v>
                </c:pt>
                <c:pt idx="131">
                  <c:v>28.945</c:v>
                </c:pt>
                <c:pt idx="132">
                  <c:v>29.202000000000002</c:v>
                </c:pt>
                <c:pt idx="133">
                  <c:v>29.146999999999998</c:v>
                </c:pt>
                <c:pt idx="134">
                  <c:v>29.266999999999999</c:v>
                </c:pt>
                <c:pt idx="135">
                  <c:v>29.204999999999998</c:v>
                </c:pt>
                <c:pt idx="136">
                  <c:v>29.33</c:v>
                </c:pt>
                <c:pt idx="137">
                  <c:v>29.445</c:v>
                </c:pt>
                <c:pt idx="138">
                  <c:v>29.364000000000001</c:v>
                </c:pt>
                <c:pt idx="139">
                  <c:v>29.120999999999999</c:v>
                </c:pt>
                <c:pt idx="140">
                  <c:v>29.247</c:v>
                </c:pt>
                <c:pt idx="141">
                  <c:v>28.895</c:v>
                </c:pt>
                <c:pt idx="142">
                  <c:v>29.050999999999998</c:v>
                </c:pt>
                <c:pt idx="143">
                  <c:v>28.869</c:v>
                </c:pt>
                <c:pt idx="144">
                  <c:v>29.004999999999999</c:v>
                </c:pt>
                <c:pt idx="145">
                  <c:v>29.085999999999999</c:v>
                </c:pt>
                <c:pt idx="146">
                  <c:v>29.03</c:v>
                </c:pt>
                <c:pt idx="147">
                  <c:v>29.117999999999999</c:v>
                </c:pt>
                <c:pt idx="148">
                  <c:v>28.899000000000001</c:v>
                </c:pt>
                <c:pt idx="149">
                  <c:v>28.817</c:v>
                </c:pt>
                <c:pt idx="150">
                  <c:v>28.928999999999998</c:v>
                </c:pt>
                <c:pt idx="151">
                  <c:v>28.655999999999999</c:v>
                </c:pt>
                <c:pt idx="152">
                  <c:v>28.62</c:v>
                </c:pt>
                <c:pt idx="153">
                  <c:v>28.608000000000001</c:v>
                </c:pt>
                <c:pt idx="154">
                  <c:v>28.48</c:v>
                </c:pt>
                <c:pt idx="155">
                  <c:v>28.457000000000001</c:v>
                </c:pt>
                <c:pt idx="156">
                  <c:v>28.518000000000001</c:v>
                </c:pt>
                <c:pt idx="157">
                  <c:v>28.544</c:v>
                </c:pt>
                <c:pt idx="158">
                  <c:v>28.353999999999999</c:v>
                </c:pt>
                <c:pt idx="159">
                  <c:v>28.317</c:v>
                </c:pt>
                <c:pt idx="160">
                  <c:v>27.83</c:v>
                </c:pt>
                <c:pt idx="161">
                  <c:v>28.364000000000001</c:v>
                </c:pt>
                <c:pt idx="162">
                  <c:v>27.975000000000001</c:v>
                </c:pt>
                <c:pt idx="163">
                  <c:v>28.29</c:v>
                </c:pt>
                <c:pt idx="164">
                  <c:v>28.07</c:v>
                </c:pt>
                <c:pt idx="165">
                  <c:v>27.896999999999998</c:v>
                </c:pt>
                <c:pt idx="166">
                  <c:v>27.608000000000001</c:v>
                </c:pt>
                <c:pt idx="167">
                  <c:v>27.83</c:v>
                </c:pt>
                <c:pt idx="168">
                  <c:v>27.550999999999998</c:v>
                </c:pt>
                <c:pt idx="169">
                  <c:v>28.013000000000002</c:v>
                </c:pt>
                <c:pt idx="170">
                  <c:v>27.841000000000001</c:v>
                </c:pt>
                <c:pt idx="171">
                  <c:v>27.896000000000001</c:v>
                </c:pt>
                <c:pt idx="172">
                  <c:v>27.577999999999999</c:v>
                </c:pt>
                <c:pt idx="173">
                  <c:v>27.582999999999998</c:v>
                </c:pt>
                <c:pt idx="174">
                  <c:v>27.919</c:v>
                </c:pt>
                <c:pt idx="175">
                  <c:v>27.556000000000001</c:v>
                </c:pt>
                <c:pt idx="176">
                  <c:v>27.481000000000002</c:v>
                </c:pt>
                <c:pt idx="177">
                  <c:v>27.86</c:v>
                </c:pt>
                <c:pt idx="178">
                  <c:v>27.503</c:v>
                </c:pt>
                <c:pt idx="179">
                  <c:v>27.388000000000002</c:v>
                </c:pt>
                <c:pt idx="180">
                  <c:v>27.184000000000001</c:v>
                </c:pt>
                <c:pt idx="181">
                  <c:v>27.417999999999999</c:v>
                </c:pt>
                <c:pt idx="182">
                  <c:v>27.097999999999999</c:v>
                </c:pt>
                <c:pt idx="183">
                  <c:v>27.24</c:v>
                </c:pt>
                <c:pt idx="184">
                  <c:v>27.131</c:v>
                </c:pt>
                <c:pt idx="185">
                  <c:v>26.940999999999999</c:v>
                </c:pt>
                <c:pt idx="186">
                  <c:v>26.71</c:v>
                </c:pt>
                <c:pt idx="187">
                  <c:v>26.86</c:v>
                </c:pt>
                <c:pt idx="188">
                  <c:v>27.071000000000002</c:v>
                </c:pt>
                <c:pt idx="189">
                  <c:v>27.193000000000001</c:v>
                </c:pt>
                <c:pt idx="190">
                  <c:v>26.579000000000001</c:v>
                </c:pt>
                <c:pt idx="191">
                  <c:v>26.754000000000001</c:v>
                </c:pt>
                <c:pt idx="192">
                  <c:v>27.096</c:v>
                </c:pt>
                <c:pt idx="193">
                  <c:v>26.734000000000002</c:v>
                </c:pt>
                <c:pt idx="194">
                  <c:v>26.614000000000001</c:v>
                </c:pt>
                <c:pt idx="195">
                  <c:v>26.536000000000001</c:v>
                </c:pt>
                <c:pt idx="196">
                  <c:v>26.271000000000001</c:v>
                </c:pt>
                <c:pt idx="197">
                  <c:v>26.413</c:v>
                </c:pt>
                <c:pt idx="198">
                  <c:v>26.248000000000001</c:v>
                </c:pt>
                <c:pt idx="199">
                  <c:v>26.212</c:v>
                </c:pt>
                <c:pt idx="200">
                  <c:v>26.053000000000001</c:v>
                </c:pt>
                <c:pt idx="201">
                  <c:v>25.861000000000001</c:v>
                </c:pt>
                <c:pt idx="202">
                  <c:v>26.042000000000002</c:v>
                </c:pt>
                <c:pt idx="203">
                  <c:v>25.829000000000001</c:v>
                </c:pt>
                <c:pt idx="204">
                  <c:v>26.047000000000001</c:v>
                </c:pt>
                <c:pt idx="205">
                  <c:v>25.751999999999999</c:v>
                </c:pt>
                <c:pt idx="206">
                  <c:v>25.812000000000001</c:v>
                </c:pt>
                <c:pt idx="207">
                  <c:v>25.991</c:v>
                </c:pt>
                <c:pt idx="208">
                  <c:v>25.77</c:v>
                </c:pt>
                <c:pt idx="209">
                  <c:v>25.178000000000001</c:v>
                </c:pt>
                <c:pt idx="210">
                  <c:v>25.596</c:v>
                </c:pt>
                <c:pt idx="211">
                  <c:v>25.373999999999999</c:v>
                </c:pt>
                <c:pt idx="212">
                  <c:v>25.667000000000002</c:v>
                </c:pt>
                <c:pt idx="213">
                  <c:v>25.294</c:v>
                </c:pt>
                <c:pt idx="214">
                  <c:v>25.236999999999998</c:v>
                </c:pt>
                <c:pt idx="215">
                  <c:v>25.25</c:v>
                </c:pt>
                <c:pt idx="216">
                  <c:v>25.05</c:v>
                </c:pt>
                <c:pt idx="217">
                  <c:v>25.486000000000001</c:v>
                </c:pt>
                <c:pt idx="218">
                  <c:v>24.951000000000001</c:v>
                </c:pt>
                <c:pt idx="219">
                  <c:v>25.195</c:v>
                </c:pt>
                <c:pt idx="220">
                  <c:v>25.087</c:v>
                </c:pt>
                <c:pt idx="221">
                  <c:v>24.829000000000001</c:v>
                </c:pt>
                <c:pt idx="222">
                  <c:v>25.126999999999999</c:v>
                </c:pt>
                <c:pt idx="223">
                  <c:v>24.864000000000001</c:v>
                </c:pt>
                <c:pt idx="224">
                  <c:v>24.751000000000001</c:v>
                </c:pt>
                <c:pt idx="225">
                  <c:v>24.727</c:v>
                </c:pt>
                <c:pt idx="226">
                  <c:v>24.594999999999999</c:v>
                </c:pt>
                <c:pt idx="227">
                  <c:v>24.885000000000002</c:v>
                </c:pt>
                <c:pt idx="228">
                  <c:v>25.039000000000001</c:v>
                </c:pt>
                <c:pt idx="229">
                  <c:v>24.780999999999999</c:v>
                </c:pt>
                <c:pt idx="230">
                  <c:v>24.454999999999998</c:v>
                </c:pt>
                <c:pt idx="231">
                  <c:v>24.396999999999998</c:v>
                </c:pt>
                <c:pt idx="232">
                  <c:v>24.489000000000001</c:v>
                </c:pt>
                <c:pt idx="233">
                  <c:v>24.535</c:v>
                </c:pt>
                <c:pt idx="234">
                  <c:v>24.603999999999999</c:v>
                </c:pt>
                <c:pt idx="235">
                  <c:v>24.27</c:v>
                </c:pt>
                <c:pt idx="236">
                  <c:v>24.244</c:v>
                </c:pt>
                <c:pt idx="237">
                  <c:v>24.22</c:v>
                </c:pt>
                <c:pt idx="238">
                  <c:v>24.32</c:v>
                </c:pt>
                <c:pt idx="239">
                  <c:v>24.184999999999999</c:v>
                </c:pt>
                <c:pt idx="240">
                  <c:v>24.071999999999999</c:v>
                </c:pt>
                <c:pt idx="241">
                  <c:v>23.904</c:v>
                </c:pt>
                <c:pt idx="242">
                  <c:v>23.861000000000001</c:v>
                </c:pt>
                <c:pt idx="243">
                  <c:v>23.847999999999999</c:v>
                </c:pt>
                <c:pt idx="244">
                  <c:v>24.021999999999998</c:v>
                </c:pt>
                <c:pt idx="245">
                  <c:v>24.201000000000001</c:v>
                </c:pt>
                <c:pt idx="246">
                  <c:v>24.032</c:v>
                </c:pt>
                <c:pt idx="247">
                  <c:v>23.754000000000001</c:v>
                </c:pt>
                <c:pt idx="248">
                  <c:v>23.57</c:v>
                </c:pt>
                <c:pt idx="249">
                  <c:v>23.684000000000001</c:v>
                </c:pt>
                <c:pt idx="250">
                  <c:v>23.648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1E-42AA-9E97-44E54B75CA7B}"/>
            </c:ext>
          </c:extLst>
        </c:ser>
        <c:ser>
          <c:idx val="1"/>
          <c:order val="1"/>
          <c:tx>
            <c:strRef>
              <c:f>'Frequency vs Gain (Tx)'!$D$2</c:f>
              <c:strCache>
                <c:ptCount val="1"/>
                <c:pt idx="0">
                  <c:v>H1B0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'Frequency vs Gain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'Frequency vs Gain (Tx)'!$D$3:$D$253</c:f>
              <c:numCache>
                <c:formatCode>0.00_ </c:formatCode>
                <c:ptCount val="251"/>
                <c:pt idx="0">
                  <c:v>22.029</c:v>
                </c:pt>
                <c:pt idx="1">
                  <c:v>22.123999999999999</c:v>
                </c:pt>
                <c:pt idx="2">
                  <c:v>22.123000000000001</c:v>
                </c:pt>
                <c:pt idx="3">
                  <c:v>22.324000000000002</c:v>
                </c:pt>
                <c:pt idx="4">
                  <c:v>22.298999999999999</c:v>
                </c:pt>
                <c:pt idx="5">
                  <c:v>22.614000000000001</c:v>
                </c:pt>
                <c:pt idx="6">
                  <c:v>22.501999999999999</c:v>
                </c:pt>
                <c:pt idx="7">
                  <c:v>22.710999999999999</c:v>
                </c:pt>
                <c:pt idx="8">
                  <c:v>22.728999999999999</c:v>
                </c:pt>
                <c:pt idx="9">
                  <c:v>22.908000000000001</c:v>
                </c:pt>
                <c:pt idx="10">
                  <c:v>22.922999999999998</c:v>
                </c:pt>
                <c:pt idx="11">
                  <c:v>23.135000000000002</c:v>
                </c:pt>
                <c:pt idx="12">
                  <c:v>23.052</c:v>
                </c:pt>
                <c:pt idx="13">
                  <c:v>23.291</c:v>
                </c:pt>
                <c:pt idx="14">
                  <c:v>23.268000000000001</c:v>
                </c:pt>
                <c:pt idx="15">
                  <c:v>23.44</c:v>
                </c:pt>
                <c:pt idx="16">
                  <c:v>23.484999999999999</c:v>
                </c:pt>
                <c:pt idx="17">
                  <c:v>23.47</c:v>
                </c:pt>
                <c:pt idx="18">
                  <c:v>23.582000000000001</c:v>
                </c:pt>
                <c:pt idx="19">
                  <c:v>23.678999999999998</c:v>
                </c:pt>
                <c:pt idx="20">
                  <c:v>23.713999999999999</c:v>
                </c:pt>
                <c:pt idx="21">
                  <c:v>23.739000000000001</c:v>
                </c:pt>
                <c:pt idx="22">
                  <c:v>23.876000000000001</c:v>
                </c:pt>
                <c:pt idx="23">
                  <c:v>24.045999999999999</c:v>
                </c:pt>
                <c:pt idx="24">
                  <c:v>24.085999999999999</c:v>
                </c:pt>
                <c:pt idx="25">
                  <c:v>24.143000000000001</c:v>
                </c:pt>
                <c:pt idx="26">
                  <c:v>24.271999999999998</c:v>
                </c:pt>
                <c:pt idx="27">
                  <c:v>24.260999999999999</c:v>
                </c:pt>
                <c:pt idx="28">
                  <c:v>24.27</c:v>
                </c:pt>
                <c:pt idx="29">
                  <c:v>24.364999999999998</c:v>
                </c:pt>
                <c:pt idx="30">
                  <c:v>24.486999999999998</c:v>
                </c:pt>
                <c:pt idx="31">
                  <c:v>24.675000000000001</c:v>
                </c:pt>
                <c:pt idx="32">
                  <c:v>24.623999999999999</c:v>
                </c:pt>
                <c:pt idx="33">
                  <c:v>24.713999999999999</c:v>
                </c:pt>
                <c:pt idx="34">
                  <c:v>24.855</c:v>
                </c:pt>
                <c:pt idx="35">
                  <c:v>24.707999999999998</c:v>
                </c:pt>
                <c:pt idx="36">
                  <c:v>24.927</c:v>
                </c:pt>
                <c:pt idx="37">
                  <c:v>24.937999999999999</c:v>
                </c:pt>
                <c:pt idx="38">
                  <c:v>25.085999999999999</c:v>
                </c:pt>
                <c:pt idx="39">
                  <c:v>24.981999999999999</c:v>
                </c:pt>
                <c:pt idx="40">
                  <c:v>25.234000000000002</c:v>
                </c:pt>
                <c:pt idx="41">
                  <c:v>25.096</c:v>
                </c:pt>
                <c:pt idx="42">
                  <c:v>25.331</c:v>
                </c:pt>
                <c:pt idx="43">
                  <c:v>25.303999999999998</c:v>
                </c:pt>
                <c:pt idx="44">
                  <c:v>25.422999999999998</c:v>
                </c:pt>
                <c:pt idx="45">
                  <c:v>25.736999999999998</c:v>
                </c:pt>
                <c:pt idx="46">
                  <c:v>25.564</c:v>
                </c:pt>
                <c:pt idx="47">
                  <c:v>25.588000000000001</c:v>
                </c:pt>
                <c:pt idx="48">
                  <c:v>25.513999999999999</c:v>
                </c:pt>
                <c:pt idx="49">
                  <c:v>25.693999999999999</c:v>
                </c:pt>
                <c:pt idx="50">
                  <c:v>25.841000000000001</c:v>
                </c:pt>
                <c:pt idx="51">
                  <c:v>25.837</c:v>
                </c:pt>
                <c:pt idx="52">
                  <c:v>25.722000000000001</c:v>
                </c:pt>
                <c:pt idx="53">
                  <c:v>25.913</c:v>
                </c:pt>
                <c:pt idx="54">
                  <c:v>25.992000000000001</c:v>
                </c:pt>
                <c:pt idx="55">
                  <c:v>26.170999999999999</c:v>
                </c:pt>
                <c:pt idx="56">
                  <c:v>26.141999999999999</c:v>
                </c:pt>
                <c:pt idx="57">
                  <c:v>26.085000000000001</c:v>
                </c:pt>
                <c:pt idx="58">
                  <c:v>26.097000000000001</c:v>
                </c:pt>
                <c:pt idx="59">
                  <c:v>26.364000000000001</c:v>
                </c:pt>
                <c:pt idx="60">
                  <c:v>26.321000000000002</c:v>
                </c:pt>
                <c:pt idx="61">
                  <c:v>26.442</c:v>
                </c:pt>
                <c:pt idx="62">
                  <c:v>26.425000000000001</c:v>
                </c:pt>
                <c:pt idx="63">
                  <c:v>26.475000000000001</c:v>
                </c:pt>
                <c:pt idx="64">
                  <c:v>26.63</c:v>
                </c:pt>
                <c:pt idx="65">
                  <c:v>26.587</c:v>
                </c:pt>
                <c:pt idx="66">
                  <c:v>26.61</c:v>
                </c:pt>
                <c:pt idx="67">
                  <c:v>26.497</c:v>
                </c:pt>
                <c:pt idx="68">
                  <c:v>26.721</c:v>
                </c:pt>
                <c:pt idx="69">
                  <c:v>26.809000000000001</c:v>
                </c:pt>
                <c:pt idx="70">
                  <c:v>26.8</c:v>
                </c:pt>
                <c:pt idx="71">
                  <c:v>26.771999999999998</c:v>
                </c:pt>
                <c:pt idx="72">
                  <c:v>26.931999999999999</c:v>
                </c:pt>
                <c:pt idx="73">
                  <c:v>26.934999999999999</c:v>
                </c:pt>
                <c:pt idx="74">
                  <c:v>27.059000000000001</c:v>
                </c:pt>
                <c:pt idx="75">
                  <c:v>27.15</c:v>
                </c:pt>
                <c:pt idx="76">
                  <c:v>26.943000000000001</c:v>
                </c:pt>
                <c:pt idx="77">
                  <c:v>27.082999999999998</c:v>
                </c:pt>
                <c:pt idx="78">
                  <c:v>27.375</c:v>
                </c:pt>
                <c:pt idx="79">
                  <c:v>27.312000000000001</c:v>
                </c:pt>
                <c:pt idx="80">
                  <c:v>27.242999999999999</c:v>
                </c:pt>
                <c:pt idx="81">
                  <c:v>27.074999999999999</c:v>
                </c:pt>
                <c:pt idx="82">
                  <c:v>27.193000000000001</c:v>
                </c:pt>
                <c:pt idx="83">
                  <c:v>27.402999999999999</c:v>
                </c:pt>
                <c:pt idx="84">
                  <c:v>27.391999999999999</c:v>
                </c:pt>
                <c:pt idx="85">
                  <c:v>27.314</c:v>
                </c:pt>
                <c:pt idx="86">
                  <c:v>27.439</c:v>
                </c:pt>
                <c:pt idx="87">
                  <c:v>27.317</c:v>
                </c:pt>
                <c:pt idx="88">
                  <c:v>27.277000000000001</c:v>
                </c:pt>
                <c:pt idx="89">
                  <c:v>27.341000000000001</c:v>
                </c:pt>
                <c:pt idx="90">
                  <c:v>27.4</c:v>
                </c:pt>
                <c:pt idx="91">
                  <c:v>27.361000000000001</c:v>
                </c:pt>
                <c:pt idx="92">
                  <c:v>27.39</c:v>
                </c:pt>
                <c:pt idx="93">
                  <c:v>27.297000000000001</c:v>
                </c:pt>
                <c:pt idx="94">
                  <c:v>27.353000000000002</c:v>
                </c:pt>
                <c:pt idx="95">
                  <c:v>27.48</c:v>
                </c:pt>
                <c:pt idx="96">
                  <c:v>27.175000000000001</c:v>
                </c:pt>
                <c:pt idx="97">
                  <c:v>27.332999999999998</c:v>
                </c:pt>
                <c:pt idx="98">
                  <c:v>27.385999999999999</c:v>
                </c:pt>
                <c:pt idx="99">
                  <c:v>27.363</c:v>
                </c:pt>
                <c:pt idx="100">
                  <c:v>27.247</c:v>
                </c:pt>
                <c:pt idx="101">
                  <c:v>27.364999999999998</c:v>
                </c:pt>
                <c:pt idx="102">
                  <c:v>27.344000000000001</c:v>
                </c:pt>
                <c:pt idx="103">
                  <c:v>27.358000000000001</c:v>
                </c:pt>
                <c:pt idx="104">
                  <c:v>27.212</c:v>
                </c:pt>
                <c:pt idx="105">
                  <c:v>27.295999999999999</c:v>
                </c:pt>
                <c:pt idx="106">
                  <c:v>27.318000000000001</c:v>
                </c:pt>
                <c:pt idx="107">
                  <c:v>27.251999999999999</c:v>
                </c:pt>
                <c:pt idx="108">
                  <c:v>27.361000000000001</c:v>
                </c:pt>
                <c:pt idx="109">
                  <c:v>27.469000000000001</c:v>
                </c:pt>
                <c:pt idx="110">
                  <c:v>27.381</c:v>
                </c:pt>
                <c:pt idx="111">
                  <c:v>27.302</c:v>
                </c:pt>
                <c:pt idx="112">
                  <c:v>27.317</c:v>
                </c:pt>
                <c:pt idx="113">
                  <c:v>27.396000000000001</c:v>
                </c:pt>
                <c:pt idx="114">
                  <c:v>27.356999999999999</c:v>
                </c:pt>
                <c:pt idx="115">
                  <c:v>27.327000000000002</c:v>
                </c:pt>
                <c:pt idx="116">
                  <c:v>27.344999999999999</c:v>
                </c:pt>
                <c:pt idx="117">
                  <c:v>27.132000000000001</c:v>
                </c:pt>
                <c:pt idx="118">
                  <c:v>27.251999999999999</c:v>
                </c:pt>
                <c:pt idx="119">
                  <c:v>27.143000000000001</c:v>
                </c:pt>
                <c:pt idx="120">
                  <c:v>27.271999999999998</c:v>
                </c:pt>
                <c:pt idx="121">
                  <c:v>27.215</c:v>
                </c:pt>
                <c:pt idx="122">
                  <c:v>27.053000000000001</c:v>
                </c:pt>
                <c:pt idx="123">
                  <c:v>27.207999999999998</c:v>
                </c:pt>
                <c:pt idx="124">
                  <c:v>27.347000000000001</c:v>
                </c:pt>
                <c:pt idx="125">
                  <c:v>27.088000000000001</c:v>
                </c:pt>
                <c:pt idx="126">
                  <c:v>27.009</c:v>
                </c:pt>
                <c:pt idx="127">
                  <c:v>27.225000000000001</c:v>
                </c:pt>
                <c:pt idx="128">
                  <c:v>27.02</c:v>
                </c:pt>
                <c:pt idx="129">
                  <c:v>27.018999999999998</c:v>
                </c:pt>
                <c:pt idx="130">
                  <c:v>27.091000000000001</c:v>
                </c:pt>
                <c:pt idx="131">
                  <c:v>26.895</c:v>
                </c:pt>
                <c:pt idx="132">
                  <c:v>27.047999999999998</c:v>
                </c:pt>
                <c:pt idx="133">
                  <c:v>26.992999999999999</c:v>
                </c:pt>
                <c:pt idx="134">
                  <c:v>27.02</c:v>
                </c:pt>
                <c:pt idx="135">
                  <c:v>26.981000000000002</c:v>
                </c:pt>
                <c:pt idx="136">
                  <c:v>27.164999999999999</c:v>
                </c:pt>
                <c:pt idx="137">
                  <c:v>27.1</c:v>
                </c:pt>
                <c:pt idx="138">
                  <c:v>27.213999999999999</c:v>
                </c:pt>
                <c:pt idx="139">
                  <c:v>27.132000000000001</c:v>
                </c:pt>
                <c:pt idx="140">
                  <c:v>27.137</c:v>
                </c:pt>
                <c:pt idx="141">
                  <c:v>27.047000000000001</c:v>
                </c:pt>
                <c:pt idx="142">
                  <c:v>27.027999999999999</c:v>
                </c:pt>
                <c:pt idx="143">
                  <c:v>26.959</c:v>
                </c:pt>
                <c:pt idx="144">
                  <c:v>26.917000000000002</c:v>
                </c:pt>
                <c:pt idx="145">
                  <c:v>27.071999999999999</c:v>
                </c:pt>
                <c:pt idx="146">
                  <c:v>27.068000000000001</c:v>
                </c:pt>
                <c:pt idx="147">
                  <c:v>27.239000000000001</c:v>
                </c:pt>
                <c:pt idx="148">
                  <c:v>26.968</c:v>
                </c:pt>
                <c:pt idx="149">
                  <c:v>27.076000000000001</c:v>
                </c:pt>
                <c:pt idx="150">
                  <c:v>27.091999999999999</c:v>
                </c:pt>
                <c:pt idx="151">
                  <c:v>26.981000000000002</c:v>
                </c:pt>
                <c:pt idx="152">
                  <c:v>26.856000000000002</c:v>
                </c:pt>
                <c:pt idx="153">
                  <c:v>26.957999999999998</c:v>
                </c:pt>
                <c:pt idx="154">
                  <c:v>26.925999999999998</c:v>
                </c:pt>
                <c:pt idx="155">
                  <c:v>26.972000000000001</c:v>
                </c:pt>
                <c:pt idx="156">
                  <c:v>27.062000000000001</c:v>
                </c:pt>
                <c:pt idx="157">
                  <c:v>27.058</c:v>
                </c:pt>
                <c:pt idx="158">
                  <c:v>26.94</c:v>
                </c:pt>
                <c:pt idx="159">
                  <c:v>26.949000000000002</c:v>
                </c:pt>
                <c:pt idx="160">
                  <c:v>26.715</c:v>
                </c:pt>
                <c:pt idx="161">
                  <c:v>26.998000000000001</c:v>
                </c:pt>
                <c:pt idx="162">
                  <c:v>26.861999999999998</c:v>
                </c:pt>
                <c:pt idx="163">
                  <c:v>26.800999999999998</c:v>
                </c:pt>
                <c:pt idx="164">
                  <c:v>26.843</c:v>
                </c:pt>
                <c:pt idx="165">
                  <c:v>26.684999999999999</c:v>
                </c:pt>
                <c:pt idx="166">
                  <c:v>26.503</c:v>
                </c:pt>
                <c:pt idx="167">
                  <c:v>26.72</c:v>
                </c:pt>
                <c:pt idx="168">
                  <c:v>26.565999999999999</c:v>
                </c:pt>
                <c:pt idx="169">
                  <c:v>26.654</c:v>
                </c:pt>
                <c:pt idx="170">
                  <c:v>26.582000000000001</c:v>
                </c:pt>
                <c:pt idx="171">
                  <c:v>26.734000000000002</c:v>
                </c:pt>
                <c:pt idx="172">
                  <c:v>26.466000000000001</c:v>
                </c:pt>
                <c:pt idx="173">
                  <c:v>26.347000000000001</c:v>
                </c:pt>
                <c:pt idx="174">
                  <c:v>26.591999999999999</c:v>
                </c:pt>
                <c:pt idx="175">
                  <c:v>26.451000000000001</c:v>
                </c:pt>
                <c:pt idx="176">
                  <c:v>26.236999999999998</c:v>
                </c:pt>
                <c:pt idx="177">
                  <c:v>26.35</c:v>
                </c:pt>
                <c:pt idx="178">
                  <c:v>26.271000000000001</c:v>
                </c:pt>
                <c:pt idx="179">
                  <c:v>26.084</c:v>
                </c:pt>
                <c:pt idx="180">
                  <c:v>25.963000000000001</c:v>
                </c:pt>
                <c:pt idx="181">
                  <c:v>26.042999999999999</c:v>
                </c:pt>
                <c:pt idx="182">
                  <c:v>25.853000000000002</c:v>
                </c:pt>
                <c:pt idx="183">
                  <c:v>25.907</c:v>
                </c:pt>
                <c:pt idx="184">
                  <c:v>25.725000000000001</c:v>
                </c:pt>
                <c:pt idx="185">
                  <c:v>25.692</c:v>
                </c:pt>
                <c:pt idx="186">
                  <c:v>25.404</c:v>
                </c:pt>
                <c:pt idx="187">
                  <c:v>25.542999999999999</c:v>
                </c:pt>
                <c:pt idx="188">
                  <c:v>25.67</c:v>
                </c:pt>
                <c:pt idx="189">
                  <c:v>25.63</c:v>
                </c:pt>
                <c:pt idx="190">
                  <c:v>25.266999999999999</c:v>
                </c:pt>
                <c:pt idx="191">
                  <c:v>25.346</c:v>
                </c:pt>
                <c:pt idx="192">
                  <c:v>25.552</c:v>
                </c:pt>
                <c:pt idx="193">
                  <c:v>25.373999999999999</c:v>
                </c:pt>
                <c:pt idx="194">
                  <c:v>25.192</c:v>
                </c:pt>
                <c:pt idx="195">
                  <c:v>25.114999999999998</c:v>
                </c:pt>
                <c:pt idx="196">
                  <c:v>24.945</c:v>
                </c:pt>
                <c:pt idx="197">
                  <c:v>25.042999999999999</c:v>
                </c:pt>
                <c:pt idx="198">
                  <c:v>24.876000000000001</c:v>
                </c:pt>
                <c:pt idx="199">
                  <c:v>24.792999999999999</c:v>
                </c:pt>
                <c:pt idx="200">
                  <c:v>24.812999999999999</c:v>
                </c:pt>
                <c:pt idx="201">
                  <c:v>24.606000000000002</c:v>
                </c:pt>
                <c:pt idx="202">
                  <c:v>24.661999999999999</c:v>
                </c:pt>
                <c:pt idx="203">
                  <c:v>24.634</c:v>
                </c:pt>
                <c:pt idx="204">
                  <c:v>24.684000000000001</c:v>
                </c:pt>
                <c:pt idx="205">
                  <c:v>24.449000000000002</c:v>
                </c:pt>
                <c:pt idx="206">
                  <c:v>24.506</c:v>
                </c:pt>
                <c:pt idx="207">
                  <c:v>24.591999999999999</c:v>
                </c:pt>
                <c:pt idx="208">
                  <c:v>24.524999999999999</c:v>
                </c:pt>
                <c:pt idx="209">
                  <c:v>24.119</c:v>
                </c:pt>
                <c:pt idx="210">
                  <c:v>24.216000000000001</c:v>
                </c:pt>
                <c:pt idx="211">
                  <c:v>24.212</c:v>
                </c:pt>
                <c:pt idx="212">
                  <c:v>24.555</c:v>
                </c:pt>
                <c:pt idx="213">
                  <c:v>24.135999999999999</c:v>
                </c:pt>
                <c:pt idx="214">
                  <c:v>24.196000000000002</c:v>
                </c:pt>
                <c:pt idx="215">
                  <c:v>24.122</c:v>
                </c:pt>
                <c:pt idx="216">
                  <c:v>24.113</c:v>
                </c:pt>
                <c:pt idx="217">
                  <c:v>24.312999999999999</c:v>
                </c:pt>
                <c:pt idx="218">
                  <c:v>23.9</c:v>
                </c:pt>
                <c:pt idx="219">
                  <c:v>24.016999999999999</c:v>
                </c:pt>
                <c:pt idx="220">
                  <c:v>24.013000000000002</c:v>
                </c:pt>
                <c:pt idx="221">
                  <c:v>23.946000000000002</c:v>
                </c:pt>
                <c:pt idx="222">
                  <c:v>23.984000000000002</c:v>
                </c:pt>
                <c:pt idx="223">
                  <c:v>24.016999999999999</c:v>
                </c:pt>
                <c:pt idx="224">
                  <c:v>23.763000000000002</c:v>
                </c:pt>
                <c:pt idx="225">
                  <c:v>23.812000000000001</c:v>
                </c:pt>
                <c:pt idx="226">
                  <c:v>23.617000000000001</c:v>
                </c:pt>
                <c:pt idx="227">
                  <c:v>23.780999999999999</c:v>
                </c:pt>
                <c:pt idx="228">
                  <c:v>23.905000000000001</c:v>
                </c:pt>
                <c:pt idx="229">
                  <c:v>23.893000000000001</c:v>
                </c:pt>
                <c:pt idx="230">
                  <c:v>23.548999999999999</c:v>
                </c:pt>
                <c:pt idx="231">
                  <c:v>23.62</c:v>
                </c:pt>
                <c:pt idx="232">
                  <c:v>23.704999999999998</c:v>
                </c:pt>
                <c:pt idx="233">
                  <c:v>23.577999999999999</c:v>
                </c:pt>
                <c:pt idx="234">
                  <c:v>23.564</c:v>
                </c:pt>
                <c:pt idx="235">
                  <c:v>23.417999999999999</c:v>
                </c:pt>
                <c:pt idx="236">
                  <c:v>23.326000000000001</c:v>
                </c:pt>
                <c:pt idx="237">
                  <c:v>23.300999999999998</c:v>
                </c:pt>
                <c:pt idx="238">
                  <c:v>23.231999999999999</c:v>
                </c:pt>
                <c:pt idx="239">
                  <c:v>23.161999999999999</c:v>
                </c:pt>
                <c:pt idx="240">
                  <c:v>23.12</c:v>
                </c:pt>
                <c:pt idx="241">
                  <c:v>23.001999999999999</c:v>
                </c:pt>
                <c:pt idx="242">
                  <c:v>22.962</c:v>
                </c:pt>
                <c:pt idx="243">
                  <c:v>22.905999999999999</c:v>
                </c:pt>
                <c:pt idx="244">
                  <c:v>22.952000000000002</c:v>
                </c:pt>
                <c:pt idx="245">
                  <c:v>23.033000000000001</c:v>
                </c:pt>
                <c:pt idx="246">
                  <c:v>22.882999999999999</c:v>
                </c:pt>
                <c:pt idx="247">
                  <c:v>22.843</c:v>
                </c:pt>
                <c:pt idx="248">
                  <c:v>22.652999999999999</c:v>
                </c:pt>
                <c:pt idx="249">
                  <c:v>22.576000000000001</c:v>
                </c:pt>
                <c:pt idx="250">
                  <c:v>22.727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1E-42AA-9E97-44E54B75CA7B}"/>
            </c:ext>
          </c:extLst>
        </c:ser>
        <c:ser>
          <c:idx val="2"/>
          <c:order val="2"/>
          <c:tx>
            <c:strRef>
              <c:f>'Frequency vs Gain (Tx)'!$E$2</c:f>
              <c:strCache>
                <c:ptCount val="1"/>
                <c:pt idx="0">
                  <c:v>H2B0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'Frequency vs Gain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'Frequency vs Gain (Tx)'!$E$3:$E$253</c:f>
              <c:numCache>
                <c:formatCode>0.00_ </c:formatCode>
                <c:ptCount val="251"/>
                <c:pt idx="0">
                  <c:v>21.478999999999999</c:v>
                </c:pt>
                <c:pt idx="1">
                  <c:v>21.437999999999999</c:v>
                </c:pt>
                <c:pt idx="2">
                  <c:v>21.422000000000001</c:v>
                </c:pt>
                <c:pt idx="3">
                  <c:v>21.771999999999998</c:v>
                </c:pt>
                <c:pt idx="4">
                  <c:v>21.709</c:v>
                </c:pt>
                <c:pt idx="5">
                  <c:v>22.091999999999999</c:v>
                </c:pt>
                <c:pt idx="6">
                  <c:v>21.806000000000001</c:v>
                </c:pt>
                <c:pt idx="7">
                  <c:v>22.111000000000001</c:v>
                </c:pt>
                <c:pt idx="8">
                  <c:v>22.061</c:v>
                </c:pt>
                <c:pt idx="9">
                  <c:v>22.294</c:v>
                </c:pt>
                <c:pt idx="10">
                  <c:v>22.324000000000002</c:v>
                </c:pt>
                <c:pt idx="11">
                  <c:v>22.634</c:v>
                </c:pt>
                <c:pt idx="12">
                  <c:v>22.484000000000002</c:v>
                </c:pt>
                <c:pt idx="13">
                  <c:v>22.658999999999999</c:v>
                </c:pt>
                <c:pt idx="14">
                  <c:v>22.806999999999999</c:v>
                </c:pt>
                <c:pt idx="15">
                  <c:v>22.847000000000001</c:v>
                </c:pt>
                <c:pt idx="16">
                  <c:v>22.922000000000001</c:v>
                </c:pt>
                <c:pt idx="17">
                  <c:v>22.861000000000001</c:v>
                </c:pt>
                <c:pt idx="18">
                  <c:v>23.135000000000002</c:v>
                </c:pt>
                <c:pt idx="19">
                  <c:v>23.155999999999999</c:v>
                </c:pt>
                <c:pt idx="20">
                  <c:v>23.152999999999999</c:v>
                </c:pt>
                <c:pt idx="21">
                  <c:v>23.196000000000002</c:v>
                </c:pt>
                <c:pt idx="22">
                  <c:v>23.544</c:v>
                </c:pt>
                <c:pt idx="23">
                  <c:v>23.513000000000002</c:v>
                </c:pt>
                <c:pt idx="24">
                  <c:v>23.617000000000001</c:v>
                </c:pt>
                <c:pt idx="25">
                  <c:v>23.718</c:v>
                </c:pt>
                <c:pt idx="26">
                  <c:v>23.902999999999999</c:v>
                </c:pt>
                <c:pt idx="27">
                  <c:v>23.87</c:v>
                </c:pt>
                <c:pt idx="28">
                  <c:v>23.84</c:v>
                </c:pt>
                <c:pt idx="29">
                  <c:v>24.027000000000001</c:v>
                </c:pt>
                <c:pt idx="30">
                  <c:v>24.08</c:v>
                </c:pt>
                <c:pt idx="31">
                  <c:v>24.314</c:v>
                </c:pt>
                <c:pt idx="32">
                  <c:v>24.292000000000002</c:v>
                </c:pt>
                <c:pt idx="33">
                  <c:v>24.512</c:v>
                </c:pt>
                <c:pt idx="34">
                  <c:v>24.632000000000001</c:v>
                </c:pt>
                <c:pt idx="35">
                  <c:v>24.460999999999999</c:v>
                </c:pt>
                <c:pt idx="36">
                  <c:v>24.515999999999998</c:v>
                </c:pt>
                <c:pt idx="37">
                  <c:v>24.456</c:v>
                </c:pt>
                <c:pt idx="38">
                  <c:v>24.826000000000001</c:v>
                </c:pt>
                <c:pt idx="39">
                  <c:v>24.721</c:v>
                </c:pt>
                <c:pt idx="40">
                  <c:v>24.937999999999999</c:v>
                </c:pt>
                <c:pt idx="41">
                  <c:v>24.65</c:v>
                </c:pt>
                <c:pt idx="42">
                  <c:v>25.103000000000002</c:v>
                </c:pt>
                <c:pt idx="43">
                  <c:v>25.036000000000001</c:v>
                </c:pt>
                <c:pt idx="44">
                  <c:v>25.242000000000001</c:v>
                </c:pt>
                <c:pt idx="45">
                  <c:v>25.436</c:v>
                </c:pt>
                <c:pt idx="46">
                  <c:v>25.332000000000001</c:v>
                </c:pt>
                <c:pt idx="47">
                  <c:v>25.282</c:v>
                </c:pt>
                <c:pt idx="48">
                  <c:v>25.029</c:v>
                </c:pt>
                <c:pt idx="49">
                  <c:v>25.338000000000001</c:v>
                </c:pt>
                <c:pt idx="50">
                  <c:v>25.372</c:v>
                </c:pt>
                <c:pt idx="51">
                  <c:v>25.510999999999999</c:v>
                </c:pt>
                <c:pt idx="52">
                  <c:v>25.274000000000001</c:v>
                </c:pt>
                <c:pt idx="53">
                  <c:v>25.536999999999999</c:v>
                </c:pt>
                <c:pt idx="54">
                  <c:v>25.492999999999999</c:v>
                </c:pt>
                <c:pt idx="55">
                  <c:v>25.89</c:v>
                </c:pt>
                <c:pt idx="56">
                  <c:v>25.741</c:v>
                </c:pt>
                <c:pt idx="57">
                  <c:v>25.663</c:v>
                </c:pt>
                <c:pt idx="58">
                  <c:v>25.774999999999999</c:v>
                </c:pt>
                <c:pt idx="59">
                  <c:v>26.161000000000001</c:v>
                </c:pt>
                <c:pt idx="60">
                  <c:v>25.998000000000001</c:v>
                </c:pt>
                <c:pt idx="61">
                  <c:v>26.152000000000001</c:v>
                </c:pt>
                <c:pt idx="62">
                  <c:v>26.132999999999999</c:v>
                </c:pt>
                <c:pt idx="63">
                  <c:v>26.308</c:v>
                </c:pt>
                <c:pt idx="64">
                  <c:v>26.440999999999999</c:v>
                </c:pt>
                <c:pt idx="65">
                  <c:v>26.361000000000001</c:v>
                </c:pt>
                <c:pt idx="66">
                  <c:v>26.311</c:v>
                </c:pt>
                <c:pt idx="67">
                  <c:v>26.286999999999999</c:v>
                </c:pt>
                <c:pt idx="68">
                  <c:v>26.51</c:v>
                </c:pt>
                <c:pt idx="69">
                  <c:v>26.571000000000002</c:v>
                </c:pt>
                <c:pt idx="70">
                  <c:v>26.533000000000001</c:v>
                </c:pt>
                <c:pt idx="71">
                  <c:v>26.459</c:v>
                </c:pt>
                <c:pt idx="72">
                  <c:v>26.73</c:v>
                </c:pt>
                <c:pt idx="73">
                  <c:v>26.574999999999999</c:v>
                </c:pt>
                <c:pt idx="74">
                  <c:v>26.747</c:v>
                </c:pt>
                <c:pt idx="75">
                  <c:v>27.004999999999999</c:v>
                </c:pt>
                <c:pt idx="76">
                  <c:v>26.486000000000001</c:v>
                </c:pt>
                <c:pt idx="77">
                  <c:v>26.84</c:v>
                </c:pt>
                <c:pt idx="78">
                  <c:v>27.335999999999999</c:v>
                </c:pt>
                <c:pt idx="79">
                  <c:v>27.152000000000001</c:v>
                </c:pt>
                <c:pt idx="80">
                  <c:v>26.960999999999999</c:v>
                </c:pt>
                <c:pt idx="81">
                  <c:v>26.928000000000001</c:v>
                </c:pt>
                <c:pt idx="82">
                  <c:v>26.96</c:v>
                </c:pt>
                <c:pt idx="83">
                  <c:v>27.286999999999999</c:v>
                </c:pt>
                <c:pt idx="84">
                  <c:v>27.42</c:v>
                </c:pt>
                <c:pt idx="85">
                  <c:v>27.196999999999999</c:v>
                </c:pt>
                <c:pt idx="86">
                  <c:v>27.399000000000001</c:v>
                </c:pt>
                <c:pt idx="87">
                  <c:v>27.161999999999999</c:v>
                </c:pt>
                <c:pt idx="88">
                  <c:v>27.175000000000001</c:v>
                </c:pt>
                <c:pt idx="89">
                  <c:v>27.33</c:v>
                </c:pt>
                <c:pt idx="90">
                  <c:v>27.350999999999999</c:v>
                </c:pt>
                <c:pt idx="91">
                  <c:v>27.15</c:v>
                </c:pt>
                <c:pt idx="92">
                  <c:v>27.212</c:v>
                </c:pt>
                <c:pt idx="93">
                  <c:v>27.045999999999999</c:v>
                </c:pt>
                <c:pt idx="94">
                  <c:v>27.213000000000001</c:v>
                </c:pt>
                <c:pt idx="95">
                  <c:v>27.609000000000002</c:v>
                </c:pt>
                <c:pt idx="96">
                  <c:v>27.077999999999999</c:v>
                </c:pt>
                <c:pt idx="97">
                  <c:v>27.173999999999999</c:v>
                </c:pt>
                <c:pt idx="98">
                  <c:v>27.202999999999999</c:v>
                </c:pt>
                <c:pt idx="99">
                  <c:v>27.105</c:v>
                </c:pt>
                <c:pt idx="100">
                  <c:v>27.030999999999999</c:v>
                </c:pt>
                <c:pt idx="101">
                  <c:v>27.106999999999999</c:v>
                </c:pt>
                <c:pt idx="102">
                  <c:v>27.134</c:v>
                </c:pt>
                <c:pt idx="103">
                  <c:v>27.016999999999999</c:v>
                </c:pt>
                <c:pt idx="104">
                  <c:v>26.856000000000002</c:v>
                </c:pt>
                <c:pt idx="105">
                  <c:v>27.016999999999999</c:v>
                </c:pt>
                <c:pt idx="106">
                  <c:v>26.95</c:v>
                </c:pt>
                <c:pt idx="107">
                  <c:v>27.050999999999998</c:v>
                </c:pt>
                <c:pt idx="108">
                  <c:v>27.084</c:v>
                </c:pt>
                <c:pt idx="109">
                  <c:v>27.292000000000002</c:v>
                </c:pt>
                <c:pt idx="110">
                  <c:v>27.126000000000001</c:v>
                </c:pt>
                <c:pt idx="111">
                  <c:v>27.024000000000001</c:v>
                </c:pt>
                <c:pt idx="112">
                  <c:v>26.856999999999999</c:v>
                </c:pt>
                <c:pt idx="113">
                  <c:v>27.065000000000001</c:v>
                </c:pt>
                <c:pt idx="114">
                  <c:v>26.956</c:v>
                </c:pt>
                <c:pt idx="115">
                  <c:v>27</c:v>
                </c:pt>
                <c:pt idx="116">
                  <c:v>26.878</c:v>
                </c:pt>
                <c:pt idx="117">
                  <c:v>26.742999999999999</c:v>
                </c:pt>
                <c:pt idx="118">
                  <c:v>27.05</c:v>
                </c:pt>
                <c:pt idx="119">
                  <c:v>26.780999999999999</c:v>
                </c:pt>
                <c:pt idx="120">
                  <c:v>26.994</c:v>
                </c:pt>
                <c:pt idx="121">
                  <c:v>26.792000000000002</c:v>
                </c:pt>
                <c:pt idx="122">
                  <c:v>26.635000000000002</c:v>
                </c:pt>
                <c:pt idx="123">
                  <c:v>26.814</c:v>
                </c:pt>
                <c:pt idx="124">
                  <c:v>27.045999999999999</c:v>
                </c:pt>
                <c:pt idx="125">
                  <c:v>26.736000000000001</c:v>
                </c:pt>
                <c:pt idx="126">
                  <c:v>26.709</c:v>
                </c:pt>
                <c:pt idx="127">
                  <c:v>26.98</c:v>
                </c:pt>
                <c:pt idx="128">
                  <c:v>26.646000000000001</c:v>
                </c:pt>
                <c:pt idx="129">
                  <c:v>26.678000000000001</c:v>
                </c:pt>
                <c:pt idx="130">
                  <c:v>26.734000000000002</c:v>
                </c:pt>
                <c:pt idx="131">
                  <c:v>26.484999999999999</c:v>
                </c:pt>
                <c:pt idx="132">
                  <c:v>26.675000000000001</c:v>
                </c:pt>
                <c:pt idx="133">
                  <c:v>26.588000000000001</c:v>
                </c:pt>
                <c:pt idx="134">
                  <c:v>26.673999999999999</c:v>
                </c:pt>
                <c:pt idx="135">
                  <c:v>26.626000000000001</c:v>
                </c:pt>
                <c:pt idx="136">
                  <c:v>26.722999999999999</c:v>
                </c:pt>
                <c:pt idx="137">
                  <c:v>26.827999999999999</c:v>
                </c:pt>
                <c:pt idx="138">
                  <c:v>26.765999999999998</c:v>
                </c:pt>
                <c:pt idx="139">
                  <c:v>26.536999999999999</c:v>
                </c:pt>
                <c:pt idx="140">
                  <c:v>26.681000000000001</c:v>
                </c:pt>
                <c:pt idx="141">
                  <c:v>26.376000000000001</c:v>
                </c:pt>
                <c:pt idx="142">
                  <c:v>26.550999999999998</c:v>
                </c:pt>
                <c:pt idx="143">
                  <c:v>26.417999999999999</c:v>
                </c:pt>
                <c:pt idx="144">
                  <c:v>26.591000000000001</c:v>
                </c:pt>
                <c:pt idx="145">
                  <c:v>26.754999999999999</c:v>
                </c:pt>
                <c:pt idx="146">
                  <c:v>26.74</c:v>
                </c:pt>
                <c:pt idx="147">
                  <c:v>26.893000000000001</c:v>
                </c:pt>
                <c:pt idx="148">
                  <c:v>26.72</c:v>
                </c:pt>
                <c:pt idx="149">
                  <c:v>26.693999999999999</c:v>
                </c:pt>
                <c:pt idx="150">
                  <c:v>26.86</c:v>
                </c:pt>
                <c:pt idx="151">
                  <c:v>26.657</c:v>
                </c:pt>
                <c:pt idx="152">
                  <c:v>26.696999999999999</c:v>
                </c:pt>
                <c:pt idx="153">
                  <c:v>26.751999999999999</c:v>
                </c:pt>
                <c:pt idx="154">
                  <c:v>26.744</c:v>
                </c:pt>
                <c:pt idx="155">
                  <c:v>26.745000000000001</c:v>
                </c:pt>
                <c:pt idx="156">
                  <c:v>26.861999999999998</c:v>
                </c:pt>
                <c:pt idx="157">
                  <c:v>26.927</c:v>
                </c:pt>
                <c:pt idx="158">
                  <c:v>26.815999999999999</c:v>
                </c:pt>
                <c:pt idx="159">
                  <c:v>26.838000000000001</c:v>
                </c:pt>
                <c:pt idx="160">
                  <c:v>26.372</c:v>
                </c:pt>
                <c:pt idx="161">
                  <c:v>26.914999999999999</c:v>
                </c:pt>
                <c:pt idx="162">
                  <c:v>26.577000000000002</c:v>
                </c:pt>
                <c:pt idx="163">
                  <c:v>26.927</c:v>
                </c:pt>
                <c:pt idx="164">
                  <c:v>26.734999999999999</c:v>
                </c:pt>
                <c:pt idx="165">
                  <c:v>26.600999999999999</c:v>
                </c:pt>
                <c:pt idx="166">
                  <c:v>26.295999999999999</c:v>
                </c:pt>
                <c:pt idx="167">
                  <c:v>26.55</c:v>
                </c:pt>
                <c:pt idx="168">
                  <c:v>26.268000000000001</c:v>
                </c:pt>
                <c:pt idx="169">
                  <c:v>26.725000000000001</c:v>
                </c:pt>
                <c:pt idx="170">
                  <c:v>26.582999999999998</c:v>
                </c:pt>
                <c:pt idx="171">
                  <c:v>26.669</c:v>
                </c:pt>
                <c:pt idx="172">
                  <c:v>26.35</c:v>
                </c:pt>
                <c:pt idx="173">
                  <c:v>26.361000000000001</c:v>
                </c:pt>
                <c:pt idx="174">
                  <c:v>26.686</c:v>
                </c:pt>
                <c:pt idx="175">
                  <c:v>26.335999999999999</c:v>
                </c:pt>
                <c:pt idx="176">
                  <c:v>26.234000000000002</c:v>
                </c:pt>
                <c:pt idx="177">
                  <c:v>26.600999999999999</c:v>
                </c:pt>
                <c:pt idx="178">
                  <c:v>26.216999999999999</c:v>
                </c:pt>
                <c:pt idx="179">
                  <c:v>26.097999999999999</c:v>
                </c:pt>
                <c:pt idx="180">
                  <c:v>25.908999999999999</c:v>
                </c:pt>
                <c:pt idx="181">
                  <c:v>26.103999999999999</c:v>
                </c:pt>
                <c:pt idx="182">
                  <c:v>25.748000000000001</c:v>
                </c:pt>
                <c:pt idx="183">
                  <c:v>25.882000000000001</c:v>
                </c:pt>
                <c:pt idx="184">
                  <c:v>25.79</c:v>
                </c:pt>
                <c:pt idx="185">
                  <c:v>25.591000000000001</c:v>
                </c:pt>
                <c:pt idx="186">
                  <c:v>25.295999999999999</c:v>
                </c:pt>
                <c:pt idx="187">
                  <c:v>25.46</c:v>
                </c:pt>
                <c:pt idx="188">
                  <c:v>25.681000000000001</c:v>
                </c:pt>
                <c:pt idx="189">
                  <c:v>25.741</c:v>
                </c:pt>
                <c:pt idx="190">
                  <c:v>25.128</c:v>
                </c:pt>
                <c:pt idx="191">
                  <c:v>25.3</c:v>
                </c:pt>
                <c:pt idx="192">
                  <c:v>25.65</c:v>
                </c:pt>
                <c:pt idx="193">
                  <c:v>25.282</c:v>
                </c:pt>
                <c:pt idx="194">
                  <c:v>25.148</c:v>
                </c:pt>
                <c:pt idx="195">
                  <c:v>25.065999999999999</c:v>
                </c:pt>
                <c:pt idx="196">
                  <c:v>24.815999999999999</c:v>
                </c:pt>
                <c:pt idx="197">
                  <c:v>24.988</c:v>
                </c:pt>
                <c:pt idx="198">
                  <c:v>24.806999999999999</c:v>
                </c:pt>
                <c:pt idx="199">
                  <c:v>24.762</c:v>
                </c:pt>
                <c:pt idx="200">
                  <c:v>24.652999999999999</c:v>
                </c:pt>
                <c:pt idx="201">
                  <c:v>24.449000000000002</c:v>
                </c:pt>
                <c:pt idx="202">
                  <c:v>24.643999999999998</c:v>
                </c:pt>
                <c:pt idx="203">
                  <c:v>24.43</c:v>
                </c:pt>
                <c:pt idx="204">
                  <c:v>24.637</c:v>
                </c:pt>
                <c:pt idx="205">
                  <c:v>24.367999999999999</c:v>
                </c:pt>
                <c:pt idx="206">
                  <c:v>24.466000000000001</c:v>
                </c:pt>
                <c:pt idx="207">
                  <c:v>24.655999999999999</c:v>
                </c:pt>
                <c:pt idx="208">
                  <c:v>24.468</c:v>
                </c:pt>
                <c:pt idx="209">
                  <c:v>23.882000000000001</c:v>
                </c:pt>
                <c:pt idx="210">
                  <c:v>24.311</c:v>
                </c:pt>
                <c:pt idx="211">
                  <c:v>24.076000000000001</c:v>
                </c:pt>
                <c:pt idx="212">
                  <c:v>24.402000000000001</c:v>
                </c:pt>
                <c:pt idx="213">
                  <c:v>24.027000000000001</c:v>
                </c:pt>
                <c:pt idx="214">
                  <c:v>24.009</c:v>
                </c:pt>
                <c:pt idx="215">
                  <c:v>24.036999999999999</c:v>
                </c:pt>
                <c:pt idx="216">
                  <c:v>23.852</c:v>
                </c:pt>
                <c:pt idx="217">
                  <c:v>24.321999999999999</c:v>
                </c:pt>
                <c:pt idx="218">
                  <c:v>23.776</c:v>
                </c:pt>
                <c:pt idx="219">
                  <c:v>24.06</c:v>
                </c:pt>
                <c:pt idx="220">
                  <c:v>23.942</c:v>
                </c:pt>
                <c:pt idx="221">
                  <c:v>23.669</c:v>
                </c:pt>
                <c:pt idx="222">
                  <c:v>24.021999999999998</c:v>
                </c:pt>
                <c:pt idx="223">
                  <c:v>23.742000000000001</c:v>
                </c:pt>
                <c:pt idx="224">
                  <c:v>23.63</c:v>
                </c:pt>
                <c:pt idx="225">
                  <c:v>23.614999999999998</c:v>
                </c:pt>
                <c:pt idx="226">
                  <c:v>23.5</c:v>
                </c:pt>
                <c:pt idx="227">
                  <c:v>23.792000000000002</c:v>
                </c:pt>
                <c:pt idx="228">
                  <c:v>23.995000000000001</c:v>
                </c:pt>
                <c:pt idx="229">
                  <c:v>23.716999999999999</c:v>
                </c:pt>
                <c:pt idx="230">
                  <c:v>23.413</c:v>
                </c:pt>
                <c:pt idx="231">
                  <c:v>23.382000000000001</c:v>
                </c:pt>
                <c:pt idx="232">
                  <c:v>23.477</c:v>
                </c:pt>
                <c:pt idx="233">
                  <c:v>23.526</c:v>
                </c:pt>
                <c:pt idx="234">
                  <c:v>23.56</c:v>
                </c:pt>
                <c:pt idx="235">
                  <c:v>23.242999999999999</c:v>
                </c:pt>
                <c:pt idx="236">
                  <c:v>23.245999999999999</c:v>
                </c:pt>
                <c:pt idx="237">
                  <c:v>23.19</c:v>
                </c:pt>
                <c:pt idx="238">
                  <c:v>23.32</c:v>
                </c:pt>
                <c:pt idx="239">
                  <c:v>23.172000000000001</c:v>
                </c:pt>
                <c:pt idx="240">
                  <c:v>23.065999999999999</c:v>
                </c:pt>
                <c:pt idx="241">
                  <c:v>22.87</c:v>
                </c:pt>
                <c:pt idx="242">
                  <c:v>22.815000000000001</c:v>
                </c:pt>
                <c:pt idx="243">
                  <c:v>22.786000000000001</c:v>
                </c:pt>
                <c:pt idx="244">
                  <c:v>22.949000000000002</c:v>
                </c:pt>
                <c:pt idx="245">
                  <c:v>23.103000000000002</c:v>
                </c:pt>
                <c:pt idx="246">
                  <c:v>22.960999999999999</c:v>
                </c:pt>
                <c:pt idx="247">
                  <c:v>22.664999999999999</c:v>
                </c:pt>
                <c:pt idx="248">
                  <c:v>22.49</c:v>
                </c:pt>
                <c:pt idx="249">
                  <c:v>22.588000000000001</c:v>
                </c:pt>
                <c:pt idx="250">
                  <c:v>22.538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1E-42AA-9E97-44E54B75CA7B}"/>
            </c:ext>
          </c:extLst>
        </c:ser>
        <c:ser>
          <c:idx val="3"/>
          <c:order val="3"/>
          <c:tx>
            <c:strRef>
              <c:f>'Frequency vs Gain (Tx)'!$F$2</c:f>
              <c:strCache>
                <c:ptCount val="1"/>
                <c:pt idx="0">
                  <c:v>H3B0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'Frequency vs Gain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'Frequency vs Gain (Tx)'!$F$3:$F$253</c:f>
              <c:numCache>
                <c:formatCode>0.00_ </c:formatCode>
                <c:ptCount val="251"/>
                <c:pt idx="0">
                  <c:v>19.919</c:v>
                </c:pt>
                <c:pt idx="1">
                  <c:v>19.972999999999999</c:v>
                </c:pt>
                <c:pt idx="2">
                  <c:v>19.989000000000001</c:v>
                </c:pt>
                <c:pt idx="3">
                  <c:v>20.21</c:v>
                </c:pt>
                <c:pt idx="4">
                  <c:v>20.216000000000001</c:v>
                </c:pt>
                <c:pt idx="5">
                  <c:v>20.565000000000001</c:v>
                </c:pt>
                <c:pt idx="6">
                  <c:v>20.454999999999998</c:v>
                </c:pt>
                <c:pt idx="7">
                  <c:v>20.638999999999999</c:v>
                </c:pt>
                <c:pt idx="8">
                  <c:v>20.672000000000001</c:v>
                </c:pt>
                <c:pt idx="9">
                  <c:v>20.87</c:v>
                </c:pt>
                <c:pt idx="10">
                  <c:v>20.896999999999998</c:v>
                </c:pt>
                <c:pt idx="11">
                  <c:v>21.148</c:v>
                </c:pt>
                <c:pt idx="12">
                  <c:v>21.143000000000001</c:v>
                </c:pt>
                <c:pt idx="13">
                  <c:v>21.350999999999999</c:v>
                </c:pt>
                <c:pt idx="14">
                  <c:v>21.331</c:v>
                </c:pt>
                <c:pt idx="15">
                  <c:v>21.552</c:v>
                </c:pt>
                <c:pt idx="16">
                  <c:v>21.603999999999999</c:v>
                </c:pt>
                <c:pt idx="17">
                  <c:v>21.608000000000001</c:v>
                </c:pt>
                <c:pt idx="18">
                  <c:v>21.748999999999999</c:v>
                </c:pt>
                <c:pt idx="19">
                  <c:v>21.844000000000001</c:v>
                </c:pt>
                <c:pt idx="20">
                  <c:v>21.925999999999998</c:v>
                </c:pt>
                <c:pt idx="21">
                  <c:v>21.925000000000001</c:v>
                </c:pt>
                <c:pt idx="22">
                  <c:v>22.079000000000001</c:v>
                </c:pt>
                <c:pt idx="23">
                  <c:v>22.245000000000001</c:v>
                </c:pt>
                <c:pt idx="24">
                  <c:v>22.327999999999999</c:v>
                </c:pt>
                <c:pt idx="25">
                  <c:v>22.408999999999999</c:v>
                </c:pt>
                <c:pt idx="26">
                  <c:v>22.524999999999999</c:v>
                </c:pt>
                <c:pt idx="27">
                  <c:v>22.504000000000001</c:v>
                </c:pt>
                <c:pt idx="28">
                  <c:v>22.518000000000001</c:v>
                </c:pt>
                <c:pt idx="29">
                  <c:v>22.603999999999999</c:v>
                </c:pt>
                <c:pt idx="30">
                  <c:v>22.716000000000001</c:v>
                </c:pt>
                <c:pt idx="31">
                  <c:v>22.91</c:v>
                </c:pt>
                <c:pt idx="32">
                  <c:v>22.882999999999999</c:v>
                </c:pt>
                <c:pt idx="33">
                  <c:v>22.98</c:v>
                </c:pt>
                <c:pt idx="34">
                  <c:v>23.141999999999999</c:v>
                </c:pt>
                <c:pt idx="35">
                  <c:v>23.01</c:v>
                </c:pt>
                <c:pt idx="36">
                  <c:v>23.175999999999998</c:v>
                </c:pt>
                <c:pt idx="37">
                  <c:v>23.164000000000001</c:v>
                </c:pt>
                <c:pt idx="38">
                  <c:v>23.314</c:v>
                </c:pt>
                <c:pt idx="39">
                  <c:v>23.19</c:v>
                </c:pt>
                <c:pt idx="40">
                  <c:v>23.483000000000001</c:v>
                </c:pt>
                <c:pt idx="41">
                  <c:v>23.3</c:v>
                </c:pt>
                <c:pt idx="42">
                  <c:v>23.552</c:v>
                </c:pt>
                <c:pt idx="43">
                  <c:v>23.539000000000001</c:v>
                </c:pt>
                <c:pt idx="44">
                  <c:v>23.635000000000002</c:v>
                </c:pt>
                <c:pt idx="45">
                  <c:v>23.913</c:v>
                </c:pt>
                <c:pt idx="46">
                  <c:v>23.795000000000002</c:v>
                </c:pt>
                <c:pt idx="47">
                  <c:v>23.803000000000001</c:v>
                </c:pt>
                <c:pt idx="48">
                  <c:v>23.722000000000001</c:v>
                </c:pt>
                <c:pt idx="49">
                  <c:v>23.85</c:v>
                </c:pt>
                <c:pt idx="50">
                  <c:v>24.007000000000001</c:v>
                </c:pt>
                <c:pt idx="51">
                  <c:v>23.983000000000001</c:v>
                </c:pt>
                <c:pt idx="52">
                  <c:v>23.867000000000001</c:v>
                </c:pt>
                <c:pt idx="53">
                  <c:v>24.039000000000001</c:v>
                </c:pt>
                <c:pt idx="54">
                  <c:v>24.077000000000002</c:v>
                </c:pt>
                <c:pt idx="55">
                  <c:v>24.25</c:v>
                </c:pt>
                <c:pt idx="56">
                  <c:v>24.196000000000002</c:v>
                </c:pt>
                <c:pt idx="57">
                  <c:v>24.178999999999998</c:v>
                </c:pt>
                <c:pt idx="58">
                  <c:v>24.204999999999998</c:v>
                </c:pt>
                <c:pt idx="59">
                  <c:v>24.478999999999999</c:v>
                </c:pt>
                <c:pt idx="60">
                  <c:v>24.439</c:v>
                </c:pt>
                <c:pt idx="61">
                  <c:v>24.568000000000001</c:v>
                </c:pt>
                <c:pt idx="62">
                  <c:v>24.545999999999999</c:v>
                </c:pt>
                <c:pt idx="63">
                  <c:v>24.611000000000001</c:v>
                </c:pt>
                <c:pt idx="64">
                  <c:v>24.716999999999999</c:v>
                </c:pt>
                <c:pt idx="65">
                  <c:v>24.733000000000001</c:v>
                </c:pt>
                <c:pt idx="66">
                  <c:v>24.756</c:v>
                </c:pt>
                <c:pt idx="67">
                  <c:v>24.584</c:v>
                </c:pt>
                <c:pt idx="68">
                  <c:v>24.817</c:v>
                </c:pt>
                <c:pt idx="69">
                  <c:v>24.917000000000002</c:v>
                </c:pt>
                <c:pt idx="70">
                  <c:v>24.884</c:v>
                </c:pt>
                <c:pt idx="71">
                  <c:v>24.86</c:v>
                </c:pt>
                <c:pt idx="72">
                  <c:v>25.033000000000001</c:v>
                </c:pt>
                <c:pt idx="73">
                  <c:v>25.018999999999998</c:v>
                </c:pt>
                <c:pt idx="74">
                  <c:v>25.183</c:v>
                </c:pt>
                <c:pt idx="75">
                  <c:v>25.286999999999999</c:v>
                </c:pt>
                <c:pt idx="76">
                  <c:v>25.042999999999999</c:v>
                </c:pt>
                <c:pt idx="77">
                  <c:v>25.184999999999999</c:v>
                </c:pt>
                <c:pt idx="78">
                  <c:v>25.481000000000002</c:v>
                </c:pt>
                <c:pt idx="79">
                  <c:v>25.472000000000001</c:v>
                </c:pt>
                <c:pt idx="80">
                  <c:v>25.408000000000001</c:v>
                </c:pt>
                <c:pt idx="81">
                  <c:v>25.242000000000001</c:v>
                </c:pt>
                <c:pt idx="82">
                  <c:v>25.37</c:v>
                </c:pt>
                <c:pt idx="83">
                  <c:v>25.596</c:v>
                </c:pt>
                <c:pt idx="84">
                  <c:v>25.582000000000001</c:v>
                </c:pt>
                <c:pt idx="85">
                  <c:v>25.504000000000001</c:v>
                </c:pt>
                <c:pt idx="86">
                  <c:v>25.637</c:v>
                </c:pt>
                <c:pt idx="87">
                  <c:v>25.5</c:v>
                </c:pt>
                <c:pt idx="88">
                  <c:v>25.471</c:v>
                </c:pt>
                <c:pt idx="89">
                  <c:v>25.568999999999999</c:v>
                </c:pt>
                <c:pt idx="90">
                  <c:v>25.599</c:v>
                </c:pt>
                <c:pt idx="91">
                  <c:v>25.597999999999999</c:v>
                </c:pt>
                <c:pt idx="92">
                  <c:v>25.613</c:v>
                </c:pt>
                <c:pt idx="93">
                  <c:v>25.52</c:v>
                </c:pt>
                <c:pt idx="94">
                  <c:v>25.588000000000001</c:v>
                </c:pt>
                <c:pt idx="95">
                  <c:v>25.742000000000001</c:v>
                </c:pt>
                <c:pt idx="96">
                  <c:v>25.411999999999999</c:v>
                </c:pt>
                <c:pt idx="97">
                  <c:v>25.584</c:v>
                </c:pt>
                <c:pt idx="98">
                  <c:v>25.667999999999999</c:v>
                </c:pt>
                <c:pt idx="99">
                  <c:v>25.623000000000001</c:v>
                </c:pt>
                <c:pt idx="100">
                  <c:v>25.466000000000001</c:v>
                </c:pt>
                <c:pt idx="101">
                  <c:v>25.588000000000001</c:v>
                </c:pt>
                <c:pt idx="102">
                  <c:v>25.596</c:v>
                </c:pt>
                <c:pt idx="103">
                  <c:v>25.571000000000002</c:v>
                </c:pt>
                <c:pt idx="104">
                  <c:v>25.437000000000001</c:v>
                </c:pt>
                <c:pt idx="105">
                  <c:v>25.492999999999999</c:v>
                </c:pt>
                <c:pt idx="106">
                  <c:v>25.533000000000001</c:v>
                </c:pt>
                <c:pt idx="107">
                  <c:v>25.452999999999999</c:v>
                </c:pt>
                <c:pt idx="108">
                  <c:v>25.553999999999998</c:v>
                </c:pt>
                <c:pt idx="109">
                  <c:v>25.645</c:v>
                </c:pt>
                <c:pt idx="110">
                  <c:v>25.553000000000001</c:v>
                </c:pt>
                <c:pt idx="111">
                  <c:v>25.436</c:v>
                </c:pt>
                <c:pt idx="112">
                  <c:v>25.442</c:v>
                </c:pt>
                <c:pt idx="113">
                  <c:v>25.484000000000002</c:v>
                </c:pt>
                <c:pt idx="114">
                  <c:v>25.433</c:v>
                </c:pt>
                <c:pt idx="115">
                  <c:v>25.401</c:v>
                </c:pt>
                <c:pt idx="116">
                  <c:v>25.414000000000001</c:v>
                </c:pt>
                <c:pt idx="117">
                  <c:v>25.18</c:v>
                </c:pt>
                <c:pt idx="118">
                  <c:v>25.276</c:v>
                </c:pt>
                <c:pt idx="119">
                  <c:v>25.186</c:v>
                </c:pt>
                <c:pt idx="120">
                  <c:v>25.277000000000001</c:v>
                </c:pt>
                <c:pt idx="121">
                  <c:v>25.199000000000002</c:v>
                </c:pt>
                <c:pt idx="122">
                  <c:v>25.042000000000002</c:v>
                </c:pt>
                <c:pt idx="123">
                  <c:v>25.177</c:v>
                </c:pt>
                <c:pt idx="124">
                  <c:v>25.298999999999999</c:v>
                </c:pt>
                <c:pt idx="125">
                  <c:v>25.032</c:v>
                </c:pt>
                <c:pt idx="126">
                  <c:v>24.966000000000001</c:v>
                </c:pt>
                <c:pt idx="127">
                  <c:v>25.13</c:v>
                </c:pt>
                <c:pt idx="128">
                  <c:v>24.946000000000002</c:v>
                </c:pt>
                <c:pt idx="129">
                  <c:v>24.939</c:v>
                </c:pt>
                <c:pt idx="130">
                  <c:v>24.978000000000002</c:v>
                </c:pt>
                <c:pt idx="131">
                  <c:v>24.783000000000001</c:v>
                </c:pt>
                <c:pt idx="132">
                  <c:v>24.956</c:v>
                </c:pt>
                <c:pt idx="133">
                  <c:v>24.859000000000002</c:v>
                </c:pt>
                <c:pt idx="134">
                  <c:v>24.873999999999999</c:v>
                </c:pt>
                <c:pt idx="135">
                  <c:v>24.864999999999998</c:v>
                </c:pt>
                <c:pt idx="136">
                  <c:v>25.038</c:v>
                </c:pt>
                <c:pt idx="137">
                  <c:v>24.968</c:v>
                </c:pt>
                <c:pt idx="138">
                  <c:v>25.085000000000001</c:v>
                </c:pt>
                <c:pt idx="139">
                  <c:v>24.97</c:v>
                </c:pt>
                <c:pt idx="140">
                  <c:v>24.978999999999999</c:v>
                </c:pt>
                <c:pt idx="141">
                  <c:v>24.925000000000001</c:v>
                </c:pt>
                <c:pt idx="142">
                  <c:v>24.913</c:v>
                </c:pt>
                <c:pt idx="143">
                  <c:v>24.887</c:v>
                </c:pt>
                <c:pt idx="144">
                  <c:v>24.855</c:v>
                </c:pt>
                <c:pt idx="145">
                  <c:v>25.024999999999999</c:v>
                </c:pt>
                <c:pt idx="146">
                  <c:v>25.074000000000002</c:v>
                </c:pt>
                <c:pt idx="147">
                  <c:v>25.254999999999999</c:v>
                </c:pt>
                <c:pt idx="148">
                  <c:v>25.013999999999999</c:v>
                </c:pt>
                <c:pt idx="149">
                  <c:v>25.148</c:v>
                </c:pt>
                <c:pt idx="150">
                  <c:v>25.204999999999998</c:v>
                </c:pt>
                <c:pt idx="151">
                  <c:v>25.085999999999999</c:v>
                </c:pt>
                <c:pt idx="152">
                  <c:v>24.962</c:v>
                </c:pt>
                <c:pt idx="153">
                  <c:v>25.085999999999999</c:v>
                </c:pt>
                <c:pt idx="154">
                  <c:v>25.088999999999999</c:v>
                </c:pt>
                <c:pt idx="155">
                  <c:v>25.131</c:v>
                </c:pt>
                <c:pt idx="156">
                  <c:v>25.268999999999998</c:v>
                </c:pt>
                <c:pt idx="157">
                  <c:v>25.279</c:v>
                </c:pt>
                <c:pt idx="158">
                  <c:v>25.134</c:v>
                </c:pt>
                <c:pt idx="159">
                  <c:v>25.184000000000001</c:v>
                </c:pt>
                <c:pt idx="160">
                  <c:v>24.959</c:v>
                </c:pt>
                <c:pt idx="161">
                  <c:v>25.259</c:v>
                </c:pt>
                <c:pt idx="162">
                  <c:v>25.16</c:v>
                </c:pt>
                <c:pt idx="163">
                  <c:v>25.111000000000001</c:v>
                </c:pt>
                <c:pt idx="164">
                  <c:v>25.13</c:v>
                </c:pt>
                <c:pt idx="165">
                  <c:v>24.977</c:v>
                </c:pt>
                <c:pt idx="166">
                  <c:v>24.841000000000001</c:v>
                </c:pt>
                <c:pt idx="167">
                  <c:v>25.074999999999999</c:v>
                </c:pt>
                <c:pt idx="168">
                  <c:v>24.916</c:v>
                </c:pt>
                <c:pt idx="169">
                  <c:v>25.033000000000001</c:v>
                </c:pt>
                <c:pt idx="170">
                  <c:v>24.995999999999999</c:v>
                </c:pt>
                <c:pt idx="171">
                  <c:v>25.123999999999999</c:v>
                </c:pt>
                <c:pt idx="172">
                  <c:v>24.864999999999998</c:v>
                </c:pt>
                <c:pt idx="173">
                  <c:v>24.722999999999999</c:v>
                </c:pt>
                <c:pt idx="174">
                  <c:v>24.972000000000001</c:v>
                </c:pt>
                <c:pt idx="175">
                  <c:v>24.847999999999999</c:v>
                </c:pt>
                <c:pt idx="176">
                  <c:v>24.638000000000002</c:v>
                </c:pt>
                <c:pt idx="177">
                  <c:v>24.747</c:v>
                </c:pt>
                <c:pt idx="178">
                  <c:v>24.66</c:v>
                </c:pt>
                <c:pt idx="179">
                  <c:v>24.486999999999998</c:v>
                </c:pt>
                <c:pt idx="180">
                  <c:v>24.381</c:v>
                </c:pt>
                <c:pt idx="181">
                  <c:v>24.423999999999999</c:v>
                </c:pt>
                <c:pt idx="182">
                  <c:v>24.256</c:v>
                </c:pt>
                <c:pt idx="183">
                  <c:v>24.334</c:v>
                </c:pt>
                <c:pt idx="184">
                  <c:v>24.138000000000002</c:v>
                </c:pt>
                <c:pt idx="185">
                  <c:v>24.088999999999999</c:v>
                </c:pt>
                <c:pt idx="186">
                  <c:v>23.800999999999998</c:v>
                </c:pt>
                <c:pt idx="187">
                  <c:v>23.934999999999999</c:v>
                </c:pt>
                <c:pt idx="188">
                  <c:v>24.033000000000001</c:v>
                </c:pt>
                <c:pt idx="189">
                  <c:v>24.021000000000001</c:v>
                </c:pt>
                <c:pt idx="190">
                  <c:v>23.686</c:v>
                </c:pt>
                <c:pt idx="191">
                  <c:v>23.753</c:v>
                </c:pt>
                <c:pt idx="192">
                  <c:v>23.940999999999999</c:v>
                </c:pt>
                <c:pt idx="193">
                  <c:v>23.741</c:v>
                </c:pt>
                <c:pt idx="194">
                  <c:v>23.567</c:v>
                </c:pt>
                <c:pt idx="195">
                  <c:v>23.457000000000001</c:v>
                </c:pt>
                <c:pt idx="196">
                  <c:v>23.321000000000002</c:v>
                </c:pt>
                <c:pt idx="197">
                  <c:v>23.388999999999999</c:v>
                </c:pt>
                <c:pt idx="198">
                  <c:v>23.199000000000002</c:v>
                </c:pt>
                <c:pt idx="199">
                  <c:v>23.122</c:v>
                </c:pt>
                <c:pt idx="200">
                  <c:v>23.106999999999999</c:v>
                </c:pt>
                <c:pt idx="201">
                  <c:v>22.905999999999999</c:v>
                </c:pt>
                <c:pt idx="202">
                  <c:v>22.946999999999999</c:v>
                </c:pt>
                <c:pt idx="203">
                  <c:v>22.949000000000002</c:v>
                </c:pt>
                <c:pt idx="204">
                  <c:v>22.968</c:v>
                </c:pt>
                <c:pt idx="205">
                  <c:v>22.74</c:v>
                </c:pt>
                <c:pt idx="206">
                  <c:v>22.788</c:v>
                </c:pt>
                <c:pt idx="207">
                  <c:v>22.838000000000001</c:v>
                </c:pt>
                <c:pt idx="208">
                  <c:v>22.789000000000001</c:v>
                </c:pt>
                <c:pt idx="209">
                  <c:v>22.35</c:v>
                </c:pt>
                <c:pt idx="210">
                  <c:v>22.46</c:v>
                </c:pt>
                <c:pt idx="211">
                  <c:v>22.454000000000001</c:v>
                </c:pt>
                <c:pt idx="212">
                  <c:v>22.773</c:v>
                </c:pt>
                <c:pt idx="213">
                  <c:v>22.315999999999999</c:v>
                </c:pt>
                <c:pt idx="214">
                  <c:v>22.372</c:v>
                </c:pt>
                <c:pt idx="215">
                  <c:v>22.300999999999998</c:v>
                </c:pt>
                <c:pt idx="216">
                  <c:v>22.300999999999998</c:v>
                </c:pt>
                <c:pt idx="217">
                  <c:v>22.530999999999999</c:v>
                </c:pt>
                <c:pt idx="218">
                  <c:v>22.109000000000002</c:v>
                </c:pt>
                <c:pt idx="219">
                  <c:v>22.21</c:v>
                </c:pt>
                <c:pt idx="220">
                  <c:v>22.21</c:v>
                </c:pt>
                <c:pt idx="221">
                  <c:v>22.135999999999999</c:v>
                </c:pt>
                <c:pt idx="222">
                  <c:v>22.199000000000002</c:v>
                </c:pt>
                <c:pt idx="223">
                  <c:v>22.227</c:v>
                </c:pt>
                <c:pt idx="224">
                  <c:v>21.963999999999999</c:v>
                </c:pt>
                <c:pt idx="225">
                  <c:v>21.995000000000001</c:v>
                </c:pt>
                <c:pt idx="226">
                  <c:v>21.812999999999999</c:v>
                </c:pt>
                <c:pt idx="227">
                  <c:v>22.009</c:v>
                </c:pt>
                <c:pt idx="228">
                  <c:v>22.149000000000001</c:v>
                </c:pt>
                <c:pt idx="229">
                  <c:v>22.097999999999999</c:v>
                </c:pt>
                <c:pt idx="230">
                  <c:v>21.765999999999998</c:v>
                </c:pt>
                <c:pt idx="231">
                  <c:v>21.87</c:v>
                </c:pt>
                <c:pt idx="232">
                  <c:v>21.943000000000001</c:v>
                </c:pt>
                <c:pt idx="233">
                  <c:v>21.858000000000001</c:v>
                </c:pt>
                <c:pt idx="234">
                  <c:v>21.855</c:v>
                </c:pt>
                <c:pt idx="235">
                  <c:v>21.716999999999999</c:v>
                </c:pt>
                <c:pt idx="236">
                  <c:v>21.651</c:v>
                </c:pt>
                <c:pt idx="237">
                  <c:v>21.643000000000001</c:v>
                </c:pt>
                <c:pt idx="238">
                  <c:v>21.614999999999998</c:v>
                </c:pt>
                <c:pt idx="239">
                  <c:v>21.548999999999999</c:v>
                </c:pt>
                <c:pt idx="240">
                  <c:v>21.507000000000001</c:v>
                </c:pt>
                <c:pt idx="241">
                  <c:v>21.422000000000001</c:v>
                </c:pt>
                <c:pt idx="242">
                  <c:v>21.4</c:v>
                </c:pt>
                <c:pt idx="243">
                  <c:v>21.332000000000001</c:v>
                </c:pt>
                <c:pt idx="244">
                  <c:v>21.417999999999999</c:v>
                </c:pt>
                <c:pt idx="245">
                  <c:v>21.539000000000001</c:v>
                </c:pt>
                <c:pt idx="246">
                  <c:v>21.390999999999998</c:v>
                </c:pt>
                <c:pt idx="247">
                  <c:v>21.366</c:v>
                </c:pt>
                <c:pt idx="248">
                  <c:v>21.204000000000001</c:v>
                </c:pt>
                <c:pt idx="249">
                  <c:v>21.16</c:v>
                </c:pt>
                <c:pt idx="250">
                  <c:v>21.32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1E-42AA-9E97-44E54B75CA7B}"/>
            </c:ext>
          </c:extLst>
        </c:ser>
        <c:ser>
          <c:idx val="4"/>
          <c:order val="4"/>
          <c:tx>
            <c:strRef>
              <c:f>'Frequency vs Gain (Tx)'!$G$2</c:f>
              <c:strCache>
                <c:ptCount val="1"/>
                <c:pt idx="0">
                  <c:v>V0B0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'Frequency vs Gain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'Frequency vs Gain (Tx)'!$G$3:$G$253</c:f>
              <c:numCache>
                <c:formatCode>0.00_ </c:formatCode>
                <c:ptCount val="251"/>
                <c:pt idx="0">
                  <c:v>22.548999999999999</c:v>
                </c:pt>
                <c:pt idx="1">
                  <c:v>22.617000000000001</c:v>
                </c:pt>
                <c:pt idx="2">
                  <c:v>22.637</c:v>
                </c:pt>
                <c:pt idx="3">
                  <c:v>22.847999999999999</c:v>
                </c:pt>
                <c:pt idx="4">
                  <c:v>22.821999999999999</c:v>
                </c:pt>
                <c:pt idx="5">
                  <c:v>23.108000000000001</c:v>
                </c:pt>
                <c:pt idx="6">
                  <c:v>22.995999999999999</c:v>
                </c:pt>
                <c:pt idx="7">
                  <c:v>23.181000000000001</c:v>
                </c:pt>
                <c:pt idx="8">
                  <c:v>23.193000000000001</c:v>
                </c:pt>
                <c:pt idx="9">
                  <c:v>23.381</c:v>
                </c:pt>
                <c:pt idx="10">
                  <c:v>23.37</c:v>
                </c:pt>
                <c:pt idx="11">
                  <c:v>23.600999999999999</c:v>
                </c:pt>
                <c:pt idx="12">
                  <c:v>23.536999999999999</c:v>
                </c:pt>
                <c:pt idx="13">
                  <c:v>23.748999999999999</c:v>
                </c:pt>
                <c:pt idx="14">
                  <c:v>23.707000000000001</c:v>
                </c:pt>
                <c:pt idx="15">
                  <c:v>23.904</c:v>
                </c:pt>
                <c:pt idx="16">
                  <c:v>23.939</c:v>
                </c:pt>
                <c:pt idx="17">
                  <c:v>23.95</c:v>
                </c:pt>
                <c:pt idx="18">
                  <c:v>24.056999999999999</c:v>
                </c:pt>
                <c:pt idx="19">
                  <c:v>24.109000000000002</c:v>
                </c:pt>
                <c:pt idx="20">
                  <c:v>24.172999999999998</c:v>
                </c:pt>
                <c:pt idx="21">
                  <c:v>24.157</c:v>
                </c:pt>
                <c:pt idx="22">
                  <c:v>24.327000000000002</c:v>
                </c:pt>
                <c:pt idx="23">
                  <c:v>24.5</c:v>
                </c:pt>
                <c:pt idx="24">
                  <c:v>24.542000000000002</c:v>
                </c:pt>
                <c:pt idx="25">
                  <c:v>24.608000000000001</c:v>
                </c:pt>
                <c:pt idx="26">
                  <c:v>24.72</c:v>
                </c:pt>
                <c:pt idx="27">
                  <c:v>24.734999999999999</c:v>
                </c:pt>
                <c:pt idx="28">
                  <c:v>24.751999999999999</c:v>
                </c:pt>
                <c:pt idx="29">
                  <c:v>24.844000000000001</c:v>
                </c:pt>
                <c:pt idx="30">
                  <c:v>24.963000000000001</c:v>
                </c:pt>
                <c:pt idx="31">
                  <c:v>25.148</c:v>
                </c:pt>
                <c:pt idx="32">
                  <c:v>25.108000000000001</c:v>
                </c:pt>
                <c:pt idx="33">
                  <c:v>25.209</c:v>
                </c:pt>
                <c:pt idx="34">
                  <c:v>25.344999999999999</c:v>
                </c:pt>
                <c:pt idx="35">
                  <c:v>25.213000000000001</c:v>
                </c:pt>
                <c:pt idx="36">
                  <c:v>25.443999999999999</c:v>
                </c:pt>
                <c:pt idx="37">
                  <c:v>25.465</c:v>
                </c:pt>
                <c:pt idx="38">
                  <c:v>25.63</c:v>
                </c:pt>
                <c:pt idx="39">
                  <c:v>25.529</c:v>
                </c:pt>
                <c:pt idx="40">
                  <c:v>25.779</c:v>
                </c:pt>
                <c:pt idx="41">
                  <c:v>25.626999999999999</c:v>
                </c:pt>
                <c:pt idx="42">
                  <c:v>25.878</c:v>
                </c:pt>
                <c:pt idx="43">
                  <c:v>25.864999999999998</c:v>
                </c:pt>
                <c:pt idx="44">
                  <c:v>25.991</c:v>
                </c:pt>
                <c:pt idx="45">
                  <c:v>26.283999999999999</c:v>
                </c:pt>
                <c:pt idx="46">
                  <c:v>26.135999999999999</c:v>
                </c:pt>
                <c:pt idx="47">
                  <c:v>26.16</c:v>
                </c:pt>
                <c:pt idx="48">
                  <c:v>26.085000000000001</c:v>
                </c:pt>
                <c:pt idx="49">
                  <c:v>26.245000000000001</c:v>
                </c:pt>
                <c:pt idx="50">
                  <c:v>26.399000000000001</c:v>
                </c:pt>
                <c:pt idx="51">
                  <c:v>26.401</c:v>
                </c:pt>
                <c:pt idx="52">
                  <c:v>26.265999999999998</c:v>
                </c:pt>
                <c:pt idx="53">
                  <c:v>26.439</c:v>
                </c:pt>
                <c:pt idx="54">
                  <c:v>26.524999999999999</c:v>
                </c:pt>
                <c:pt idx="55">
                  <c:v>26.72</c:v>
                </c:pt>
                <c:pt idx="56">
                  <c:v>26.655000000000001</c:v>
                </c:pt>
                <c:pt idx="57">
                  <c:v>26.619</c:v>
                </c:pt>
                <c:pt idx="58">
                  <c:v>26.599</c:v>
                </c:pt>
                <c:pt idx="59">
                  <c:v>26.867999999999999</c:v>
                </c:pt>
                <c:pt idx="60">
                  <c:v>26.826000000000001</c:v>
                </c:pt>
                <c:pt idx="61">
                  <c:v>26.948</c:v>
                </c:pt>
                <c:pt idx="62">
                  <c:v>26.92</c:v>
                </c:pt>
                <c:pt idx="63">
                  <c:v>26.972000000000001</c:v>
                </c:pt>
                <c:pt idx="64">
                  <c:v>27.093</c:v>
                </c:pt>
                <c:pt idx="65">
                  <c:v>27.052</c:v>
                </c:pt>
                <c:pt idx="66">
                  <c:v>27.094000000000001</c:v>
                </c:pt>
                <c:pt idx="67">
                  <c:v>26.963000000000001</c:v>
                </c:pt>
                <c:pt idx="68">
                  <c:v>27.164999999999999</c:v>
                </c:pt>
                <c:pt idx="69">
                  <c:v>27.238</c:v>
                </c:pt>
                <c:pt idx="70">
                  <c:v>27.195</c:v>
                </c:pt>
                <c:pt idx="71">
                  <c:v>27.17</c:v>
                </c:pt>
                <c:pt idx="72">
                  <c:v>27.291</c:v>
                </c:pt>
                <c:pt idx="73">
                  <c:v>27.295000000000002</c:v>
                </c:pt>
                <c:pt idx="74">
                  <c:v>27.379000000000001</c:v>
                </c:pt>
                <c:pt idx="75">
                  <c:v>27.494</c:v>
                </c:pt>
                <c:pt idx="76">
                  <c:v>27.228999999999999</c:v>
                </c:pt>
                <c:pt idx="77">
                  <c:v>27.338999999999999</c:v>
                </c:pt>
                <c:pt idx="78">
                  <c:v>27.629000000000001</c:v>
                </c:pt>
                <c:pt idx="79">
                  <c:v>27.594999999999999</c:v>
                </c:pt>
                <c:pt idx="80">
                  <c:v>27.5</c:v>
                </c:pt>
                <c:pt idx="81">
                  <c:v>27.308</c:v>
                </c:pt>
                <c:pt idx="82">
                  <c:v>27.402999999999999</c:v>
                </c:pt>
                <c:pt idx="83">
                  <c:v>27.584</c:v>
                </c:pt>
                <c:pt idx="84">
                  <c:v>27.542999999999999</c:v>
                </c:pt>
                <c:pt idx="85">
                  <c:v>27.443000000000001</c:v>
                </c:pt>
                <c:pt idx="86">
                  <c:v>27.55</c:v>
                </c:pt>
                <c:pt idx="87">
                  <c:v>27.428000000000001</c:v>
                </c:pt>
                <c:pt idx="88">
                  <c:v>27.385999999999999</c:v>
                </c:pt>
                <c:pt idx="89">
                  <c:v>27.440999999999999</c:v>
                </c:pt>
                <c:pt idx="90">
                  <c:v>27.463999999999999</c:v>
                </c:pt>
                <c:pt idx="91">
                  <c:v>27.452000000000002</c:v>
                </c:pt>
                <c:pt idx="92">
                  <c:v>27.437000000000001</c:v>
                </c:pt>
                <c:pt idx="93">
                  <c:v>27.33</c:v>
                </c:pt>
                <c:pt idx="94">
                  <c:v>27.367999999999999</c:v>
                </c:pt>
                <c:pt idx="95">
                  <c:v>27.529</c:v>
                </c:pt>
                <c:pt idx="96">
                  <c:v>27.154</c:v>
                </c:pt>
                <c:pt idx="97">
                  <c:v>27.298999999999999</c:v>
                </c:pt>
                <c:pt idx="98">
                  <c:v>27.401</c:v>
                </c:pt>
                <c:pt idx="99">
                  <c:v>27.314</c:v>
                </c:pt>
                <c:pt idx="100">
                  <c:v>27.17</c:v>
                </c:pt>
                <c:pt idx="101">
                  <c:v>27.29</c:v>
                </c:pt>
                <c:pt idx="102">
                  <c:v>27.282</c:v>
                </c:pt>
                <c:pt idx="103">
                  <c:v>27.27</c:v>
                </c:pt>
                <c:pt idx="104">
                  <c:v>27.11</c:v>
                </c:pt>
                <c:pt idx="105">
                  <c:v>27.181999999999999</c:v>
                </c:pt>
                <c:pt idx="106">
                  <c:v>27.195</c:v>
                </c:pt>
                <c:pt idx="107">
                  <c:v>27.111999999999998</c:v>
                </c:pt>
                <c:pt idx="108">
                  <c:v>27.187999999999999</c:v>
                </c:pt>
                <c:pt idx="109">
                  <c:v>27.276</c:v>
                </c:pt>
                <c:pt idx="110">
                  <c:v>27.2</c:v>
                </c:pt>
                <c:pt idx="111">
                  <c:v>27.071999999999999</c:v>
                </c:pt>
                <c:pt idx="112">
                  <c:v>27.059000000000001</c:v>
                </c:pt>
                <c:pt idx="113">
                  <c:v>27.140999999999998</c:v>
                </c:pt>
                <c:pt idx="114">
                  <c:v>27.085999999999999</c:v>
                </c:pt>
                <c:pt idx="115">
                  <c:v>27.068999999999999</c:v>
                </c:pt>
                <c:pt idx="116">
                  <c:v>27.071000000000002</c:v>
                </c:pt>
                <c:pt idx="117">
                  <c:v>26.835000000000001</c:v>
                </c:pt>
                <c:pt idx="118">
                  <c:v>26.94</c:v>
                </c:pt>
                <c:pt idx="119">
                  <c:v>26.855</c:v>
                </c:pt>
                <c:pt idx="120">
                  <c:v>26.971</c:v>
                </c:pt>
                <c:pt idx="121">
                  <c:v>26.884</c:v>
                </c:pt>
                <c:pt idx="122">
                  <c:v>26.742000000000001</c:v>
                </c:pt>
                <c:pt idx="123">
                  <c:v>26.867999999999999</c:v>
                </c:pt>
                <c:pt idx="124">
                  <c:v>26.98</c:v>
                </c:pt>
                <c:pt idx="125">
                  <c:v>26.74</c:v>
                </c:pt>
                <c:pt idx="126">
                  <c:v>26.645</c:v>
                </c:pt>
                <c:pt idx="127">
                  <c:v>26.856000000000002</c:v>
                </c:pt>
                <c:pt idx="128">
                  <c:v>26.655999999999999</c:v>
                </c:pt>
                <c:pt idx="129">
                  <c:v>26.635000000000002</c:v>
                </c:pt>
                <c:pt idx="130">
                  <c:v>26.675000000000001</c:v>
                </c:pt>
                <c:pt idx="131">
                  <c:v>26.492999999999999</c:v>
                </c:pt>
                <c:pt idx="132">
                  <c:v>26.617000000000001</c:v>
                </c:pt>
                <c:pt idx="133">
                  <c:v>26.547999999999998</c:v>
                </c:pt>
                <c:pt idx="134">
                  <c:v>26.545999999999999</c:v>
                </c:pt>
                <c:pt idx="135">
                  <c:v>26.510999999999999</c:v>
                </c:pt>
                <c:pt idx="136">
                  <c:v>26.657</c:v>
                </c:pt>
                <c:pt idx="137">
                  <c:v>26.588999999999999</c:v>
                </c:pt>
                <c:pt idx="138">
                  <c:v>26.687000000000001</c:v>
                </c:pt>
                <c:pt idx="139">
                  <c:v>26.542999999999999</c:v>
                </c:pt>
                <c:pt idx="140">
                  <c:v>26.526</c:v>
                </c:pt>
                <c:pt idx="141">
                  <c:v>26.428999999999998</c:v>
                </c:pt>
                <c:pt idx="142">
                  <c:v>26.402000000000001</c:v>
                </c:pt>
                <c:pt idx="143">
                  <c:v>26.32</c:v>
                </c:pt>
                <c:pt idx="144">
                  <c:v>26.286999999999999</c:v>
                </c:pt>
                <c:pt idx="145">
                  <c:v>26.423999999999999</c:v>
                </c:pt>
                <c:pt idx="146">
                  <c:v>26.396000000000001</c:v>
                </c:pt>
                <c:pt idx="147">
                  <c:v>26.564</c:v>
                </c:pt>
                <c:pt idx="148">
                  <c:v>26.285</c:v>
                </c:pt>
                <c:pt idx="149">
                  <c:v>26.396999999999998</c:v>
                </c:pt>
                <c:pt idx="150">
                  <c:v>26.408000000000001</c:v>
                </c:pt>
                <c:pt idx="151">
                  <c:v>26.289000000000001</c:v>
                </c:pt>
                <c:pt idx="152">
                  <c:v>26.126999999999999</c:v>
                </c:pt>
                <c:pt idx="153">
                  <c:v>26.254999999999999</c:v>
                </c:pt>
                <c:pt idx="154">
                  <c:v>26.216000000000001</c:v>
                </c:pt>
                <c:pt idx="155">
                  <c:v>26.24</c:v>
                </c:pt>
                <c:pt idx="156">
                  <c:v>26.366</c:v>
                </c:pt>
                <c:pt idx="157">
                  <c:v>26.335000000000001</c:v>
                </c:pt>
                <c:pt idx="158">
                  <c:v>26.175000000000001</c:v>
                </c:pt>
                <c:pt idx="159">
                  <c:v>26.178999999999998</c:v>
                </c:pt>
                <c:pt idx="160">
                  <c:v>25.975000000000001</c:v>
                </c:pt>
                <c:pt idx="161">
                  <c:v>26.251000000000001</c:v>
                </c:pt>
                <c:pt idx="162">
                  <c:v>26.132000000000001</c:v>
                </c:pt>
                <c:pt idx="163">
                  <c:v>26.077999999999999</c:v>
                </c:pt>
                <c:pt idx="164">
                  <c:v>26.082000000000001</c:v>
                </c:pt>
                <c:pt idx="165">
                  <c:v>25.933</c:v>
                </c:pt>
                <c:pt idx="166">
                  <c:v>25.745000000000001</c:v>
                </c:pt>
                <c:pt idx="167">
                  <c:v>25.978000000000002</c:v>
                </c:pt>
                <c:pt idx="168">
                  <c:v>25.841999999999999</c:v>
                </c:pt>
                <c:pt idx="169">
                  <c:v>25.937000000000001</c:v>
                </c:pt>
                <c:pt idx="170">
                  <c:v>25.87</c:v>
                </c:pt>
                <c:pt idx="171">
                  <c:v>26.007000000000001</c:v>
                </c:pt>
                <c:pt idx="172">
                  <c:v>25.753</c:v>
                </c:pt>
                <c:pt idx="173">
                  <c:v>25.648</c:v>
                </c:pt>
                <c:pt idx="174">
                  <c:v>25.893000000000001</c:v>
                </c:pt>
                <c:pt idx="175">
                  <c:v>25.760999999999999</c:v>
                </c:pt>
                <c:pt idx="176">
                  <c:v>25.585999999999999</c:v>
                </c:pt>
                <c:pt idx="177">
                  <c:v>25.695</c:v>
                </c:pt>
                <c:pt idx="178">
                  <c:v>25.608000000000001</c:v>
                </c:pt>
                <c:pt idx="179">
                  <c:v>25.42</c:v>
                </c:pt>
                <c:pt idx="180">
                  <c:v>25.347000000000001</c:v>
                </c:pt>
                <c:pt idx="181">
                  <c:v>25.420999999999999</c:v>
                </c:pt>
                <c:pt idx="182">
                  <c:v>25.263999999999999</c:v>
                </c:pt>
                <c:pt idx="183">
                  <c:v>25.318999999999999</c:v>
                </c:pt>
                <c:pt idx="184">
                  <c:v>25.192</c:v>
                </c:pt>
                <c:pt idx="185">
                  <c:v>25.178000000000001</c:v>
                </c:pt>
                <c:pt idx="186">
                  <c:v>24.904</c:v>
                </c:pt>
                <c:pt idx="187">
                  <c:v>25.05</c:v>
                </c:pt>
                <c:pt idx="188">
                  <c:v>25.186</c:v>
                </c:pt>
                <c:pt idx="189">
                  <c:v>25.193000000000001</c:v>
                </c:pt>
                <c:pt idx="190">
                  <c:v>24.811</c:v>
                </c:pt>
                <c:pt idx="191">
                  <c:v>24.940999999999999</c:v>
                </c:pt>
                <c:pt idx="192">
                  <c:v>25.17</c:v>
                </c:pt>
                <c:pt idx="193">
                  <c:v>24.983000000000001</c:v>
                </c:pt>
                <c:pt idx="194">
                  <c:v>24.837</c:v>
                </c:pt>
                <c:pt idx="195">
                  <c:v>24.786999999999999</c:v>
                </c:pt>
                <c:pt idx="196">
                  <c:v>24.638999999999999</c:v>
                </c:pt>
                <c:pt idx="197">
                  <c:v>24.78</c:v>
                </c:pt>
                <c:pt idx="198">
                  <c:v>24.619</c:v>
                </c:pt>
                <c:pt idx="199">
                  <c:v>24.550999999999998</c:v>
                </c:pt>
                <c:pt idx="200">
                  <c:v>24.584</c:v>
                </c:pt>
                <c:pt idx="201">
                  <c:v>24.39</c:v>
                </c:pt>
                <c:pt idx="202">
                  <c:v>24.451000000000001</c:v>
                </c:pt>
                <c:pt idx="203">
                  <c:v>24.459</c:v>
                </c:pt>
                <c:pt idx="204">
                  <c:v>24.524999999999999</c:v>
                </c:pt>
                <c:pt idx="205">
                  <c:v>24.324999999999999</c:v>
                </c:pt>
                <c:pt idx="206">
                  <c:v>24.378</c:v>
                </c:pt>
                <c:pt idx="207">
                  <c:v>24.474</c:v>
                </c:pt>
                <c:pt idx="208">
                  <c:v>24.431999999999999</c:v>
                </c:pt>
                <c:pt idx="209">
                  <c:v>24.035</c:v>
                </c:pt>
                <c:pt idx="210">
                  <c:v>24.187999999999999</c:v>
                </c:pt>
                <c:pt idx="211">
                  <c:v>24.196000000000002</c:v>
                </c:pt>
                <c:pt idx="212">
                  <c:v>24.518999999999998</c:v>
                </c:pt>
                <c:pt idx="213">
                  <c:v>24.103000000000002</c:v>
                </c:pt>
                <c:pt idx="214">
                  <c:v>24.16</c:v>
                </c:pt>
                <c:pt idx="215">
                  <c:v>24.071999999999999</c:v>
                </c:pt>
                <c:pt idx="216">
                  <c:v>24.096</c:v>
                </c:pt>
                <c:pt idx="217">
                  <c:v>24.315000000000001</c:v>
                </c:pt>
                <c:pt idx="218">
                  <c:v>23.922000000000001</c:v>
                </c:pt>
                <c:pt idx="219">
                  <c:v>24.044</c:v>
                </c:pt>
                <c:pt idx="220">
                  <c:v>24.061</c:v>
                </c:pt>
                <c:pt idx="221">
                  <c:v>23.989000000000001</c:v>
                </c:pt>
                <c:pt idx="222">
                  <c:v>24.038</c:v>
                </c:pt>
                <c:pt idx="223">
                  <c:v>24.091000000000001</c:v>
                </c:pt>
                <c:pt idx="224">
                  <c:v>23.844999999999999</c:v>
                </c:pt>
                <c:pt idx="225">
                  <c:v>23.873000000000001</c:v>
                </c:pt>
                <c:pt idx="226">
                  <c:v>23.706</c:v>
                </c:pt>
                <c:pt idx="227">
                  <c:v>23.9</c:v>
                </c:pt>
                <c:pt idx="228">
                  <c:v>24.048999999999999</c:v>
                </c:pt>
                <c:pt idx="229">
                  <c:v>24.02</c:v>
                </c:pt>
                <c:pt idx="230">
                  <c:v>23.675999999999998</c:v>
                </c:pt>
                <c:pt idx="231">
                  <c:v>23.8</c:v>
                </c:pt>
                <c:pt idx="232">
                  <c:v>23.850999999999999</c:v>
                </c:pt>
                <c:pt idx="233">
                  <c:v>23.768999999999998</c:v>
                </c:pt>
                <c:pt idx="234">
                  <c:v>23.768999999999998</c:v>
                </c:pt>
                <c:pt idx="235">
                  <c:v>23.637</c:v>
                </c:pt>
                <c:pt idx="236">
                  <c:v>23.584</c:v>
                </c:pt>
                <c:pt idx="237">
                  <c:v>23.555</c:v>
                </c:pt>
                <c:pt idx="238">
                  <c:v>23.515000000000001</c:v>
                </c:pt>
                <c:pt idx="239">
                  <c:v>23.468</c:v>
                </c:pt>
                <c:pt idx="240">
                  <c:v>23.408999999999999</c:v>
                </c:pt>
                <c:pt idx="241">
                  <c:v>23.297000000000001</c:v>
                </c:pt>
                <c:pt idx="242">
                  <c:v>23.292000000000002</c:v>
                </c:pt>
                <c:pt idx="243">
                  <c:v>23.245999999999999</c:v>
                </c:pt>
                <c:pt idx="244">
                  <c:v>23.308</c:v>
                </c:pt>
                <c:pt idx="245">
                  <c:v>23.414999999999999</c:v>
                </c:pt>
                <c:pt idx="246">
                  <c:v>23.248999999999999</c:v>
                </c:pt>
                <c:pt idx="247">
                  <c:v>23.231999999999999</c:v>
                </c:pt>
                <c:pt idx="248">
                  <c:v>23.047999999999998</c:v>
                </c:pt>
                <c:pt idx="249">
                  <c:v>23.023</c:v>
                </c:pt>
                <c:pt idx="250">
                  <c:v>23.16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C1E-42AA-9E97-44E54B75CA7B}"/>
            </c:ext>
          </c:extLst>
        </c:ser>
        <c:ser>
          <c:idx val="5"/>
          <c:order val="5"/>
          <c:tx>
            <c:strRef>
              <c:f>'Frequency vs Gain (Tx)'!$H$2</c:f>
              <c:strCache>
                <c:ptCount val="1"/>
                <c:pt idx="0">
                  <c:v>V1B0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'Frequency vs Gain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'Frequency vs Gain (Tx)'!$H$3:$H$253</c:f>
              <c:numCache>
                <c:formatCode>0.00_ </c:formatCode>
                <c:ptCount val="251"/>
                <c:pt idx="0">
                  <c:v>24.638999999999999</c:v>
                </c:pt>
                <c:pt idx="1">
                  <c:v>24.545999999999999</c:v>
                </c:pt>
                <c:pt idx="2">
                  <c:v>24.556999999999999</c:v>
                </c:pt>
                <c:pt idx="3">
                  <c:v>24.905000000000001</c:v>
                </c:pt>
                <c:pt idx="4">
                  <c:v>24.832999999999998</c:v>
                </c:pt>
                <c:pt idx="5">
                  <c:v>25.23</c:v>
                </c:pt>
                <c:pt idx="6">
                  <c:v>24.931999999999999</c:v>
                </c:pt>
                <c:pt idx="7">
                  <c:v>25.210999999999999</c:v>
                </c:pt>
                <c:pt idx="8">
                  <c:v>25.163</c:v>
                </c:pt>
                <c:pt idx="9">
                  <c:v>25.417999999999999</c:v>
                </c:pt>
                <c:pt idx="10">
                  <c:v>25.437000000000001</c:v>
                </c:pt>
                <c:pt idx="11">
                  <c:v>25.742000000000001</c:v>
                </c:pt>
                <c:pt idx="12">
                  <c:v>25.588000000000001</c:v>
                </c:pt>
                <c:pt idx="13">
                  <c:v>25.771999999999998</c:v>
                </c:pt>
                <c:pt idx="14">
                  <c:v>25.887</c:v>
                </c:pt>
                <c:pt idx="15">
                  <c:v>25.931999999999999</c:v>
                </c:pt>
                <c:pt idx="16">
                  <c:v>25.984000000000002</c:v>
                </c:pt>
                <c:pt idx="17">
                  <c:v>25.919</c:v>
                </c:pt>
                <c:pt idx="18">
                  <c:v>26.163</c:v>
                </c:pt>
                <c:pt idx="19">
                  <c:v>26.155999999999999</c:v>
                </c:pt>
                <c:pt idx="20">
                  <c:v>26.161999999999999</c:v>
                </c:pt>
                <c:pt idx="21">
                  <c:v>26.193999999999999</c:v>
                </c:pt>
                <c:pt idx="22">
                  <c:v>26.524999999999999</c:v>
                </c:pt>
                <c:pt idx="23">
                  <c:v>26.468</c:v>
                </c:pt>
                <c:pt idx="24">
                  <c:v>26.533000000000001</c:v>
                </c:pt>
                <c:pt idx="25">
                  <c:v>26.617999999999999</c:v>
                </c:pt>
                <c:pt idx="26">
                  <c:v>26.824999999999999</c:v>
                </c:pt>
                <c:pt idx="27">
                  <c:v>26.722999999999999</c:v>
                </c:pt>
                <c:pt idx="28">
                  <c:v>26.689</c:v>
                </c:pt>
                <c:pt idx="29">
                  <c:v>26.856999999999999</c:v>
                </c:pt>
                <c:pt idx="30">
                  <c:v>26.838000000000001</c:v>
                </c:pt>
                <c:pt idx="31">
                  <c:v>27.117000000000001</c:v>
                </c:pt>
                <c:pt idx="32">
                  <c:v>27.113</c:v>
                </c:pt>
                <c:pt idx="33">
                  <c:v>27.305</c:v>
                </c:pt>
                <c:pt idx="34">
                  <c:v>27.425000000000001</c:v>
                </c:pt>
                <c:pt idx="35">
                  <c:v>27.282</c:v>
                </c:pt>
                <c:pt idx="36">
                  <c:v>27.346</c:v>
                </c:pt>
                <c:pt idx="37">
                  <c:v>27.239000000000001</c:v>
                </c:pt>
                <c:pt idx="38">
                  <c:v>27.651</c:v>
                </c:pt>
                <c:pt idx="39">
                  <c:v>27.497</c:v>
                </c:pt>
                <c:pt idx="40">
                  <c:v>27.731999999999999</c:v>
                </c:pt>
                <c:pt idx="41">
                  <c:v>27.446000000000002</c:v>
                </c:pt>
                <c:pt idx="42">
                  <c:v>27.896000000000001</c:v>
                </c:pt>
                <c:pt idx="43">
                  <c:v>27.826000000000001</c:v>
                </c:pt>
                <c:pt idx="44">
                  <c:v>28.058</c:v>
                </c:pt>
                <c:pt idx="45">
                  <c:v>28.242999999999999</c:v>
                </c:pt>
                <c:pt idx="46">
                  <c:v>28.161000000000001</c:v>
                </c:pt>
                <c:pt idx="47">
                  <c:v>28.096</c:v>
                </c:pt>
                <c:pt idx="48">
                  <c:v>27.847999999999999</c:v>
                </c:pt>
                <c:pt idx="49">
                  <c:v>28.157</c:v>
                </c:pt>
                <c:pt idx="50">
                  <c:v>28.163</c:v>
                </c:pt>
                <c:pt idx="51">
                  <c:v>28.279</c:v>
                </c:pt>
                <c:pt idx="52">
                  <c:v>28.027000000000001</c:v>
                </c:pt>
                <c:pt idx="53">
                  <c:v>28.271000000000001</c:v>
                </c:pt>
                <c:pt idx="54">
                  <c:v>28.181000000000001</c:v>
                </c:pt>
                <c:pt idx="55">
                  <c:v>28.571000000000002</c:v>
                </c:pt>
                <c:pt idx="56">
                  <c:v>28.428999999999998</c:v>
                </c:pt>
                <c:pt idx="57">
                  <c:v>28.297000000000001</c:v>
                </c:pt>
                <c:pt idx="58">
                  <c:v>28.376000000000001</c:v>
                </c:pt>
                <c:pt idx="59">
                  <c:v>28.734999999999999</c:v>
                </c:pt>
                <c:pt idx="60">
                  <c:v>28.542999999999999</c:v>
                </c:pt>
                <c:pt idx="61">
                  <c:v>28.68</c:v>
                </c:pt>
                <c:pt idx="62">
                  <c:v>28.687000000000001</c:v>
                </c:pt>
                <c:pt idx="63">
                  <c:v>28.849</c:v>
                </c:pt>
                <c:pt idx="64">
                  <c:v>28.928999999999998</c:v>
                </c:pt>
                <c:pt idx="65">
                  <c:v>28.843</c:v>
                </c:pt>
                <c:pt idx="66">
                  <c:v>28.81</c:v>
                </c:pt>
                <c:pt idx="67">
                  <c:v>28.760999999999999</c:v>
                </c:pt>
                <c:pt idx="68">
                  <c:v>28.942</c:v>
                </c:pt>
                <c:pt idx="69">
                  <c:v>28.983000000000001</c:v>
                </c:pt>
                <c:pt idx="70">
                  <c:v>28.919</c:v>
                </c:pt>
                <c:pt idx="71">
                  <c:v>28.835000000000001</c:v>
                </c:pt>
                <c:pt idx="72">
                  <c:v>29.114999999999998</c:v>
                </c:pt>
                <c:pt idx="73">
                  <c:v>28.896999999999998</c:v>
                </c:pt>
                <c:pt idx="74">
                  <c:v>29.079000000000001</c:v>
                </c:pt>
                <c:pt idx="75">
                  <c:v>29.35</c:v>
                </c:pt>
                <c:pt idx="76">
                  <c:v>28.815999999999999</c:v>
                </c:pt>
                <c:pt idx="77">
                  <c:v>29.173999999999999</c:v>
                </c:pt>
                <c:pt idx="78">
                  <c:v>29.603999999999999</c:v>
                </c:pt>
                <c:pt idx="79">
                  <c:v>29.448</c:v>
                </c:pt>
                <c:pt idx="80">
                  <c:v>29.306999999999999</c:v>
                </c:pt>
                <c:pt idx="81">
                  <c:v>29.196000000000002</c:v>
                </c:pt>
                <c:pt idx="82">
                  <c:v>29.207999999999998</c:v>
                </c:pt>
                <c:pt idx="83">
                  <c:v>29.512</c:v>
                </c:pt>
                <c:pt idx="84">
                  <c:v>29.675000000000001</c:v>
                </c:pt>
                <c:pt idx="85">
                  <c:v>29.404</c:v>
                </c:pt>
                <c:pt idx="86">
                  <c:v>29.602</c:v>
                </c:pt>
                <c:pt idx="87">
                  <c:v>29.393999999999998</c:v>
                </c:pt>
                <c:pt idx="88">
                  <c:v>29.396000000000001</c:v>
                </c:pt>
                <c:pt idx="89">
                  <c:v>29.562999999999999</c:v>
                </c:pt>
                <c:pt idx="90">
                  <c:v>29.58</c:v>
                </c:pt>
                <c:pt idx="91">
                  <c:v>29.401</c:v>
                </c:pt>
                <c:pt idx="92">
                  <c:v>29.472999999999999</c:v>
                </c:pt>
                <c:pt idx="93">
                  <c:v>29.279</c:v>
                </c:pt>
                <c:pt idx="94">
                  <c:v>29.466000000000001</c:v>
                </c:pt>
                <c:pt idx="95">
                  <c:v>29.844999999999999</c:v>
                </c:pt>
                <c:pt idx="96">
                  <c:v>29.289000000000001</c:v>
                </c:pt>
                <c:pt idx="97">
                  <c:v>29.434000000000001</c:v>
                </c:pt>
                <c:pt idx="98">
                  <c:v>29.486999999999998</c:v>
                </c:pt>
                <c:pt idx="99">
                  <c:v>29.428999999999998</c:v>
                </c:pt>
                <c:pt idx="100">
                  <c:v>29.352</c:v>
                </c:pt>
                <c:pt idx="101">
                  <c:v>29.41</c:v>
                </c:pt>
                <c:pt idx="102">
                  <c:v>29.454000000000001</c:v>
                </c:pt>
                <c:pt idx="103">
                  <c:v>29.358000000000001</c:v>
                </c:pt>
                <c:pt idx="104">
                  <c:v>29.206</c:v>
                </c:pt>
                <c:pt idx="105">
                  <c:v>29.388000000000002</c:v>
                </c:pt>
                <c:pt idx="106">
                  <c:v>29.314</c:v>
                </c:pt>
                <c:pt idx="107">
                  <c:v>29.434999999999999</c:v>
                </c:pt>
                <c:pt idx="108">
                  <c:v>29.48</c:v>
                </c:pt>
                <c:pt idx="109">
                  <c:v>29.675000000000001</c:v>
                </c:pt>
                <c:pt idx="110">
                  <c:v>29.538</c:v>
                </c:pt>
                <c:pt idx="111">
                  <c:v>29.425000000000001</c:v>
                </c:pt>
                <c:pt idx="112">
                  <c:v>29.248000000000001</c:v>
                </c:pt>
                <c:pt idx="113">
                  <c:v>29.459</c:v>
                </c:pt>
                <c:pt idx="114">
                  <c:v>29.36</c:v>
                </c:pt>
                <c:pt idx="115">
                  <c:v>29.405000000000001</c:v>
                </c:pt>
                <c:pt idx="116">
                  <c:v>29.314</c:v>
                </c:pt>
                <c:pt idx="117">
                  <c:v>29.146999999999998</c:v>
                </c:pt>
                <c:pt idx="118">
                  <c:v>29.396999999999998</c:v>
                </c:pt>
                <c:pt idx="119">
                  <c:v>29.137</c:v>
                </c:pt>
                <c:pt idx="120">
                  <c:v>29.338999999999999</c:v>
                </c:pt>
                <c:pt idx="121">
                  <c:v>29.096</c:v>
                </c:pt>
                <c:pt idx="122">
                  <c:v>28.92</c:v>
                </c:pt>
                <c:pt idx="123">
                  <c:v>29.113</c:v>
                </c:pt>
                <c:pt idx="124">
                  <c:v>29.321000000000002</c:v>
                </c:pt>
                <c:pt idx="125">
                  <c:v>28.98</c:v>
                </c:pt>
                <c:pt idx="126">
                  <c:v>28.937999999999999</c:v>
                </c:pt>
                <c:pt idx="127">
                  <c:v>29.151</c:v>
                </c:pt>
                <c:pt idx="128">
                  <c:v>28.843</c:v>
                </c:pt>
                <c:pt idx="129">
                  <c:v>28.853000000000002</c:v>
                </c:pt>
                <c:pt idx="130">
                  <c:v>28.92</c:v>
                </c:pt>
                <c:pt idx="131">
                  <c:v>28.643000000000001</c:v>
                </c:pt>
                <c:pt idx="132">
                  <c:v>28.818000000000001</c:v>
                </c:pt>
                <c:pt idx="133">
                  <c:v>28.733000000000001</c:v>
                </c:pt>
                <c:pt idx="134">
                  <c:v>28.794</c:v>
                </c:pt>
                <c:pt idx="135">
                  <c:v>28.71</c:v>
                </c:pt>
                <c:pt idx="136">
                  <c:v>28.815000000000001</c:v>
                </c:pt>
                <c:pt idx="137">
                  <c:v>28.922000000000001</c:v>
                </c:pt>
                <c:pt idx="138">
                  <c:v>28.867000000000001</c:v>
                </c:pt>
                <c:pt idx="139">
                  <c:v>28.631</c:v>
                </c:pt>
                <c:pt idx="140">
                  <c:v>28.774999999999999</c:v>
                </c:pt>
                <c:pt idx="141">
                  <c:v>28.417000000000002</c:v>
                </c:pt>
                <c:pt idx="142">
                  <c:v>28.571000000000002</c:v>
                </c:pt>
                <c:pt idx="143">
                  <c:v>28.449000000000002</c:v>
                </c:pt>
                <c:pt idx="144">
                  <c:v>28.597000000000001</c:v>
                </c:pt>
                <c:pt idx="145">
                  <c:v>28.725000000000001</c:v>
                </c:pt>
                <c:pt idx="146">
                  <c:v>28.739000000000001</c:v>
                </c:pt>
                <c:pt idx="147">
                  <c:v>28.827000000000002</c:v>
                </c:pt>
                <c:pt idx="148">
                  <c:v>28.663</c:v>
                </c:pt>
                <c:pt idx="149">
                  <c:v>28.602</c:v>
                </c:pt>
                <c:pt idx="150">
                  <c:v>28.782</c:v>
                </c:pt>
                <c:pt idx="151">
                  <c:v>28.553000000000001</c:v>
                </c:pt>
                <c:pt idx="152">
                  <c:v>28.530999999999999</c:v>
                </c:pt>
                <c:pt idx="153">
                  <c:v>28.550999999999998</c:v>
                </c:pt>
                <c:pt idx="154">
                  <c:v>28.533999999999999</c:v>
                </c:pt>
                <c:pt idx="155">
                  <c:v>28.535</c:v>
                </c:pt>
                <c:pt idx="156">
                  <c:v>28.622</c:v>
                </c:pt>
                <c:pt idx="157">
                  <c:v>28.664999999999999</c:v>
                </c:pt>
                <c:pt idx="158">
                  <c:v>28.526</c:v>
                </c:pt>
                <c:pt idx="159">
                  <c:v>28.541</c:v>
                </c:pt>
                <c:pt idx="160">
                  <c:v>28.07</c:v>
                </c:pt>
                <c:pt idx="161">
                  <c:v>28.594000000000001</c:v>
                </c:pt>
                <c:pt idx="162">
                  <c:v>28.242000000000001</c:v>
                </c:pt>
                <c:pt idx="163">
                  <c:v>28.585000000000001</c:v>
                </c:pt>
                <c:pt idx="164">
                  <c:v>28.382999999999999</c:v>
                </c:pt>
                <c:pt idx="165">
                  <c:v>28.193999999999999</c:v>
                </c:pt>
                <c:pt idx="166">
                  <c:v>27.928999999999998</c:v>
                </c:pt>
                <c:pt idx="167">
                  <c:v>28.166</c:v>
                </c:pt>
                <c:pt idx="168">
                  <c:v>27.884</c:v>
                </c:pt>
                <c:pt idx="169">
                  <c:v>28.344999999999999</c:v>
                </c:pt>
                <c:pt idx="170">
                  <c:v>28.169</c:v>
                </c:pt>
                <c:pt idx="171">
                  <c:v>28.245000000000001</c:v>
                </c:pt>
                <c:pt idx="172">
                  <c:v>27.902000000000001</c:v>
                </c:pt>
                <c:pt idx="173">
                  <c:v>27.914000000000001</c:v>
                </c:pt>
                <c:pt idx="174">
                  <c:v>28.251000000000001</c:v>
                </c:pt>
                <c:pt idx="175">
                  <c:v>27.876999999999999</c:v>
                </c:pt>
                <c:pt idx="176">
                  <c:v>27.783999999999999</c:v>
                </c:pt>
                <c:pt idx="177">
                  <c:v>28.141999999999999</c:v>
                </c:pt>
                <c:pt idx="178">
                  <c:v>27.795000000000002</c:v>
                </c:pt>
                <c:pt idx="179">
                  <c:v>27.66</c:v>
                </c:pt>
                <c:pt idx="180">
                  <c:v>27.452999999999999</c:v>
                </c:pt>
                <c:pt idx="181">
                  <c:v>27.681999999999999</c:v>
                </c:pt>
                <c:pt idx="182">
                  <c:v>27.366</c:v>
                </c:pt>
                <c:pt idx="183">
                  <c:v>27.488</c:v>
                </c:pt>
                <c:pt idx="184">
                  <c:v>27.399000000000001</c:v>
                </c:pt>
                <c:pt idx="185">
                  <c:v>27.245000000000001</c:v>
                </c:pt>
                <c:pt idx="186">
                  <c:v>26.968</c:v>
                </c:pt>
                <c:pt idx="187">
                  <c:v>27.123000000000001</c:v>
                </c:pt>
                <c:pt idx="188">
                  <c:v>27.36</c:v>
                </c:pt>
                <c:pt idx="189">
                  <c:v>27.478000000000002</c:v>
                </c:pt>
                <c:pt idx="190">
                  <c:v>26.896999999999998</c:v>
                </c:pt>
                <c:pt idx="191">
                  <c:v>27.09</c:v>
                </c:pt>
                <c:pt idx="192">
                  <c:v>27.478999999999999</c:v>
                </c:pt>
                <c:pt idx="193">
                  <c:v>27.129000000000001</c:v>
                </c:pt>
                <c:pt idx="194">
                  <c:v>27.016999999999999</c:v>
                </c:pt>
                <c:pt idx="195">
                  <c:v>26.96</c:v>
                </c:pt>
                <c:pt idx="196">
                  <c:v>26.702999999999999</c:v>
                </c:pt>
                <c:pt idx="197">
                  <c:v>26.89</c:v>
                </c:pt>
                <c:pt idx="198">
                  <c:v>26.751000000000001</c:v>
                </c:pt>
                <c:pt idx="199">
                  <c:v>26.722999999999999</c:v>
                </c:pt>
                <c:pt idx="200">
                  <c:v>26.594000000000001</c:v>
                </c:pt>
                <c:pt idx="201">
                  <c:v>26.454000000000001</c:v>
                </c:pt>
                <c:pt idx="202">
                  <c:v>26.655999999999999</c:v>
                </c:pt>
                <c:pt idx="203">
                  <c:v>26.474</c:v>
                </c:pt>
                <c:pt idx="204">
                  <c:v>26.716000000000001</c:v>
                </c:pt>
                <c:pt idx="205">
                  <c:v>26.475000000000001</c:v>
                </c:pt>
                <c:pt idx="206">
                  <c:v>26.587</c:v>
                </c:pt>
                <c:pt idx="207">
                  <c:v>26.771999999999998</c:v>
                </c:pt>
                <c:pt idx="208">
                  <c:v>26.577999999999999</c:v>
                </c:pt>
                <c:pt idx="209">
                  <c:v>25.997</c:v>
                </c:pt>
                <c:pt idx="210">
                  <c:v>26.454000000000001</c:v>
                </c:pt>
                <c:pt idx="211">
                  <c:v>26.248999999999999</c:v>
                </c:pt>
                <c:pt idx="212">
                  <c:v>26.568000000000001</c:v>
                </c:pt>
                <c:pt idx="213">
                  <c:v>26.222000000000001</c:v>
                </c:pt>
                <c:pt idx="214">
                  <c:v>26.184999999999999</c:v>
                </c:pt>
                <c:pt idx="215">
                  <c:v>26.218</c:v>
                </c:pt>
                <c:pt idx="216">
                  <c:v>26.027000000000001</c:v>
                </c:pt>
                <c:pt idx="217">
                  <c:v>26.494</c:v>
                </c:pt>
                <c:pt idx="218">
                  <c:v>25.954000000000001</c:v>
                </c:pt>
                <c:pt idx="219">
                  <c:v>26.225999999999999</c:v>
                </c:pt>
                <c:pt idx="220">
                  <c:v>26.148</c:v>
                </c:pt>
                <c:pt idx="221">
                  <c:v>25.902999999999999</c:v>
                </c:pt>
                <c:pt idx="222">
                  <c:v>26.221</c:v>
                </c:pt>
                <c:pt idx="223">
                  <c:v>25.974</c:v>
                </c:pt>
                <c:pt idx="224">
                  <c:v>25.859000000000002</c:v>
                </c:pt>
                <c:pt idx="225">
                  <c:v>25.858000000000001</c:v>
                </c:pt>
                <c:pt idx="226">
                  <c:v>25.734000000000002</c:v>
                </c:pt>
                <c:pt idx="227">
                  <c:v>26.04</c:v>
                </c:pt>
                <c:pt idx="228">
                  <c:v>26.236000000000001</c:v>
                </c:pt>
                <c:pt idx="229">
                  <c:v>25.972999999999999</c:v>
                </c:pt>
                <c:pt idx="230">
                  <c:v>25.678000000000001</c:v>
                </c:pt>
                <c:pt idx="231">
                  <c:v>25.648</c:v>
                </c:pt>
                <c:pt idx="232">
                  <c:v>25.754000000000001</c:v>
                </c:pt>
                <c:pt idx="233">
                  <c:v>25.798999999999999</c:v>
                </c:pt>
                <c:pt idx="234">
                  <c:v>25.832000000000001</c:v>
                </c:pt>
                <c:pt idx="235">
                  <c:v>25.533000000000001</c:v>
                </c:pt>
                <c:pt idx="236">
                  <c:v>25.494</c:v>
                </c:pt>
                <c:pt idx="237">
                  <c:v>25.462</c:v>
                </c:pt>
                <c:pt idx="238">
                  <c:v>25.605</c:v>
                </c:pt>
                <c:pt idx="239">
                  <c:v>25.452999999999999</c:v>
                </c:pt>
                <c:pt idx="240">
                  <c:v>25.353000000000002</c:v>
                </c:pt>
                <c:pt idx="241">
                  <c:v>25.190999999999999</c:v>
                </c:pt>
                <c:pt idx="242">
                  <c:v>25.097000000000001</c:v>
                </c:pt>
                <c:pt idx="243">
                  <c:v>25.085000000000001</c:v>
                </c:pt>
                <c:pt idx="244">
                  <c:v>25.24</c:v>
                </c:pt>
                <c:pt idx="245">
                  <c:v>25.422999999999998</c:v>
                </c:pt>
                <c:pt idx="246">
                  <c:v>25.265000000000001</c:v>
                </c:pt>
                <c:pt idx="247">
                  <c:v>25.007999999999999</c:v>
                </c:pt>
                <c:pt idx="248">
                  <c:v>24.844000000000001</c:v>
                </c:pt>
                <c:pt idx="249">
                  <c:v>24.946000000000002</c:v>
                </c:pt>
                <c:pt idx="250">
                  <c:v>24.928000000000001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C1E-42AA-9E97-44E54B75CA7B}"/>
            </c:ext>
          </c:extLst>
        </c:ser>
        <c:ser>
          <c:idx val="6"/>
          <c:order val="6"/>
          <c:tx>
            <c:strRef>
              <c:f>'Frequency vs Gain (Tx)'!$I$2</c:f>
              <c:strCache>
                <c:ptCount val="1"/>
                <c:pt idx="0">
                  <c:v>V2B0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'Frequency vs Gain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'Frequency vs Gain (Tx)'!$I$3:$I$253</c:f>
              <c:numCache>
                <c:formatCode>0.00_ </c:formatCode>
                <c:ptCount val="251"/>
                <c:pt idx="0">
                  <c:v>20.637</c:v>
                </c:pt>
                <c:pt idx="1">
                  <c:v>20.731999999999999</c:v>
                </c:pt>
                <c:pt idx="2">
                  <c:v>20.751999999999999</c:v>
                </c:pt>
                <c:pt idx="3">
                  <c:v>20.956</c:v>
                </c:pt>
                <c:pt idx="4">
                  <c:v>20.939</c:v>
                </c:pt>
                <c:pt idx="5">
                  <c:v>21.25</c:v>
                </c:pt>
                <c:pt idx="6">
                  <c:v>21.14</c:v>
                </c:pt>
                <c:pt idx="7">
                  <c:v>21.335999999999999</c:v>
                </c:pt>
                <c:pt idx="8">
                  <c:v>21.303999999999998</c:v>
                </c:pt>
                <c:pt idx="9">
                  <c:v>21.495999999999999</c:v>
                </c:pt>
                <c:pt idx="10">
                  <c:v>21.515999999999998</c:v>
                </c:pt>
                <c:pt idx="11">
                  <c:v>21.754999999999999</c:v>
                </c:pt>
                <c:pt idx="12">
                  <c:v>21.683</c:v>
                </c:pt>
                <c:pt idx="13">
                  <c:v>21.922000000000001</c:v>
                </c:pt>
                <c:pt idx="14">
                  <c:v>21.88</c:v>
                </c:pt>
                <c:pt idx="15">
                  <c:v>22.055</c:v>
                </c:pt>
                <c:pt idx="16">
                  <c:v>22.114000000000001</c:v>
                </c:pt>
                <c:pt idx="17">
                  <c:v>22.102</c:v>
                </c:pt>
                <c:pt idx="18">
                  <c:v>22.239000000000001</c:v>
                </c:pt>
                <c:pt idx="19">
                  <c:v>22.317</c:v>
                </c:pt>
                <c:pt idx="20">
                  <c:v>22.353000000000002</c:v>
                </c:pt>
                <c:pt idx="21">
                  <c:v>22.353000000000002</c:v>
                </c:pt>
                <c:pt idx="22">
                  <c:v>22.489000000000001</c:v>
                </c:pt>
                <c:pt idx="23">
                  <c:v>22.67</c:v>
                </c:pt>
                <c:pt idx="24">
                  <c:v>22.71</c:v>
                </c:pt>
                <c:pt idx="25">
                  <c:v>22.783000000000001</c:v>
                </c:pt>
                <c:pt idx="26">
                  <c:v>22.890999999999998</c:v>
                </c:pt>
                <c:pt idx="27">
                  <c:v>22.907</c:v>
                </c:pt>
                <c:pt idx="28">
                  <c:v>22.904</c:v>
                </c:pt>
                <c:pt idx="29">
                  <c:v>22.978000000000002</c:v>
                </c:pt>
                <c:pt idx="30">
                  <c:v>23.082999999999998</c:v>
                </c:pt>
                <c:pt idx="31">
                  <c:v>23.3</c:v>
                </c:pt>
                <c:pt idx="32">
                  <c:v>23.201000000000001</c:v>
                </c:pt>
                <c:pt idx="33">
                  <c:v>23.309000000000001</c:v>
                </c:pt>
                <c:pt idx="34">
                  <c:v>23.452999999999999</c:v>
                </c:pt>
                <c:pt idx="35">
                  <c:v>23.323</c:v>
                </c:pt>
                <c:pt idx="36">
                  <c:v>23.521999999999998</c:v>
                </c:pt>
                <c:pt idx="37">
                  <c:v>23.483000000000001</c:v>
                </c:pt>
                <c:pt idx="38">
                  <c:v>23.667999999999999</c:v>
                </c:pt>
                <c:pt idx="39">
                  <c:v>23.538</c:v>
                </c:pt>
                <c:pt idx="40">
                  <c:v>23.806000000000001</c:v>
                </c:pt>
                <c:pt idx="41">
                  <c:v>23.632000000000001</c:v>
                </c:pt>
                <c:pt idx="42">
                  <c:v>23.902999999999999</c:v>
                </c:pt>
                <c:pt idx="43">
                  <c:v>23.873999999999999</c:v>
                </c:pt>
                <c:pt idx="44">
                  <c:v>23.971</c:v>
                </c:pt>
                <c:pt idx="45">
                  <c:v>24.274000000000001</c:v>
                </c:pt>
                <c:pt idx="46">
                  <c:v>24.157</c:v>
                </c:pt>
                <c:pt idx="47">
                  <c:v>24.155000000000001</c:v>
                </c:pt>
                <c:pt idx="48">
                  <c:v>24.045999999999999</c:v>
                </c:pt>
                <c:pt idx="49">
                  <c:v>24.224</c:v>
                </c:pt>
                <c:pt idx="50">
                  <c:v>24.398</c:v>
                </c:pt>
                <c:pt idx="51">
                  <c:v>24.367999999999999</c:v>
                </c:pt>
                <c:pt idx="52">
                  <c:v>24.241</c:v>
                </c:pt>
                <c:pt idx="53">
                  <c:v>24.402000000000001</c:v>
                </c:pt>
                <c:pt idx="54">
                  <c:v>24.47</c:v>
                </c:pt>
                <c:pt idx="55">
                  <c:v>24.643000000000001</c:v>
                </c:pt>
                <c:pt idx="56">
                  <c:v>24.597000000000001</c:v>
                </c:pt>
                <c:pt idx="57">
                  <c:v>24.559000000000001</c:v>
                </c:pt>
                <c:pt idx="58">
                  <c:v>24.555</c:v>
                </c:pt>
                <c:pt idx="59">
                  <c:v>24.803999999999998</c:v>
                </c:pt>
                <c:pt idx="60">
                  <c:v>24.782</c:v>
                </c:pt>
                <c:pt idx="61">
                  <c:v>24.891999999999999</c:v>
                </c:pt>
                <c:pt idx="62">
                  <c:v>24.861000000000001</c:v>
                </c:pt>
                <c:pt idx="63">
                  <c:v>24.901</c:v>
                </c:pt>
                <c:pt idx="64">
                  <c:v>25.029</c:v>
                </c:pt>
                <c:pt idx="65">
                  <c:v>25.010999999999999</c:v>
                </c:pt>
                <c:pt idx="66">
                  <c:v>25.056999999999999</c:v>
                </c:pt>
                <c:pt idx="67">
                  <c:v>24.908000000000001</c:v>
                </c:pt>
                <c:pt idx="68">
                  <c:v>25.113</c:v>
                </c:pt>
                <c:pt idx="69">
                  <c:v>25.201000000000001</c:v>
                </c:pt>
                <c:pt idx="70">
                  <c:v>25.192</c:v>
                </c:pt>
                <c:pt idx="71">
                  <c:v>25.114000000000001</c:v>
                </c:pt>
                <c:pt idx="72">
                  <c:v>25.283999999999999</c:v>
                </c:pt>
                <c:pt idx="73">
                  <c:v>25.268999999999998</c:v>
                </c:pt>
                <c:pt idx="74">
                  <c:v>25.390999999999998</c:v>
                </c:pt>
                <c:pt idx="75">
                  <c:v>25.469000000000001</c:v>
                </c:pt>
                <c:pt idx="76">
                  <c:v>25.238</c:v>
                </c:pt>
                <c:pt idx="77">
                  <c:v>25.358000000000001</c:v>
                </c:pt>
                <c:pt idx="78">
                  <c:v>25.648</c:v>
                </c:pt>
                <c:pt idx="79">
                  <c:v>25.617000000000001</c:v>
                </c:pt>
                <c:pt idx="80">
                  <c:v>25.516999999999999</c:v>
                </c:pt>
                <c:pt idx="81">
                  <c:v>25.334</c:v>
                </c:pt>
                <c:pt idx="82">
                  <c:v>25.428000000000001</c:v>
                </c:pt>
                <c:pt idx="83">
                  <c:v>25.628</c:v>
                </c:pt>
                <c:pt idx="84">
                  <c:v>25.619</c:v>
                </c:pt>
                <c:pt idx="85">
                  <c:v>25.503</c:v>
                </c:pt>
                <c:pt idx="86">
                  <c:v>25.643999999999998</c:v>
                </c:pt>
                <c:pt idx="87">
                  <c:v>25.506</c:v>
                </c:pt>
                <c:pt idx="88">
                  <c:v>25.43</c:v>
                </c:pt>
                <c:pt idx="89">
                  <c:v>25.481999999999999</c:v>
                </c:pt>
                <c:pt idx="90">
                  <c:v>25.530999999999999</c:v>
                </c:pt>
                <c:pt idx="91">
                  <c:v>25.481999999999999</c:v>
                </c:pt>
                <c:pt idx="92">
                  <c:v>25.495999999999999</c:v>
                </c:pt>
                <c:pt idx="93">
                  <c:v>25.390999999999998</c:v>
                </c:pt>
                <c:pt idx="94">
                  <c:v>25.43</c:v>
                </c:pt>
                <c:pt idx="95">
                  <c:v>25.585000000000001</c:v>
                </c:pt>
                <c:pt idx="96">
                  <c:v>25.242999999999999</c:v>
                </c:pt>
                <c:pt idx="97">
                  <c:v>25.398</c:v>
                </c:pt>
                <c:pt idx="98">
                  <c:v>25.454000000000001</c:v>
                </c:pt>
                <c:pt idx="99">
                  <c:v>25.364999999999998</c:v>
                </c:pt>
                <c:pt idx="100">
                  <c:v>25.251000000000001</c:v>
                </c:pt>
                <c:pt idx="101">
                  <c:v>25.332999999999998</c:v>
                </c:pt>
                <c:pt idx="102">
                  <c:v>25.324999999999999</c:v>
                </c:pt>
                <c:pt idx="103">
                  <c:v>25.27</c:v>
                </c:pt>
                <c:pt idx="104">
                  <c:v>25.114000000000001</c:v>
                </c:pt>
                <c:pt idx="105">
                  <c:v>25.170999999999999</c:v>
                </c:pt>
                <c:pt idx="106">
                  <c:v>25.181000000000001</c:v>
                </c:pt>
                <c:pt idx="107">
                  <c:v>25.099</c:v>
                </c:pt>
                <c:pt idx="108">
                  <c:v>25.152999999999999</c:v>
                </c:pt>
                <c:pt idx="109">
                  <c:v>25.227</c:v>
                </c:pt>
                <c:pt idx="110">
                  <c:v>25.132999999999999</c:v>
                </c:pt>
                <c:pt idx="111">
                  <c:v>25.010999999999999</c:v>
                </c:pt>
                <c:pt idx="112">
                  <c:v>24.966999999999999</c:v>
                </c:pt>
                <c:pt idx="113">
                  <c:v>25.065000000000001</c:v>
                </c:pt>
                <c:pt idx="114">
                  <c:v>25.023</c:v>
                </c:pt>
                <c:pt idx="115">
                  <c:v>24.928999999999998</c:v>
                </c:pt>
                <c:pt idx="116">
                  <c:v>24.965</c:v>
                </c:pt>
                <c:pt idx="117">
                  <c:v>24.736999999999998</c:v>
                </c:pt>
                <c:pt idx="118">
                  <c:v>24.832000000000001</c:v>
                </c:pt>
                <c:pt idx="119">
                  <c:v>24.725000000000001</c:v>
                </c:pt>
                <c:pt idx="120">
                  <c:v>24.812999999999999</c:v>
                </c:pt>
                <c:pt idx="121">
                  <c:v>24.777999999999999</c:v>
                </c:pt>
                <c:pt idx="122">
                  <c:v>24.609000000000002</c:v>
                </c:pt>
                <c:pt idx="123">
                  <c:v>24.751000000000001</c:v>
                </c:pt>
                <c:pt idx="124">
                  <c:v>24.83</c:v>
                </c:pt>
                <c:pt idx="125">
                  <c:v>24.576000000000001</c:v>
                </c:pt>
                <c:pt idx="126">
                  <c:v>24.494</c:v>
                </c:pt>
                <c:pt idx="127">
                  <c:v>24.716000000000001</c:v>
                </c:pt>
                <c:pt idx="128">
                  <c:v>24.495999999999999</c:v>
                </c:pt>
                <c:pt idx="129">
                  <c:v>24.486000000000001</c:v>
                </c:pt>
                <c:pt idx="130">
                  <c:v>24.515000000000001</c:v>
                </c:pt>
                <c:pt idx="131">
                  <c:v>24.327999999999999</c:v>
                </c:pt>
                <c:pt idx="132">
                  <c:v>24.471</c:v>
                </c:pt>
                <c:pt idx="133">
                  <c:v>24.407</c:v>
                </c:pt>
                <c:pt idx="134">
                  <c:v>24.416</c:v>
                </c:pt>
                <c:pt idx="135">
                  <c:v>24.373000000000001</c:v>
                </c:pt>
                <c:pt idx="136">
                  <c:v>24.515000000000001</c:v>
                </c:pt>
                <c:pt idx="137">
                  <c:v>24.44</c:v>
                </c:pt>
                <c:pt idx="138">
                  <c:v>24.545999999999999</c:v>
                </c:pt>
                <c:pt idx="139">
                  <c:v>24.401</c:v>
                </c:pt>
                <c:pt idx="140">
                  <c:v>24.407</c:v>
                </c:pt>
                <c:pt idx="141">
                  <c:v>24.306999999999999</c:v>
                </c:pt>
                <c:pt idx="142">
                  <c:v>24.300999999999998</c:v>
                </c:pt>
                <c:pt idx="143">
                  <c:v>24.242000000000001</c:v>
                </c:pt>
                <c:pt idx="144">
                  <c:v>24.173999999999999</c:v>
                </c:pt>
                <c:pt idx="145">
                  <c:v>24.321999999999999</c:v>
                </c:pt>
                <c:pt idx="146">
                  <c:v>24.31</c:v>
                </c:pt>
                <c:pt idx="147">
                  <c:v>24.474</c:v>
                </c:pt>
                <c:pt idx="148">
                  <c:v>24.234000000000002</c:v>
                </c:pt>
                <c:pt idx="149">
                  <c:v>24.332000000000001</c:v>
                </c:pt>
                <c:pt idx="150">
                  <c:v>24.361000000000001</c:v>
                </c:pt>
                <c:pt idx="151">
                  <c:v>24.222000000000001</c:v>
                </c:pt>
                <c:pt idx="152">
                  <c:v>24.088000000000001</c:v>
                </c:pt>
                <c:pt idx="153">
                  <c:v>24.173999999999999</c:v>
                </c:pt>
                <c:pt idx="154">
                  <c:v>24.131</c:v>
                </c:pt>
                <c:pt idx="155">
                  <c:v>24.158999999999999</c:v>
                </c:pt>
                <c:pt idx="156">
                  <c:v>24.259</c:v>
                </c:pt>
                <c:pt idx="157">
                  <c:v>24.245000000000001</c:v>
                </c:pt>
                <c:pt idx="158">
                  <c:v>24.077000000000002</c:v>
                </c:pt>
                <c:pt idx="159">
                  <c:v>24.105</c:v>
                </c:pt>
                <c:pt idx="160">
                  <c:v>23.850999999999999</c:v>
                </c:pt>
                <c:pt idx="161">
                  <c:v>24.119</c:v>
                </c:pt>
                <c:pt idx="162">
                  <c:v>24</c:v>
                </c:pt>
                <c:pt idx="163">
                  <c:v>23.902000000000001</c:v>
                </c:pt>
                <c:pt idx="164">
                  <c:v>23.928999999999998</c:v>
                </c:pt>
                <c:pt idx="165">
                  <c:v>23.760999999999999</c:v>
                </c:pt>
                <c:pt idx="166">
                  <c:v>23.611999999999998</c:v>
                </c:pt>
                <c:pt idx="167">
                  <c:v>23.803999999999998</c:v>
                </c:pt>
                <c:pt idx="168">
                  <c:v>23.646000000000001</c:v>
                </c:pt>
                <c:pt idx="169">
                  <c:v>23.747</c:v>
                </c:pt>
                <c:pt idx="170">
                  <c:v>23.675000000000001</c:v>
                </c:pt>
                <c:pt idx="171">
                  <c:v>23.806999999999999</c:v>
                </c:pt>
                <c:pt idx="172">
                  <c:v>23.521999999999998</c:v>
                </c:pt>
                <c:pt idx="173">
                  <c:v>23.448</c:v>
                </c:pt>
                <c:pt idx="174">
                  <c:v>23.696999999999999</c:v>
                </c:pt>
                <c:pt idx="175">
                  <c:v>23.547000000000001</c:v>
                </c:pt>
                <c:pt idx="176">
                  <c:v>23.361999999999998</c:v>
                </c:pt>
                <c:pt idx="177">
                  <c:v>23.481000000000002</c:v>
                </c:pt>
                <c:pt idx="178">
                  <c:v>23.408999999999999</c:v>
                </c:pt>
                <c:pt idx="179">
                  <c:v>23.247</c:v>
                </c:pt>
                <c:pt idx="180">
                  <c:v>23.126000000000001</c:v>
                </c:pt>
                <c:pt idx="181">
                  <c:v>23.231000000000002</c:v>
                </c:pt>
                <c:pt idx="182">
                  <c:v>23.038</c:v>
                </c:pt>
                <c:pt idx="183">
                  <c:v>23.12</c:v>
                </c:pt>
                <c:pt idx="184">
                  <c:v>22.992000000000001</c:v>
                </c:pt>
                <c:pt idx="185">
                  <c:v>22.97</c:v>
                </c:pt>
                <c:pt idx="186">
                  <c:v>22.72</c:v>
                </c:pt>
                <c:pt idx="187">
                  <c:v>22.864000000000001</c:v>
                </c:pt>
                <c:pt idx="188">
                  <c:v>23.029</c:v>
                </c:pt>
                <c:pt idx="189">
                  <c:v>23.02</c:v>
                </c:pt>
                <c:pt idx="190">
                  <c:v>22.68</c:v>
                </c:pt>
                <c:pt idx="191">
                  <c:v>22.821999999999999</c:v>
                </c:pt>
                <c:pt idx="192">
                  <c:v>23.047000000000001</c:v>
                </c:pt>
                <c:pt idx="193">
                  <c:v>22.863</c:v>
                </c:pt>
                <c:pt idx="194">
                  <c:v>22.725000000000001</c:v>
                </c:pt>
                <c:pt idx="195">
                  <c:v>22.687999999999999</c:v>
                </c:pt>
                <c:pt idx="196">
                  <c:v>22.547999999999998</c:v>
                </c:pt>
                <c:pt idx="197">
                  <c:v>22.710999999999999</c:v>
                </c:pt>
                <c:pt idx="198">
                  <c:v>22.562000000000001</c:v>
                </c:pt>
                <c:pt idx="199">
                  <c:v>22.497</c:v>
                </c:pt>
                <c:pt idx="200">
                  <c:v>22.544</c:v>
                </c:pt>
                <c:pt idx="201">
                  <c:v>22.387</c:v>
                </c:pt>
                <c:pt idx="202">
                  <c:v>22.446000000000002</c:v>
                </c:pt>
                <c:pt idx="203">
                  <c:v>22.492000000000001</c:v>
                </c:pt>
                <c:pt idx="204">
                  <c:v>22.565000000000001</c:v>
                </c:pt>
                <c:pt idx="205">
                  <c:v>22.356999999999999</c:v>
                </c:pt>
                <c:pt idx="206">
                  <c:v>22.413</c:v>
                </c:pt>
                <c:pt idx="207">
                  <c:v>22.541</c:v>
                </c:pt>
                <c:pt idx="208">
                  <c:v>22.504000000000001</c:v>
                </c:pt>
                <c:pt idx="209">
                  <c:v>22.138999999999999</c:v>
                </c:pt>
                <c:pt idx="210">
                  <c:v>22.291</c:v>
                </c:pt>
                <c:pt idx="211">
                  <c:v>22.312000000000001</c:v>
                </c:pt>
                <c:pt idx="212">
                  <c:v>22.681000000000001</c:v>
                </c:pt>
                <c:pt idx="213">
                  <c:v>22.286000000000001</c:v>
                </c:pt>
                <c:pt idx="214">
                  <c:v>22.38</c:v>
                </c:pt>
                <c:pt idx="215">
                  <c:v>22.308</c:v>
                </c:pt>
                <c:pt idx="216">
                  <c:v>22.35</c:v>
                </c:pt>
                <c:pt idx="217">
                  <c:v>22.597000000000001</c:v>
                </c:pt>
                <c:pt idx="218">
                  <c:v>22.198</c:v>
                </c:pt>
                <c:pt idx="219">
                  <c:v>22.332999999999998</c:v>
                </c:pt>
                <c:pt idx="220">
                  <c:v>22.355</c:v>
                </c:pt>
                <c:pt idx="221">
                  <c:v>22.295999999999999</c:v>
                </c:pt>
                <c:pt idx="222">
                  <c:v>22.367999999999999</c:v>
                </c:pt>
                <c:pt idx="223">
                  <c:v>22.428999999999998</c:v>
                </c:pt>
                <c:pt idx="224">
                  <c:v>22.202999999999999</c:v>
                </c:pt>
                <c:pt idx="225">
                  <c:v>22.253</c:v>
                </c:pt>
                <c:pt idx="226">
                  <c:v>22.074000000000002</c:v>
                </c:pt>
                <c:pt idx="227">
                  <c:v>22.305</c:v>
                </c:pt>
                <c:pt idx="228">
                  <c:v>22.440999999999999</c:v>
                </c:pt>
                <c:pt idx="229">
                  <c:v>22.425999999999998</c:v>
                </c:pt>
                <c:pt idx="230">
                  <c:v>22.105</c:v>
                </c:pt>
                <c:pt idx="231">
                  <c:v>22.221</c:v>
                </c:pt>
                <c:pt idx="232">
                  <c:v>22.291</c:v>
                </c:pt>
                <c:pt idx="233">
                  <c:v>22.221</c:v>
                </c:pt>
                <c:pt idx="234">
                  <c:v>22.22</c:v>
                </c:pt>
                <c:pt idx="235">
                  <c:v>22.074999999999999</c:v>
                </c:pt>
                <c:pt idx="236">
                  <c:v>22.036999999999999</c:v>
                </c:pt>
                <c:pt idx="237">
                  <c:v>22.001999999999999</c:v>
                </c:pt>
                <c:pt idx="238">
                  <c:v>21.972000000000001</c:v>
                </c:pt>
                <c:pt idx="239">
                  <c:v>21.908000000000001</c:v>
                </c:pt>
                <c:pt idx="240">
                  <c:v>21.873999999999999</c:v>
                </c:pt>
                <c:pt idx="241">
                  <c:v>21.776</c:v>
                </c:pt>
                <c:pt idx="242">
                  <c:v>21.795000000000002</c:v>
                </c:pt>
                <c:pt idx="243">
                  <c:v>21.738</c:v>
                </c:pt>
                <c:pt idx="244">
                  <c:v>21.82</c:v>
                </c:pt>
                <c:pt idx="245">
                  <c:v>21.905999999999999</c:v>
                </c:pt>
                <c:pt idx="246">
                  <c:v>21.768000000000001</c:v>
                </c:pt>
                <c:pt idx="247">
                  <c:v>21.745000000000001</c:v>
                </c:pt>
                <c:pt idx="248">
                  <c:v>21.574999999999999</c:v>
                </c:pt>
                <c:pt idx="249">
                  <c:v>21.518000000000001</c:v>
                </c:pt>
                <c:pt idx="250">
                  <c:v>21.673999999999999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C1E-42AA-9E97-44E54B75CA7B}"/>
            </c:ext>
          </c:extLst>
        </c:ser>
        <c:ser>
          <c:idx val="7"/>
          <c:order val="7"/>
          <c:tx>
            <c:strRef>
              <c:f>'Frequency vs Gain (Tx)'!$J$2</c:f>
              <c:strCache>
                <c:ptCount val="1"/>
                <c:pt idx="0">
                  <c:v>V3B0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'Frequency vs Gain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'Frequency vs Gain (Tx)'!$J$3:$J$253</c:f>
              <c:numCache>
                <c:formatCode>0.00_ </c:formatCode>
                <c:ptCount val="251"/>
                <c:pt idx="0">
                  <c:v>23.788</c:v>
                </c:pt>
                <c:pt idx="1">
                  <c:v>23.71</c:v>
                </c:pt>
                <c:pt idx="2">
                  <c:v>23.713000000000001</c:v>
                </c:pt>
                <c:pt idx="3">
                  <c:v>24.09</c:v>
                </c:pt>
                <c:pt idx="4">
                  <c:v>24.007000000000001</c:v>
                </c:pt>
                <c:pt idx="5">
                  <c:v>24.4</c:v>
                </c:pt>
                <c:pt idx="6">
                  <c:v>24.129000000000001</c:v>
                </c:pt>
                <c:pt idx="7">
                  <c:v>24.413</c:v>
                </c:pt>
                <c:pt idx="8">
                  <c:v>24.363</c:v>
                </c:pt>
                <c:pt idx="9">
                  <c:v>24.608000000000001</c:v>
                </c:pt>
                <c:pt idx="10">
                  <c:v>24.64</c:v>
                </c:pt>
                <c:pt idx="11">
                  <c:v>24.952999999999999</c:v>
                </c:pt>
                <c:pt idx="12">
                  <c:v>24.831</c:v>
                </c:pt>
                <c:pt idx="13">
                  <c:v>25.007000000000001</c:v>
                </c:pt>
                <c:pt idx="14">
                  <c:v>25.143999999999998</c:v>
                </c:pt>
                <c:pt idx="15">
                  <c:v>25.170999999999999</c:v>
                </c:pt>
                <c:pt idx="16">
                  <c:v>25.256</c:v>
                </c:pt>
                <c:pt idx="17">
                  <c:v>25.206</c:v>
                </c:pt>
                <c:pt idx="18">
                  <c:v>25.488</c:v>
                </c:pt>
                <c:pt idx="19">
                  <c:v>25.527000000000001</c:v>
                </c:pt>
                <c:pt idx="20">
                  <c:v>25.524999999999999</c:v>
                </c:pt>
                <c:pt idx="21">
                  <c:v>25.574000000000002</c:v>
                </c:pt>
                <c:pt idx="22">
                  <c:v>25.933</c:v>
                </c:pt>
                <c:pt idx="23">
                  <c:v>25.905999999999999</c:v>
                </c:pt>
                <c:pt idx="24">
                  <c:v>25.99</c:v>
                </c:pt>
                <c:pt idx="25">
                  <c:v>26.053000000000001</c:v>
                </c:pt>
                <c:pt idx="26">
                  <c:v>26.263000000000002</c:v>
                </c:pt>
                <c:pt idx="27">
                  <c:v>26.177</c:v>
                </c:pt>
                <c:pt idx="28">
                  <c:v>26.181000000000001</c:v>
                </c:pt>
                <c:pt idx="29">
                  <c:v>26.367999999999999</c:v>
                </c:pt>
                <c:pt idx="30">
                  <c:v>26.387</c:v>
                </c:pt>
                <c:pt idx="31">
                  <c:v>26.68</c:v>
                </c:pt>
                <c:pt idx="32">
                  <c:v>26.670999999999999</c:v>
                </c:pt>
                <c:pt idx="33">
                  <c:v>26.844000000000001</c:v>
                </c:pt>
                <c:pt idx="34">
                  <c:v>27.015999999999998</c:v>
                </c:pt>
                <c:pt idx="35">
                  <c:v>26.872</c:v>
                </c:pt>
                <c:pt idx="36">
                  <c:v>26.927</c:v>
                </c:pt>
                <c:pt idx="37">
                  <c:v>26.875</c:v>
                </c:pt>
                <c:pt idx="38">
                  <c:v>27.286000000000001</c:v>
                </c:pt>
                <c:pt idx="39">
                  <c:v>27.114999999999998</c:v>
                </c:pt>
                <c:pt idx="40">
                  <c:v>27.363</c:v>
                </c:pt>
                <c:pt idx="41">
                  <c:v>27.106000000000002</c:v>
                </c:pt>
                <c:pt idx="42">
                  <c:v>27.542000000000002</c:v>
                </c:pt>
                <c:pt idx="43">
                  <c:v>27.481000000000002</c:v>
                </c:pt>
                <c:pt idx="44">
                  <c:v>27.725000000000001</c:v>
                </c:pt>
                <c:pt idx="45">
                  <c:v>27.922000000000001</c:v>
                </c:pt>
                <c:pt idx="46">
                  <c:v>27.873000000000001</c:v>
                </c:pt>
                <c:pt idx="47">
                  <c:v>27.834</c:v>
                </c:pt>
                <c:pt idx="48">
                  <c:v>27.614000000000001</c:v>
                </c:pt>
                <c:pt idx="49">
                  <c:v>27.917000000000002</c:v>
                </c:pt>
                <c:pt idx="50">
                  <c:v>27.945</c:v>
                </c:pt>
                <c:pt idx="51">
                  <c:v>28.08</c:v>
                </c:pt>
                <c:pt idx="52">
                  <c:v>27.83</c:v>
                </c:pt>
                <c:pt idx="53">
                  <c:v>28.091999999999999</c:v>
                </c:pt>
                <c:pt idx="54">
                  <c:v>28.007000000000001</c:v>
                </c:pt>
                <c:pt idx="55">
                  <c:v>28.405000000000001</c:v>
                </c:pt>
                <c:pt idx="56">
                  <c:v>28.228000000000002</c:v>
                </c:pt>
                <c:pt idx="57">
                  <c:v>28.161000000000001</c:v>
                </c:pt>
                <c:pt idx="58">
                  <c:v>28.222000000000001</c:v>
                </c:pt>
                <c:pt idx="59">
                  <c:v>28.600999999999999</c:v>
                </c:pt>
                <c:pt idx="60">
                  <c:v>28.42</c:v>
                </c:pt>
                <c:pt idx="61">
                  <c:v>28.564</c:v>
                </c:pt>
                <c:pt idx="62">
                  <c:v>28.552</c:v>
                </c:pt>
                <c:pt idx="63">
                  <c:v>28.678999999999998</c:v>
                </c:pt>
                <c:pt idx="64">
                  <c:v>28.779</c:v>
                </c:pt>
                <c:pt idx="65">
                  <c:v>28.728000000000002</c:v>
                </c:pt>
                <c:pt idx="66">
                  <c:v>28.678000000000001</c:v>
                </c:pt>
                <c:pt idx="67">
                  <c:v>28.632999999999999</c:v>
                </c:pt>
                <c:pt idx="68">
                  <c:v>28.774999999999999</c:v>
                </c:pt>
                <c:pt idx="69">
                  <c:v>28.84</c:v>
                </c:pt>
                <c:pt idx="70">
                  <c:v>28.763000000000002</c:v>
                </c:pt>
                <c:pt idx="71">
                  <c:v>28.698</c:v>
                </c:pt>
                <c:pt idx="72">
                  <c:v>28.937000000000001</c:v>
                </c:pt>
                <c:pt idx="73">
                  <c:v>28.757999999999999</c:v>
                </c:pt>
                <c:pt idx="74">
                  <c:v>28.911000000000001</c:v>
                </c:pt>
                <c:pt idx="75">
                  <c:v>29.17</c:v>
                </c:pt>
                <c:pt idx="76">
                  <c:v>28.640999999999998</c:v>
                </c:pt>
                <c:pt idx="77">
                  <c:v>28.978999999999999</c:v>
                </c:pt>
                <c:pt idx="78">
                  <c:v>29.428999999999998</c:v>
                </c:pt>
                <c:pt idx="79">
                  <c:v>29.236999999999998</c:v>
                </c:pt>
                <c:pt idx="80">
                  <c:v>29.074000000000002</c:v>
                </c:pt>
                <c:pt idx="81">
                  <c:v>28.957000000000001</c:v>
                </c:pt>
                <c:pt idx="82">
                  <c:v>28.965</c:v>
                </c:pt>
                <c:pt idx="83">
                  <c:v>29.231000000000002</c:v>
                </c:pt>
                <c:pt idx="84">
                  <c:v>29.39</c:v>
                </c:pt>
                <c:pt idx="85">
                  <c:v>29.141999999999999</c:v>
                </c:pt>
                <c:pt idx="86">
                  <c:v>29.302</c:v>
                </c:pt>
                <c:pt idx="87">
                  <c:v>29.062000000000001</c:v>
                </c:pt>
                <c:pt idx="88">
                  <c:v>29.038</c:v>
                </c:pt>
                <c:pt idx="89">
                  <c:v>29.181999999999999</c:v>
                </c:pt>
                <c:pt idx="90">
                  <c:v>29.155999999999999</c:v>
                </c:pt>
                <c:pt idx="91">
                  <c:v>28.946999999999999</c:v>
                </c:pt>
                <c:pt idx="92">
                  <c:v>28.97</c:v>
                </c:pt>
                <c:pt idx="93">
                  <c:v>28.780999999999999</c:v>
                </c:pt>
                <c:pt idx="94">
                  <c:v>28.902000000000001</c:v>
                </c:pt>
                <c:pt idx="95">
                  <c:v>29.241</c:v>
                </c:pt>
                <c:pt idx="96">
                  <c:v>28.67</c:v>
                </c:pt>
                <c:pt idx="97">
                  <c:v>28.777000000000001</c:v>
                </c:pt>
                <c:pt idx="98">
                  <c:v>28.783000000000001</c:v>
                </c:pt>
                <c:pt idx="99">
                  <c:v>28.69</c:v>
                </c:pt>
                <c:pt idx="100">
                  <c:v>28.553999999999998</c:v>
                </c:pt>
                <c:pt idx="101">
                  <c:v>28.577999999999999</c:v>
                </c:pt>
                <c:pt idx="102">
                  <c:v>28.603000000000002</c:v>
                </c:pt>
                <c:pt idx="103">
                  <c:v>28.457000000000001</c:v>
                </c:pt>
                <c:pt idx="104">
                  <c:v>28.228000000000002</c:v>
                </c:pt>
                <c:pt idx="105">
                  <c:v>28.373000000000001</c:v>
                </c:pt>
                <c:pt idx="106">
                  <c:v>28.26</c:v>
                </c:pt>
                <c:pt idx="107">
                  <c:v>28.338000000000001</c:v>
                </c:pt>
                <c:pt idx="108">
                  <c:v>28.359000000000002</c:v>
                </c:pt>
                <c:pt idx="109">
                  <c:v>28.513000000000002</c:v>
                </c:pt>
                <c:pt idx="110">
                  <c:v>28.36</c:v>
                </c:pt>
                <c:pt idx="111">
                  <c:v>28.196999999999999</c:v>
                </c:pt>
                <c:pt idx="112">
                  <c:v>27.984999999999999</c:v>
                </c:pt>
                <c:pt idx="113">
                  <c:v>28.192</c:v>
                </c:pt>
                <c:pt idx="114">
                  <c:v>28.03</c:v>
                </c:pt>
                <c:pt idx="115">
                  <c:v>28.053999999999998</c:v>
                </c:pt>
                <c:pt idx="116">
                  <c:v>27.911999999999999</c:v>
                </c:pt>
                <c:pt idx="117">
                  <c:v>27.744</c:v>
                </c:pt>
                <c:pt idx="118">
                  <c:v>27.992999999999999</c:v>
                </c:pt>
                <c:pt idx="119">
                  <c:v>27.741</c:v>
                </c:pt>
                <c:pt idx="120">
                  <c:v>27.882999999999999</c:v>
                </c:pt>
                <c:pt idx="121">
                  <c:v>27.643000000000001</c:v>
                </c:pt>
                <c:pt idx="122">
                  <c:v>27.466000000000001</c:v>
                </c:pt>
                <c:pt idx="123">
                  <c:v>27.631</c:v>
                </c:pt>
                <c:pt idx="124">
                  <c:v>27.824000000000002</c:v>
                </c:pt>
                <c:pt idx="125">
                  <c:v>27.495999999999999</c:v>
                </c:pt>
                <c:pt idx="126">
                  <c:v>27.459</c:v>
                </c:pt>
                <c:pt idx="127">
                  <c:v>27.675999999999998</c:v>
                </c:pt>
                <c:pt idx="128">
                  <c:v>27.373999999999999</c:v>
                </c:pt>
                <c:pt idx="129">
                  <c:v>27.382999999999999</c:v>
                </c:pt>
                <c:pt idx="130">
                  <c:v>27.45</c:v>
                </c:pt>
                <c:pt idx="131">
                  <c:v>27.173999999999999</c:v>
                </c:pt>
                <c:pt idx="132">
                  <c:v>27.341999999999999</c:v>
                </c:pt>
                <c:pt idx="133">
                  <c:v>27.265000000000001</c:v>
                </c:pt>
                <c:pt idx="134">
                  <c:v>27.367999999999999</c:v>
                </c:pt>
                <c:pt idx="135">
                  <c:v>27.297999999999998</c:v>
                </c:pt>
                <c:pt idx="136">
                  <c:v>27.411999999999999</c:v>
                </c:pt>
                <c:pt idx="137">
                  <c:v>27.527000000000001</c:v>
                </c:pt>
                <c:pt idx="138">
                  <c:v>27.420999999999999</c:v>
                </c:pt>
                <c:pt idx="139">
                  <c:v>27.207000000000001</c:v>
                </c:pt>
                <c:pt idx="140">
                  <c:v>27.37</c:v>
                </c:pt>
                <c:pt idx="141">
                  <c:v>27.021999999999998</c:v>
                </c:pt>
                <c:pt idx="142">
                  <c:v>27.199000000000002</c:v>
                </c:pt>
                <c:pt idx="143">
                  <c:v>27.067</c:v>
                </c:pt>
                <c:pt idx="144">
                  <c:v>27.222999999999999</c:v>
                </c:pt>
                <c:pt idx="145">
                  <c:v>27.405000000000001</c:v>
                </c:pt>
                <c:pt idx="146">
                  <c:v>27.402999999999999</c:v>
                </c:pt>
                <c:pt idx="147">
                  <c:v>27.497</c:v>
                </c:pt>
                <c:pt idx="148">
                  <c:v>27.341000000000001</c:v>
                </c:pt>
                <c:pt idx="149">
                  <c:v>27.323</c:v>
                </c:pt>
                <c:pt idx="150">
                  <c:v>27.466999999999999</c:v>
                </c:pt>
                <c:pt idx="151">
                  <c:v>27.289000000000001</c:v>
                </c:pt>
                <c:pt idx="152">
                  <c:v>27.266999999999999</c:v>
                </c:pt>
                <c:pt idx="153">
                  <c:v>27.33</c:v>
                </c:pt>
                <c:pt idx="154">
                  <c:v>27.285</c:v>
                </c:pt>
                <c:pt idx="155">
                  <c:v>27.300999999999998</c:v>
                </c:pt>
                <c:pt idx="156">
                  <c:v>27.417000000000002</c:v>
                </c:pt>
                <c:pt idx="157">
                  <c:v>27.47</c:v>
                </c:pt>
                <c:pt idx="158">
                  <c:v>27.353999999999999</c:v>
                </c:pt>
                <c:pt idx="159">
                  <c:v>27.338000000000001</c:v>
                </c:pt>
                <c:pt idx="160">
                  <c:v>26.901</c:v>
                </c:pt>
                <c:pt idx="161">
                  <c:v>27.437000000000001</c:v>
                </c:pt>
                <c:pt idx="162">
                  <c:v>27.097999999999999</c:v>
                </c:pt>
                <c:pt idx="163">
                  <c:v>27.428999999999998</c:v>
                </c:pt>
                <c:pt idx="164">
                  <c:v>27.241</c:v>
                </c:pt>
                <c:pt idx="165">
                  <c:v>27.047999999999998</c:v>
                </c:pt>
                <c:pt idx="166">
                  <c:v>26.771999999999998</c:v>
                </c:pt>
                <c:pt idx="167">
                  <c:v>27.042999999999999</c:v>
                </c:pt>
                <c:pt idx="168">
                  <c:v>26.757999999999999</c:v>
                </c:pt>
                <c:pt idx="169">
                  <c:v>27.228999999999999</c:v>
                </c:pt>
                <c:pt idx="170">
                  <c:v>27.045000000000002</c:v>
                </c:pt>
                <c:pt idx="171">
                  <c:v>27.138999999999999</c:v>
                </c:pt>
                <c:pt idx="172">
                  <c:v>26.870999999999999</c:v>
                </c:pt>
                <c:pt idx="173">
                  <c:v>26.853000000000002</c:v>
                </c:pt>
                <c:pt idx="174">
                  <c:v>27.178999999999998</c:v>
                </c:pt>
                <c:pt idx="175">
                  <c:v>26.837</c:v>
                </c:pt>
                <c:pt idx="176">
                  <c:v>26.745000000000001</c:v>
                </c:pt>
                <c:pt idx="177">
                  <c:v>27.116</c:v>
                </c:pt>
                <c:pt idx="178">
                  <c:v>26.725000000000001</c:v>
                </c:pt>
                <c:pt idx="179">
                  <c:v>26.632999999999999</c:v>
                </c:pt>
                <c:pt idx="180">
                  <c:v>26.440999999999999</c:v>
                </c:pt>
                <c:pt idx="181">
                  <c:v>26.67</c:v>
                </c:pt>
                <c:pt idx="182">
                  <c:v>26.318000000000001</c:v>
                </c:pt>
                <c:pt idx="183">
                  <c:v>26.440999999999999</c:v>
                </c:pt>
                <c:pt idx="184">
                  <c:v>26.370999999999999</c:v>
                </c:pt>
                <c:pt idx="185">
                  <c:v>26.196000000000002</c:v>
                </c:pt>
                <c:pt idx="186">
                  <c:v>25.959</c:v>
                </c:pt>
                <c:pt idx="187">
                  <c:v>26.111999999999998</c:v>
                </c:pt>
                <c:pt idx="188">
                  <c:v>26.341000000000001</c:v>
                </c:pt>
                <c:pt idx="189">
                  <c:v>26.459</c:v>
                </c:pt>
                <c:pt idx="190">
                  <c:v>25.861000000000001</c:v>
                </c:pt>
                <c:pt idx="191">
                  <c:v>26.056000000000001</c:v>
                </c:pt>
                <c:pt idx="192">
                  <c:v>26.434000000000001</c:v>
                </c:pt>
                <c:pt idx="193">
                  <c:v>26.105</c:v>
                </c:pt>
                <c:pt idx="194">
                  <c:v>26.013999999999999</c:v>
                </c:pt>
                <c:pt idx="195">
                  <c:v>25.957000000000001</c:v>
                </c:pt>
                <c:pt idx="196">
                  <c:v>25.742000000000001</c:v>
                </c:pt>
                <c:pt idx="197">
                  <c:v>25.934999999999999</c:v>
                </c:pt>
                <c:pt idx="198">
                  <c:v>25.783000000000001</c:v>
                </c:pt>
                <c:pt idx="199">
                  <c:v>25.747</c:v>
                </c:pt>
                <c:pt idx="200">
                  <c:v>25.675999999999998</c:v>
                </c:pt>
                <c:pt idx="201">
                  <c:v>25.521999999999998</c:v>
                </c:pt>
                <c:pt idx="202">
                  <c:v>25.751000000000001</c:v>
                </c:pt>
                <c:pt idx="203">
                  <c:v>25.574999999999999</c:v>
                </c:pt>
                <c:pt idx="204">
                  <c:v>25.818000000000001</c:v>
                </c:pt>
                <c:pt idx="205">
                  <c:v>25.588000000000001</c:v>
                </c:pt>
                <c:pt idx="206">
                  <c:v>25.707999999999998</c:v>
                </c:pt>
                <c:pt idx="207">
                  <c:v>25.896000000000001</c:v>
                </c:pt>
                <c:pt idx="208">
                  <c:v>25.731999999999999</c:v>
                </c:pt>
                <c:pt idx="209">
                  <c:v>25.210999999999999</c:v>
                </c:pt>
                <c:pt idx="210">
                  <c:v>25.667999999999999</c:v>
                </c:pt>
                <c:pt idx="211">
                  <c:v>25.472999999999999</c:v>
                </c:pt>
                <c:pt idx="212">
                  <c:v>25.774999999999999</c:v>
                </c:pt>
                <c:pt idx="213">
                  <c:v>25.478000000000002</c:v>
                </c:pt>
                <c:pt idx="214">
                  <c:v>25.434000000000001</c:v>
                </c:pt>
                <c:pt idx="215">
                  <c:v>25.494</c:v>
                </c:pt>
                <c:pt idx="216">
                  <c:v>25.356000000000002</c:v>
                </c:pt>
                <c:pt idx="217">
                  <c:v>25.844000000000001</c:v>
                </c:pt>
                <c:pt idx="218">
                  <c:v>25.36</c:v>
                </c:pt>
                <c:pt idx="219">
                  <c:v>25.649000000000001</c:v>
                </c:pt>
                <c:pt idx="220">
                  <c:v>25.576000000000001</c:v>
                </c:pt>
                <c:pt idx="221">
                  <c:v>25.347999999999999</c:v>
                </c:pt>
                <c:pt idx="222">
                  <c:v>25.669</c:v>
                </c:pt>
                <c:pt idx="223">
                  <c:v>25.452000000000002</c:v>
                </c:pt>
                <c:pt idx="224">
                  <c:v>25.35</c:v>
                </c:pt>
                <c:pt idx="225">
                  <c:v>25.385000000000002</c:v>
                </c:pt>
                <c:pt idx="226">
                  <c:v>25.285</c:v>
                </c:pt>
                <c:pt idx="227">
                  <c:v>25.609000000000002</c:v>
                </c:pt>
                <c:pt idx="228">
                  <c:v>25.824000000000002</c:v>
                </c:pt>
                <c:pt idx="229">
                  <c:v>25.602</c:v>
                </c:pt>
                <c:pt idx="230">
                  <c:v>25.334</c:v>
                </c:pt>
                <c:pt idx="231">
                  <c:v>25.331</c:v>
                </c:pt>
                <c:pt idx="232">
                  <c:v>25.41</c:v>
                </c:pt>
                <c:pt idx="233">
                  <c:v>25.48</c:v>
                </c:pt>
                <c:pt idx="234">
                  <c:v>25.548999999999999</c:v>
                </c:pt>
                <c:pt idx="235">
                  <c:v>25.274000000000001</c:v>
                </c:pt>
                <c:pt idx="236">
                  <c:v>25.265000000000001</c:v>
                </c:pt>
                <c:pt idx="237">
                  <c:v>25.259</c:v>
                </c:pt>
                <c:pt idx="238">
                  <c:v>25.42</c:v>
                </c:pt>
                <c:pt idx="239">
                  <c:v>25.29</c:v>
                </c:pt>
                <c:pt idx="240">
                  <c:v>25.206</c:v>
                </c:pt>
                <c:pt idx="241">
                  <c:v>25.038</c:v>
                </c:pt>
                <c:pt idx="242">
                  <c:v>25.013999999999999</c:v>
                </c:pt>
                <c:pt idx="243">
                  <c:v>25.003</c:v>
                </c:pt>
                <c:pt idx="244">
                  <c:v>25.202000000000002</c:v>
                </c:pt>
                <c:pt idx="245">
                  <c:v>25.402999999999999</c:v>
                </c:pt>
                <c:pt idx="246">
                  <c:v>25.251999999999999</c:v>
                </c:pt>
                <c:pt idx="247">
                  <c:v>24.975999999999999</c:v>
                </c:pt>
                <c:pt idx="248">
                  <c:v>24.823</c:v>
                </c:pt>
                <c:pt idx="249">
                  <c:v>24.978999999999999</c:v>
                </c:pt>
                <c:pt idx="250">
                  <c:v>24.95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C1E-42AA-9E97-44E54B75C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9459840"/>
        <c:axId val="1429449280"/>
      </c:lineChart>
      <c:catAx>
        <c:axId val="14294598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Frequency (GHz)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429449280"/>
        <c:crosses val="autoZero"/>
        <c:auto val="1"/>
        <c:lblAlgn val="ctr"/>
        <c:lblOffset val="100"/>
        <c:tickLblSkip val="50"/>
        <c:noMultiLvlLbl val="0"/>
      </c:catAx>
      <c:valAx>
        <c:axId val="1429449280"/>
        <c:scaling>
          <c:orientation val="minMax"/>
          <c:min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42945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/>
              <a:t>Pout Linearity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ko-KR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'Linearity (Tx)'!$D$1</c:f>
              <c:strCache>
                <c:ptCount val="1"/>
                <c:pt idx="0">
                  <c:v>Pout (dBm)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"/>
              <c:layout>
                <c:manualLayout>
                  <c:x val="0.11205937499999989"/>
                  <c:y val="0.14434328703703697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/>
                      <a:t>Pout </a:t>
                    </a:r>
                    <a:fld id="{C053F7AE-530E-42DF-BAAD-B9E43C245DBF}" type="VALUE">
                      <a:rPr lang="en-US" altLang="ko-KR"/>
                      <a:pPr algn="l">
                        <a:defRPr/>
                      </a:pPr>
                      <a:t>[값]</a:t>
                    </a:fld>
                    <a:r>
                      <a:rPr lang="en-US"/>
                      <a:t> dBm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D9A-4429-96EB-99B40D5E87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'Linearity (Tx)'!$C$3:$C$34</c:f>
              <c:numCache>
                <c:formatCode>0.00_ </c:formatCode>
                <c:ptCount val="32"/>
                <c:pt idx="0">
                  <c:v>-27.788557938329291</c:v>
                </c:pt>
                <c:pt idx="1">
                  <c:v>-25.788557938329291</c:v>
                </c:pt>
                <c:pt idx="2">
                  <c:v>-24.788557938329291</c:v>
                </c:pt>
                <c:pt idx="3">
                  <c:v>-23.788557938329291</c:v>
                </c:pt>
                <c:pt idx="4">
                  <c:v>-22.788557938329291</c:v>
                </c:pt>
                <c:pt idx="5">
                  <c:v>-21.788557938329291</c:v>
                </c:pt>
                <c:pt idx="6">
                  <c:v>-20.788557938329291</c:v>
                </c:pt>
                <c:pt idx="7">
                  <c:v>-19.788557938329291</c:v>
                </c:pt>
                <c:pt idx="8">
                  <c:v>-18.798167878329291</c:v>
                </c:pt>
                <c:pt idx="9">
                  <c:v>-17.79234837832929</c:v>
                </c:pt>
                <c:pt idx="10">
                  <c:v>-16.791466578329299</c:v>
                </c:pt>
                <c:pt idx="11">
                  <c:v>-15.77857627832929</c:v>
                </c:pt>
                <c:pt idx="12">
                  <c:v>-14.78223057832929</c:v>
                </c:pt>
                <c:pt idx="13">
                  <c:v>-13.779687978329299</c:v>
                </c:pt>
                <c:pt idx="14">
                  <c:v>-12.789608738329299</c:v>
                </c:pt>
                <c:pt idx="15">
                  <c:v>-11.7769856183293</c:v>
                </c:pt>
                <c:pt idx="16">
                  <c:v>-10.77988928832929</c:v>
                </c:pt>
                <c:pt idx="17">
                  <c:v>-9.7432928083292936</c:v>
                </c:pt>
                <c:pt idx="18">
                  <c:v>-8.7413154483292939</c:v>
                </c:pt>
                <c:pt idx="19">
                  <c:v>-7.7369648983292931</c:v>
                </c:pt>
                <c:pt idx="20">
                  <c:v>-6.7297950783292944</c:v>
                </c:pt>
                <c:pt idx="21">
                  <c:v>-5.7371134683292944</c:v>
                </c:pt>
                <c:pt idx="22">
                  <c:v>-4.737231468329294</c:v>
                </c:pt>
                <c:pt idx="23">
                  <c:v>-3.7316717933292942</c:v>
                </c:pt>
                <c:pt idx="24">
                  <c:v>-2.7530267196292941</c:v>
                </c:pt>
                <c:pt idx="25">
                  <c:v>-1.725446398329294</c:v>
                </c:pt>
                <c:pt idx="26">
                  <c:v>-0.73123529832929401</c:v>
                </c:pt>
                <c:pt idx="27">
                  <c:v>0.261882251670706</c:v>
                </c:pt>
                <c:pt idx="28">
                  <c:v>1.246975401670706</c:v>
                </c:pt>
                <c:pt idx="29">
                  <c:v>2.2497932916707071</c:v>
                </c:pt>
                <c:pt idx="30">
                  <c:v>3.263904561670707</c:v>
                </c:pt>
                <c:pt idx="31">
                  <c:v>4.2588655216707068</c:v>
                </c:pt>
              </c:numCache>
            </c:numRef>
          </c:cat>
          <c:val>
            <c:numRef>
              <c:f>'Linearity (Tx)'!$D$3:$D$34</c:f>
              <c:numCache>
                <c:formatCode>0.00_ </c:formatCode>
                <c:ptCount val="32"/>
                <c:pt idx="0">
                  <c:v>-0.9668797167769867</c:v>
                </c:pt>
                <c:pt idx="1">
                  <c:v>1.062052083223014</c:v>
                </c:pt>
                <c:pt idx="2">
                  <c:v>2.1097354832230142</c:v>
                </c:pt>
                <c:pt idx="3">
                  <c:v>3.1072256132230129</c:v>
                </c:pt>
                <c:pt idx="4">
                  <c:v>4.1249859432230132</c:v>
                </c:pt>
                <c:pt idx="5">
                  <c:v>5.1276134232230133</c:v>
                </c:pt>
                <c:pt idx="6">
                  <c:v>6.1802092332230139</c:v>
                </c:pt>
                <c:pt idx="7">
                  <c:v>7.1728238032230136</c:v>
                </c:pt>
                <c:pt idx="8">
                  <c:v>8.2226600632230138</c:v>
                </c:pt>
                <c:pt idx="9">
                  <c:v>9.2521761132230136</c:v>
                </c:pt>
                <c:pt idx="10">
                  <c:v>10.299515323223011</c:v>
                </c:pt>
                <c:pt idx="11">
                  <c:v>11.352305653223009</c:v>
                </c:pt>
                <c:pt idx="12">
                  <c:v>12.381557506223009</c:v>
                </c:pt>
                <c:pt idx="13">
                  <c:v>13.37365558122301</c:v>
                </c:pt>
                <c:pt idx="14">
                  <c:v>14.473788463223009</c:v>
                </c:pt>
                <c:pt idx="15">
                  <c:v>15.509202813223011</c:v>
                </c:pt>
                <c:pt idx="16">
                  <c:v>16.54638721322301</c:v>
                </c:pt>
                <c:pt idx="17">
                  <c:v>17.47272915322301</c:v>
                </c:pt>
                <c:pt idx="18">
                  <c:v>18.360640753223009</c:v>
                </c:pt>
                <c:pt idx="19">
                  <c:v>19.12658182322301</c:v>
                </c:pt>
                <c:pt idx="20">
                  <c:v>19.729415453223009</c:v>
                </c:pt>
                <c:pt idx="21">
                  <c:v>20.143105753223001</c:v>
                </c:pt>
                <c:pt idx="22">
                  <c:v>20.429536613223011</c:v>
                </c:pt>
                <c:pt idx="23">
                  <c:v>20.63297282322301</c:v>
                </c:pt>
                <c:pt idx="24">
                  <c:v>20.76614346322301</c:v>
                </c:pt>
                <c:pt idx="25">
                  <c:v>20.855961143223009</c:v>
                </c:pt>
                <c:pt idx="26">
                  <c:v>20.90887037322301</c:v>
                </c:pt>
                <c:pt idx="27">
                  <c:v>20.94316103322301</c:v>
                </c:pt>
                <c:pt idx="28">
                  <c:v>20.96979145322301</c:v>
                </c:pt>
                <c:pt idx="29">
                  <c:v>20.98795547322301</c:v>
                </c:pt>
                <c:pt idx="30">
                  <c:v>20.996308333223009</c:v>
                </c:pt>
                <c:pt idx="31">
                  <c:v>21.00305237322301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9A-4429-96EB-99B40D5E87A4}"/>
            </c:ext>
          </c:extLst>
        </c:ser>
        <c:ser>
          <c:idx val="2"/>
          <c:order val="1"/>
          <c:tx>
            <c:strRef>
              <c:f>'Linearity (Tx)'!$E$1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1"/>
              <c:layout>
                <c:manualLayout>
                  <c:x val="0.10890034722222222"/>
                  <c:y val="-2.5613310185185187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/>
                      <a:t>Gain </a:t>
                    </a:r>
                    <a:fld id="{FAAE484E-3F66-497F-A28A-DF560494EFAF}" type="VALUE">
                      <a:rPr lang="en-US" altLang="ko-KR"/>
                      <a:pPr algn="l">
                        <a:defRPr/>
                      </a:pPr>
                      <a:t>[값]</a:t>
                    </a:fld>
                    <a:r>
                      <a:rPr lang="en-US"/>
                      <a:t> dB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476831359238589"/>
                      <c:h val="6.25131314344028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D9A-4429-96EB-99B40D5E87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'Linearity (Tx)'!$C$3:$C$34</c:f>
              <c:numCache>
                <c:formatCode>0.00_ </c:formatCode>
                <c:ptCount val="32"/>
                <c:pt idx="0">
                  <c:v>-27.788557938329291</c:v>
                </c:pt>
                <c:pt idx="1">
                  <c:v>-25.788557938329291</c:v>
                </c:pt>
                <c:pt idx="2">
                  <c:v>-24.788557938329291</c:v>
                </c:pt>
                <c:pt idx="3">
                  <c:v>-23.788557938329291</c:v>
                </c:pt>
                <c:pt idx="4">
                  <c:v>-22.788557938329291</c:v>
                </c:pt>
                <c:pt idx="5">
                  <c:v>-21.788557938329291</c:v>
                </c:pt>
                <c:pt idx="6">
                  <c:v>-20.788557938329291</c:v>
                </c:pt>
                <c:pt idx="7">
                  <c:v>-19.788557938329291</c:v>
                </c:pt>
                <c:pt idx="8">
                  <c:v>-18.798167878329291</c:v>
                </c:pt>
                <c:pt idx="9">
                  <c:v>-17.79234837832929</c:v>
                </c:pt>
                <c:pt idx="10">
                  <c:v>-16.791466578329299</c:v>
                </c:pt>
                <c:pt idx="11">
                  <c:v>-15.77857627832929</c:v>
                </c:pt>
                <c:pt idx="12">
                  <c:v>-14.78223057832929</c:v>
                </c:pt>
                <c:pt idx="13">
                  <c:v>-13.779687978329299</c:v>
                </c:pt>
                <c:pt idx="14">
                  <c:v>-12.789608738329299</c:v>
                </c:pt>
                <c:pt idx="15">
                  <c:v>-11.7769856183293</c:v>
                </c:pt>
                <c:pt idx="16">
                  <c:v>-10.77988928832929</c:v>
                </c:pt>
                <c:pt idx="17">
                  <c:v>-9.7432928083292936</c:v>
                </c:pt>
                <c:pt idx="18">
                  <c:v>-8.7413154483292939</c:v>
                </c:pt>
                <c:pt idx="19">
                  <c:v>-7.7369648983292931</c:v>
                </c:pt>
                <c:pt idx="20">
                  <c:v>-6.7297950783292944</c:v>
                </c:pt>
                <c:pt idx="21">
                  <c:v>-5.7371134683292944</c:v>
                </c:pt>
                <c:pt idx="22">
                  <c:v>-4.737231468329294</c:v>
                </c:pt>
                <c:pt idx="23">
                  <c:v>-3.7316717933292942</c:v>
                </c:pt>
                <c:pt idx="24">
                  <c:v>-2.7530267196292941</c:v>
                </c:pt>
                <c:pt idx="25">
                  <c:v>-1.725446398329294</c:v>
                </c:pt>
                <c:pt idx="26">
                  <c:v>-0.73123529832929401</c:v>
                </c:pt>
                <c:pt idx="27">
                  <c:v>0.261882251670706</c:v>
                </c:pt>
                <c:pt idx="28">
                  <c:v>1.246975401670706</c:v>
                </c:pt>
                <c:pt idx="29">
                  <c:v>2.2497932916707071</c:v>
                </c:pt>
                <c:pt idx="30">
                  <c:v>3.263904561670707</c:v>
                </c:pt>
                <c:pt idx="31">
                  <c:v>4.2588655216707068</c:v>
                </c:pt>
              </c:numCache>
            </c:numRef>
          </c:cat>
          <c:val>
            <c:numRef>
              <c:f>'Linearity (Tx)'!$E$3:$E$34</c:f>
              <c:numCache>
                <c:formatCode>0.00_ </c:formatCode>
                <c:ptCount val="32"/>
                <c:pt idx="0">
                  <c:v>26.821678221552311</c:v>
                </c:pt>
                <c:pt idx="1">
                  <c:v>26.85061002155231</c:v>
                </c:pt>
                <c:pt idx="2">
                  <c:v>26.89829342155231</c:v>
                </c:pt>
                <c:pt idx="3">
                  <c:v>26.895783551552309</c:v>
                </c:pt>
                <c:pt idx="4">
                  <c:v>26.913543881552311</c:v>
                </c:pt>
                <c:pt idx="5">
                  <c:v>26.916171361552308</c:v>
                </c:pt>
                <c:pt idx="6">
                  <c:v>26.968767171552312</c:v>
                </c:pt>
                <c:pt idx="7">
                  <c:v>26.961381741552309</c:v>
                </c:pt>
                <c:pt idx="8">
                  <c:v>27.020827941552309</c:v>
                </c:pt>
                <c:pt idx="9">
                  <c:v>27.044524491552309</c:v>
                </c:pt>
                <c:pt idx="10">
                  <c:v>27.090981901552311</c:v>
                </c:pt>
                <c:pt idx="11">
                  <c:v>27.13088193155231</c:v>
                </c:pt>
                <c:pt idx="12">
                  <c:v>27.163788084552309</c:v>
                </c:pt>
                <c:pt idx="13">
                  <c:v>27.153343559552312</c:v>
                </c:pt>
                <c:pt idx="14">
                  <c:v>27.263397201552309</c:v>
                </c:pt>
                <c:pt idx="15">
                  <c:v>27.286188431552311</c:v>
                </c:pt>
                <c:pt idx="16">
                  <c:v>27.326276501552311</c:v>
                </c:pt>
                <c:pt idx="17">
                  <c:v>27.216021961552311</c:v>
                </c:pt>
                <c:pt idx="18">
                  <c:v>27.101956201552309</c:v>
                </c:pt>
                <c:pt idx="19">
                  <c:v>26.863546721552311</c:v>
                </c:pt>
                <c:pt idx="20">
                  <c:v>26.459210531552309</c:v>
                </c:pt>
                <c:pt idx="21">
                  <c:v>25.880219221552309</c:v>
                </c:pt>
                <c:pt idx="22">
                  <c:v>25.166768081552309</c:v>
                </c:pt>
                <c:pt idx="23">
                  <c:v>24.364644616552312</c:v>
                </c:pt>
                <c:pt idx="24">
                  <c:v>23.51917018285231</c:v>
                </c:pt>
                <c:pt idx="25">
                  <c:v>22.581407541552309</c:v>
                </c:pt>
                <c:pt idx="26">
                  <c:v>21.640105671552309</c:v>
                </c:pt>
                <c:pt idx="27">
                  <c:v>20.681278781552312</c:v>
                </c:pt>
                <c:pt idx="28">
                  <c:v>19.722816051552311</c:v>
                </c:pt>
                <c:pt idx="29">
                  <c:v>18.738162181552308</c:v>
                </c:pt>
                <c:pt idx="30">
                  <c:v>17.73240377155231</c:v>
                </c:pt>
                <c:pt idx="31">
                  <c:v>16.74418685155231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D9A-4429-96EB-99B40D5E87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</c:lineChart>
      <c:lineChart>
        <c:grouping val="standard"/>
        <c:varyColors val="0"/>
        <c:ser>
          <c:idx val="3"/>
          <c:order val="2"/>
          <c:tx>
            <c:strRef>
              <c:f>'Linearity (Tx)'!$Z$1</c:f>
              <c:strCache>
                <c:ptCount val="1"/>
                <c:pt idx="0">
                  <c:v>Psum (W)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21"/>
              <c:layout>
                <c:manualLayout>
                  <c:x val="0.11488240740740729"/>
                  <c:y val="2.0289236111111112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 dirty="0" err="1"/>
                      <a:t>Pdc</a:t>
                    </a:r>
                    <a:r>
                      <a:rPr lang="en-US" dirty="0"/>
                      <a:t> </a:t>
                    </a:r>
                    <a:fld id="{B1E871CE-0CB1-43A8-844F-40DC576C8411}" type="VALUE">
                      <a:rPr lang="en-US" altLang="ko-KR"/>
                      <a:pPr algn="l">
                        <a:defRPr/>
                      </a:pPr>
                      <a:t>[값]</a:t>
                    </a:fld>
                    <a:r>
                      <a:rPr lang="en-US" dirty="0"/>
                      <a:t>W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474447574225377"/>
                      <c:h val="5.790312863058996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D9A-4429-96EB-99B40D5E87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'Linearity (Tx)'!$A$3:$A$34</c:f>
              <c:numCache>
                <c:formatCode>0_ </c:formatCode>
                <c:ptCount val="3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</c:numCache>
            </c:numRef>
          </c:cat>
          <c:val>
            <c:numRef>
              <c:f>'Linearity (Tx)'!$Z$3:$Z$34</c:f>
              <c:numCache>
                <c:formatCode>0.00_);[Red]\(0.00\)</c:formatCode>
                <c:ptCount val="32"/>
                <c:pt idx="0">
                  <c:v>0.28617520245900002</c:v>
                </c:pt>
                <c:pt idx="1">
                  <c:v>0.28912830125799999</c:v>
                </c:pt>
                <c:pt idx="2">
                  <c:v>0.29011146947900002</c:v>
                </c:pt>
                <c:pt idx="3">
                  <c:v>0.29181678858499999</c:v>
                </c:pt>
                <c:pt idx="4">
                  <c:v>0.29414725372899997</c:v>
                </c:pt>
                <c:pt idx="5">
                  <c:v>0.29619281413300003</c:v>
                </c:pt>
                <c:pt idx="6">
                  <c:v>0.29952999294499993</c:v>
                </c:pt>
                <c:pt idx="7">
                  <c:v>0.30387511587999999</c:v>
                </c:pt>
                <c:pt idx="8">
                  <c:v>0.30926647791199996</c:v>
                </c:pt>
                <c:pt idx="9">
                  <c:v>0.31593071570999998</c:v>
                </c:pt>
                <c:pt idx="10">
                  <c:v>0.32373969706</c:v>
                </c:pt>
                <c:pt idx="11">
                  <c:v>0.33415807385399998</c:v>
                </c:pt>
                <c:pt idx="12">
                  <c:v>0.34656977514300003</c:v>
                </c:pt>
                <c:pt idx="13">
                  <c:v>0.36460209874499999</c:v>
                </c:pt>
                <c:pt idx="14">
                  <c:v>0.386906136126</c:v>
                </c:pt>
                <c:pt idx="15">
                  <c:v>0.41392720522799997</c:v>
                </c:pt>
                <c:pt idx="16">
                  <c:v>0.44828339712600007</c:v>
                </c:pt>
                <c:pt idx="17">
                  <c:v>0.48621696918999996</c:v>
                </c:pt>
                <c:pt idx="18">
                  <c:v>0.531256388164</c:v>
                </c:pt>
                <c:pt idx="19">
                  <c:v>0.57886248479699998</c:v>
                </c:pt>
                <c:pt idx="20">
                  <c:v>0.62236174138700007</c:v>
                </c:pt>
                <c:pt idx="21">
                  <c:v>0.65843375809899995</c:v>
                </c:pt>
                <c:pt idx="22">
                  <c:v>0.68793137133099991</c:v>
                </c:pt>
                <c:pt idx="23">
                  <c:v>0.71308880727599999</c:v>
                </c:pt>
                <c:pt idx="24">
                  <c:v>0.73180496101300008</c:v>
                </c:pt>
                <c:pt idx="25">
                  <c:v>0.74653484525399993</c:v>
                </c:pt>
                <c:pt idx="26">
                  <c:v>0.75755242109000009</c:v>
                </c:pt>
                <c:pt idx="27">
                  <c:v>0.7650612651469999</c:v>
                </c:pt>
                <c:pt idx="28">
                  <c:v>0.77090965021500002</c:v>
                </c:pt>
                <c:pt idx="29">
                  <c:v>0.77544666137199991</c:v>
                </c:pt>
                <c:pt idx="30">
                  <c:v>0.7786594760129999</c:v>
                </c:pt>
                <c:pt idx="31">
                  <c:v>0.78005202052899991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D9A-4429-96EB-99B40D5E87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Pin (dBm)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0"/>
        <c:tickLblSkip val="4"/>
        <c:noMultiLvlLbl val="0"/>
      </c:catAx>
      <c:valAx>
        <c:axId val="185537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Pout (dBm)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10"/>
      </c:valAx>
      <c:valAx>
        <c:axId val="84012958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 dirty="0" err="1"/>
                  <a:t>Pdc</a:t>
                </a:r>
                <a:r>
                  <a:rPr lang="en-US" dirty="0"/>
                  <a:t> (W)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);[Red]\(0.0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840119503"/>
        <c:crosses val="max"/>
        <c:crossBetween val="between"/>
        <c:majorUnit val="2"/>
      </c:valAx>
      <c:catAx>
        <c:axId val="840119503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 dirty="0"/>
              <a:t>Pout Linearity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'Total PDC (Tx)'!$D$1</c:f>
              <c:strCache>
                <c:ptCount val="1"/>
                <c:pt idx="0">
                  <c:v>Pout (dBm)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6"/>
              <c:layout>
                <c:manualLayout>
                  <c:x val="3.5755439814814813E-2"/>
                  <c:y val="7.7222337962962961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 altLang="ko-KR"/>
                      <a:t>Pout </a:t>
                    </a:r>
                    <a:fld id="{598F23E6-6D63-409A-8B93-B1759E698994}" type="VALUE">
                      <a:rPr lang="en-US" altLang="ko-KR"/>
                      <a:pPr algn="l">
                        <a:defRPr/>
                      </a:pPr>
                      <a:t>[값]</a:t>
                    </a:fld>
                    <a:r>
                      <a:rPr lang="en-US" altLang="ko-KR"/>
                      <a:t> dBm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913253968253969"/>
                      <c:h val="6.803208333333332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013-44E8-9638-5099F8FB26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'Total PDC (Tx)'!$C$3:$C$34</c:f>
              <c:numCache>
                <c:formatCode>0.00_ </c:formatCode>
                <c:ptCount val="32"/>
                <c:pt idx="0">
                  <c:v>-27.788557938329291</c:v>
                </c:pt>
                <c:pt idx="1">
                  <c:v>-25.788557938329291</c:v>
                </c:pt>
                <c:pt idx="2">
                  <c:v>-24.788557938329291</c:v>
                </c:pt>
                <c:pt idx="3">
                  <c:v>-23.788557938329291</c:v>
                </c:pt>
                <c:pt idx="4">
                  <c:v>-22.788557938329291</c:v>
                </c:pt>
                <c:pt idx="5">
                  <c:v>-21.788557938329291</c:v>
                </c:pt>
                <c:pt idx="6">
                  <c:v>-20.788557938329291</c:v>
                </c:pt>
                <c:pt idx="7">
                  <c:v>-19.788557938329291</c:v>
                </c:pt>
                <c:pt idx="8">
                  <c:v>-18.798167878329291</c:v>
                </c:pt>
                <c:pt idx="9">
                  <c:v>-17.79234837832929</c:v>
                </c:pt>
                <c:pt idx="10">
                  <c:v>-16.791466578329299</c:v>
                </c:pt>
                <c:pt idx="11">
                  <c:v>-15.77857627832929</c:v>
                </c:pt>
                <c:pt idx="12">
                  <c:v>-14.78223057832929</c:v>
                </c:pt>
                <c:pt idx="13">
                  <c:v>-13.779687978329299</c:v>
                </c:pt>
                <c:pt idx="14">
                  <c:v>-12.789608738329299</c:v>
                </c:pt>
                <c:pt idx="15">
                  <c:v>-11.7769856183293</c:v>
                </c:pt>
                <c:pt idx="16">
                  <c:v>-10.77988928832929</c:v>
                </c:pt>
                <c:pt idx="17">
                  <c:v>-9.7432928083292936</c:v>
                </c:pt>
                <c:pt idx="18">
                  <c:v>-8.7413154483292939</c:v>
                </c:pt>
                <c:pt idx="19">
                  <c:v>-7.7369648983292931</c:v>
                </c:pt>
                <c:pt idx="20">
                  <c:v>-6.7297950783292944</c:v>
                </c:pt>
                <c:pt idx="21">
                  <c:v>-5.7371134683292944</c:v>
                </c:pt>
                <c:pt idx="22">
                  <c:v>-4.737231468329294</c:v>
                </c:pt>
                <c:pt idx="23">
                  <c:v>-3.7316717933292942</c:v>
                </c:pt>
                <c:pt idx="24">
                  <c:v>-2.7530267196292941</c:v>
                </c:pt>
                <c:pt idx="25">
                  <c:v>-1.725446398329294</c:v>
                </c:pt>
                <c:pt idx="26">
                  <c:v>-0.73123529832929401</c:v>
                </c:pt>
                <c:pt idx="27">
                  <c:v>0.261882251670706</c:v>
                </c:pt>
                <c:pt idx="28">
                  <c:v>1.246975401670706</c:v>
                </c:pt>
                <c:pt idx="29">
                  <c:v>2.2497932916707071</c:v>
                </c:pt>
                <c:pt idx="30">
                  <c:v>3.263904561670707</c:v>
                </c:pt>
                <c:pt idx="31">
                  <c:v>4.2588655216707068</c:v>
                </c:pt>
              </c:numCache>
            </c:numRef>
          </c:cat>
          <c:val>
            <c:numRef>
              <c:f>'Total PDC (Tx)'!$D$3:$D$34</c:f>
              <c:numCache>
                <c:formatCode>0.00_ </c:formatCode>
                <c:ptCount val="32"/>
                <c:pt idx="0">
                  <c:v>-7.3910335167769858</c:v>
                </c:pt>
                <c:pt idx="1">
                  <c:v>-5.4083872167769851</c:v>
                </c:pt>
                <c:pt idx="2">
                  <c:v>-4.4175292167769857</c:v>
                </c:pt>
                <c:pt idx="3">
                  <c:v>-3.4277583167769858</c:v>
                </c:pt>
                <c:pt idx="4">
                  <c:v>-2.4580055167769861</c:v>
                </c:pt>
                <c:pt idx="5">
                  <c:v>-1.4663306167769861</c:v>
                </c:pt>
                <c:pt idx="6">
                  <c:v>-0.47628871677698648</c:v>
                </c:pt>
                <c:pt idx="7">
                  <c:v>0.50437388322301402</c:v>
                </c:pt>
                <c:pt idx="8">
                  <c:v>1.502131083223013</c:v>
                </c:pt>
                <c:pt idx="9">
                  <c:v>2.488020083223013</c:v>
                </c:pt>
                <c:pt idx="10">
                  <c:v>3.4865295032230139</c:v>
                </c:pt>
                <c:pt idx="11">
                  <c:v>4.5055361132230143</c:v>
                </c:pt>
                <c:pt idx="12">
                  <c:v>5.4761976332230136</c:v>
                </c:pt>
                <c:pt idx="13">
                  <c:v>6.4586007432230126</c:v>
                </c:pt>
                <c:pt idx="14">
                  <c:v>7.4033696232230133</c:v>
                </c:pt>
                <c:pt idx="15">
                  <c:v>8.0624841332230126</c:v>
                </c:pt>
                <c:pt idx="16">
                  <c:v>9.1792428632230134</c:v>
                </c:pt>
                <c:pt idx="17">
                  <c:v>10.25082526322301</c:v>
                </c:pt>
                <c:pt idx="18">
                  <c:v>11.35696508322301</c:v>
                </c:pt>
                <c:pt idx="19">
                  <c:v>12.461157819223009</c:v>
                </c:pt>
                <c:pt idx="20">
                  <c:v>13.56096802622301</c:v>
                </c:pt>
                <c:pt idx="21">
                  <c:v>14.67710879322301</c:v>
                </c:pt>
                <c:pt idx="22">
                  <c:v>15.708797403223009</c:v>
                </c:pt>
                <c:pt idx="23">
                  <c:v>16.716620893223009</c:v>
                </c:pt>
                <c:pt idx="24">
                  <c:v>17.61203951322301</c:v>
                </c:pt>
                <c:pt idx="25">
                  <c:v>18.404734883223011</c:v>
                </c:pt>
                <c:pt idx="26">
                  <c:v>19.041206873223011</c:v>
                </c:pt>
                <c:pt idx="27">
                  <c:v>19.510309243223009</c:v>
                </c:pt>
                <c:pt idx="28">
                  <c:v>19.781530473223011</c:v>
                </c:pt>
                <c:pt idx="29">
                  <c:v>19.942668173223009</c:v>
                </c:pt>
                <c:pt idx="30">
                  <c:v>20.055166003223011</c:v>
                </c:pt>
                <c:pt idx="31">
                  <c:v>20.122267763223011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13-44E8-9638-5099F8FB26ED}"/>
            </c:ext>
          </c:extLst>
        </c:ser>
        <c:ser>
          <c:idx val="2"/>
          <c:order val="1"/>
          <c:tx>
            <c:strRef>
              <c:f>'Total PDC (Tx)'!$E$1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6"/>
              <c:layout>
                <c:manualLayout>
                  <c:x val="3.6349710648148043E-2"/>
                  <c:y val="-0.10457418981481484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/>
                      <a:t>Gain </a:t>
                    </a:r>
                    <a:fld id="{B0C16056-0DDA-4E9C-8907-7AD109BCDDF7}" type="VALUE">
                      <a:rPr lang="en-US" altLang="ko-KR"/>
                      <a:pPr algn="l">
                        <a:defRPr/>
                      </a:pPr>
                      <a:t>[값]</a:t>
                    </a:fld>
                    <a:r>
                      <a:rPr lang="en-US"/>
                      <a:t> dB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956896825396825"/>
                      <c:h val="7.274277777777776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013-44E8-9638-5099F8FB26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'Total PDC (Tx)'!$C$3:$C$34</c:f>
              <c:numCache>
                <c:formatCode>0.00_ </c:formatCode>
                <c:ptCount val="32"/>
                <c:pt idx="0">
                  <c:v>-27.788557938329291</c:v>
                </c:pt>
                <c:pt idx="1">
                  <c:v>-25.788557938329291</c:v>
                </c:pt>
                <c:pt idx="2">
                  <c:v>-24.788557938329291</c:v>
                </c:pt>
                <c:pt idx="3">
                  <c:v>-23.788557938329291</c:v>
                </c:pt>
                <c:pt idx="4">
                  <c:v>-22.788557938329291</c:v>
                </c:pt>
                <c:pt idx="5">
                  <c:v>-21.788557938329291</c:v>
                </c:pt>
                <c:pt idx="6">
                  <c:v>-20.788557938329291</c:v>
                </c:pt>
                <c:pt idx="7">
                  <c:v>-19.788557938329291</c:v>
                </c:pt>
                <c:pt idx="8">
                  <c:v>-18.798167878329291</c:v>
                </c:pt>
                <c:pt idx="9">
                  <c:v>-17.79234837832929</c:v>
                </c:pt>
                <c:pt idx="10">
                  <c:v>-16.791466578329299</c:v>
                </c:pt>
                <c:pt idx="11">
                  <c:v>-15.77857627832929</c:v>
                </c:pt>
                <c:pt idx="12">
                  <c:v>-14.78223057832929</c:v>
                </c:pt>
                <c:pt idx="13">
                  <c:v>-13.779687978329299</c:v>
                </c:pt>
                <c:pt idx="14">
                  <c:v>-12.789608738329299</c:v>
                </c:pt>
                <c:pt idx="15">
                  <c:v>-11.7769856183293</c:v>
                </c:pt>
                <c:pt idx="16">
                  <c:v>-10.77988928832929</c:v>
                </c:pt>
                <c:pt idx="17">
                  <c:v>-9.7432928083292936</c:v>
                </c:pt>
                <c:pt idx="18">
                  <c:v>-8.7413154483292939</c:v>
                </c:pt>
                <c:pt idx="19">
                  <c:v>-7.7369648983292931</c:v>
                </c:pt>
                <c:pt idx="20">
                  <c:v>-6.7297950783292944</c:v>
                </c:pt>
                <c:pt idx="21">
                  <c:v>-5.7371134683292944</c:v>
                </c:pt>
                <c:pt idx="22">
                  <c:v>-4.737231468329294</c:v>
                </c:pt>
                <c:pt idx="23">
                  <c:v>-3.7316717933292942</c:v>
                </c:pt>
                <c:pt idx="24">
                  <c:v>-2.7530267196292941</c:v>
                </c:pt>
                <c:pt idx="25">
                  <c:v>-1.725446398329294</c:v>
                </c:pt>
                <c:pt idx="26">
                  <c:v>-0.73123529832929401</c:v>
                </c:pt>
                <c:pt idx="27">
                  <c:v>0.261882251670706</c:v>
                </c:pt>
                <c:pt idx="28">
                  <c:v>1.246975401670706</c:v>
                </c:pt>
                <c:pt idx="29">
                  <c:v>2.2497932916707071</c:v>
                </c:pt>
                <c:pt idx="30">
                  <c:v>3.263904561670707</c:v>
                </c:pt>
                <c:pt idx="31">
                  <c:v>4.2588655216707068</c:v>
                </c:pt>
              </c:numCache>
            </c:numRef>
          </c:cat>
          <c:val>
            <c:numRef>
              <c:f>'Total PDC (Tx)'!$E$3:$E$34</c:f>
              <c:numCache>
                <c:formatCode>0.00_ </c:formatCode>
                <c:ptCount val="32"/>
                <c:pt idx="0">
                  <c:v>20.397524421552308</c:v>
                </c:pt>
                <c:pt idx="1">
                  <c:v>20.380170721552311</c:v>
                </c:pt>
                <c:pt idx="2">
                  <c:v>20.37102872155231</c:v>
                </c:pt>
                <c:pt idx="3">
                  <c:v>20.36079962155231</c:v>
                </c:pt>
                <c:pt idx="4">
                  <c:v>20.330552421552309</c:v>
                </c:pt>
                <c:pt idx="5">
                  <c:v>20.322227321552312</c:v>
                </c:pt>
                <c:pt idx="6">
                  <c:v>20.31226922155231</c:v>
                </c:pt>
                <c:pt idx="7">
                  <c:v>20.292931821552308</c:v>
                </c:pt>
                <c:pt idx="8">
                  <c:v>20.300298961552311</c:v>
                </c:pt>
                <c:pt idx="9">
                  <c:v>20.28036846155231</c:v>
                </c:pt>
                <c:pt idx="10">
                  <c:v>20.27799608155231</c:v>
                </c:pt>
                <c:pt idx="11">
                  <c:v>20.284112391552309</c:v>
                </c:pt>
                <c:pt idx="12">
                  <c:v>20.25842821155231</c:v>
                </c:pt>
                <c:pt idx="13">
                  <c:v>20.238288721552308</c:v>
                </c:pt>
                <c:pt idx="14">
                  <c:v>20.19297836155231</c:v>
                </c:pt>
                <c:pt idx="15">
                  <c:v>19.839469751552311</c:v>
                </c:pt>
                <c:pt idx="16">
                  <c:v>19.959132151552311</c:v>
                </c:pt>
                <c:pt idx="17">
                  <c:v>19.994118071552311</c:v>
                </c:pt>
                <c:pt idx="18">
                  <c:v>20.098280531552309</c:v>
                </c:pt>
                <c:pt idx="19">
                  <c:v>20.198122717552309</c:v>
                </c:pt>
                <c:pt idx="20">
                  <c:v>20.290763104552308</c:v>
                </c:pt>
                <c:pt idx="21">
                  <c:v>20.414222261552311</c:v>
                </c:pt>
                <c:pt idx="22">
                  <c:v>20.446028871552311</c:v>
                </c:pt>
                <c:pt idx="23">
                  <c:v>20.44829268655231</c:v>
                </c:pt>
                <c:pt idx="24">
                  <c:v>20.36506623285231</c:v>
                </c:pt>
                <c:pt idx="25">
                  <c:v>20.130181281552311</c:v>
                </c:pt>
                <c:pt idx="26">
                  <c:v>19.77244217155231</c:v>
                </c:pt>
                <c:pt idx="27">
                  <c:v>19.248426991552311</c:v>
                </c:pt>
                <c:pt idx="28">
                  <c:v>18.534555071552312</c:v>
                </c:pt>
                <c:pt idx="29">
                  <c:v>17.69287488155231</c:v>
                </c:pt>
                <c:pt idx="30">
                  <c:v>16.791261441552312</c:v>
                </c:pt>
                <c:pt idx="31">
                  <c:v>15.863402241552309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013-44E8-9638-5099F8FB2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</c:lineChart>
      <c:lineChart>
        <c:grouping val="standard"/>
        <c:varyColors val="0"/>
        <c:ser>
          <c:idx val="3"/>
          <c:order val="2"/>
          <c:tx>
            <c:strRef>
              <c:f>'Total PDC (Tx)'!$Z$1</c:f>
              <c:strCache>
                <c:ptCount val="1"/>
                <c:pt idx="0">
                  <c:v>Psum (W)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2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474447574225377"/>
                      <c:h val="5.79031286305899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013-44E8-9638-5099F8FB26ED}"/>
                </c:ext>
              </c:extLst>
            </c:dLbl>
            <c:dLbl>
              <c:idx val="26"/>
              <c:layout>
                <c:manualLayout>
                  <c:x val="5.1549363425925816E-2"/>
                  <c:y val="9.7908333333333333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 dirty="0" err="1"/>
                      <a:t>Pdc</a:t>
                    </a:r>
                    <a:r>
                      <a:rPr lang="en-US" dirty="0"/>
                      <a:t> </a:t>
                    </a:r>
                    <a:fld id="{D73D16DF-804D-4858-94FE-3BD649EE521A}" type="VALUE">
                      <a:rPr lang="en-US" altLang="ko-KR"/>
                      <a:pPr algn="l">
                        <a:defRPr/>
                      </a:pPr>
                      <a:t>[값]</a:t>
                    </a:fld>
                    <a:r>
                      <a:rPr lang="en-US" dirty="0"/>
                      <a:t> W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840353080780386"/>
                      <c:h val="8.43753399909574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013-44E8-9638-5099F8FB26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'Total PDC (Tx)'!$A$3:$A$34</c:f>
              <c:numCache>
                <c:formatCode>0_ </c:formatCode>
                <c:ptCount val="3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</c:numCache>
            </c:numRef>
          </c:cat>
          <c:val>
            <c:numRef>
              <c:f>'Total PDC (Tx)'!$Z$3:$Z$34</c:f>
              <c:numCache>
                <c:formatCode>0.00_);[Red]\(0.00\)</c:formatCode>
                <c:ptCount val="32"/>
                <c:pt idx="0">
                  <c:v>2.4263646737219999</c:v>
                </c:pt>
                <c:pt idx="1">
                  <c:v>2.4184302281930004</c:v>
                </c:pt>
                <c:pt idx="2">
                  <c:v>2.4191656743479997</c:v>
                </c:pt>
                <c:pt idx="3">
                  <c:v>2.4212038051189997</c:v>
                </c:pt>
                <c:pt idx="4">
                  <c:v>2.4196958231819998</c:v>
                </c:pt>
                <c:pt idx="5">
                  <c:v>2.4198220569590001</c:v>
                </c:pt>
                <c:pt idx="6">
                  <c:v>2.4222386744990003</c:v>
                </c:pt>
                <c:pt idx="7">
                  <c:v>2.4225497713439994</c:v>
                </c:pt>
                <c:pt idx="8">
                  <c:v>2.424041294217</c:v>
                </c:pt>
                <c:pt idx="9">
                  <c:v>2.4297426195480001</c:v>
                </c:pt>
                <c:pt idx="10">
                  <c:v>2.4334280939320001</c:v>
                </c:pt>
                <c:pt idx="11">
                  <c:v>2.4375235364479999</c:v>
                </c:pt>
                <c:pt idx="12">
                  <c:v>2.4413227760140002</c:v>
                </c:pt>
                <c:pt idx="13">
                  <c:v>2.4455643502399997</c:v>
                </c:pt>
                <c:pt idx="14">
                  <c:v>2.4463734948420002</c:v>
                </c:pt>
                <c:pt idx="15">
                  <c:v>2.4020734003889999</c:v>
                </c:pt>
                <c:pt idx="16">
                  <c:v>2.4594690697670001</c:v>
                </c:pt>
                <c:pt idx="17">
                  <c:v>2.5300969625110001</c:v>
                </c:pt>
                <c:pt idx="18">
                  <c:v>2.6245263608039999</c:v>
                </c:pt>
                <c:pt idx="19">
                  <c:v>2.7503885184029997</c:v>
                </c:pt>
                <c:pt idx="20">
                  <c:v>2.9121524461639998</c:v>
                </c:pt>
                <c:pt idx="21">
                  <c:v>3.1149218655179998</c:v>
                </c:pt>
                <c:pt idx="22">
                  <c:v>3.375442121396</c:v>
                </c:pt>
                <c:pt idx="23">
                  <c:v>3.6803235859189996</c:v>
                </c:pt>
                <c:pt idx="24">
                  <c:v>4.0198607927569991</c:v>
                </c:pt>
                <c:pt idx="25">
                  <c:v>4.3701747894050005</c:v>
                </c:pt>
                <c:pt idx="26">
                  <c:v>4.7004344539599989</c:v>
                </c:pt>
                <c:pt idx="27">
                  <c:v>4.9758784094169997</c:v>
                </c:pt>
                <c:pt idx="28">
                  <c:v>5.1705921454599997</c:v>
                </c:pt>
                <c:pt idx="29">
                  <c:v>5.2842331014559996</c:v>
                </c:pt>
                <c:pt idx="30">
                  <c:v>5.3776110893749989</c:v>
                </c:pt>
                <c:pt idx="31">
                  <c:v>5.4446995212460001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013-44E8-9638-5099F8FB2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Pin (dBm)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0"/>
        <c:tickLblSkip val="4"/>
        <c:noMultiLvlLbl val="0"/>
      </c:catAx>
      <c:valAx>
        <c:axId val="185537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Pout (dBm)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10"/>
      </c:valAx>
      <c:valAx>
        <c:axId val="84012958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 dirty="0" err="1"/>
                  <a:t>Pdc</a:t>
                </a:r>
                <a:r>
                  <a:rPr lang="en-US" dirty="0"/>
                  <a:t> (W)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840119503"/>
        <c:crosses val="max"/>
        <c:crossBetween val="between"/>
        <c:majorUnit val="5"/>
      </c:valAx>
      <c:catAx>
        <c:axId val="840119503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n-US" dirty="0"/>
              <a:t>Channel Isolation</a:t>
            </a:r>
            <a:endParaRPr 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'Isolation (Tx)'!$C$1:$C$2</c:f>
              <c:strCache>
                <c:ptCount val="2"/>
                <c:pt idx="0">
                  <c:v>H0B0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'Isolation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'Isolation (Tx)'!$C$3:$C$253</c:f>
              <c:numCache>
                <c:formatCode>0.00_ </c:formatCode>
                <c:ptCount val="251"/>
                <c:pt idx="0">
                  <c:v>23.033999999999999</c:v>
                </c:pt>
                <c:pt idx="1">
                  <c:v>22.97</c:v>
                </c:pt>
                <c:pt idx="2">
                  <c:v>22.981999999999999</c:v>
                </c:pt>
                <c:pt idx="3">
                  <c:v>23.329000000000001</c:v>
                </c:pt>
                <c:pt idx="4">
                  <c:v>23.262</c:v>
                </c:pt>
                <c:pt idx="5">
                  <c:v>23.649000000000001</c:v>
                </c:pt>
                <c:pt idx="6">
                  <c:v>23.373999999999999</c:v>
                </c:pt>
                <c:pt idx="7">
                  <c:v>23.684000000000001</c:v>
                </c:pt>
                <c:pt idx="8">
                  <c:v>23.638999999999999</c:v>
                </c:pt>
                <c:pt idx="9">
                  <c:v>23.899000000000001</c:v>
                </c:pt>
                <c:pt idx="10">
                  <c:v>23.928999999999998</c:v>
                </c:pt>
                <c:pt idx="11">
                  <c:v>24.242999999999999</c:v>
                </c:pt>
                <c:pt idx="12">
                  <c:v>24.145</c:v>
                </c:pt>
                <c:pt idx="13">
                  <c:v>24.347000000000001</c:v>
                </c:pt>
                <c:pt idx="14">
                  <c:v>24.454999999999998</c:v>
                </c:pt>
                <c:pt idx="15">
                  <c:v>24.530999999999999</c:v>
                </c:pt>
                <c:pt idx="16">
                  <c:v>24.611999999999998</c:v>
                </c:pt>
                <c:pt idx="17">
                  <c:v>24.55</c:v>
                </c:pt>
                <c:pt idx="18">
                  <c:v>24.838999999999999</c:v>
                </c:pt>
                <c:pt idx="19">
                  <c:v>24.888999999999999</c:v>
                </c:pt>
                <c:pt idx="20">
                  <c:v>24.917000000000002</c:v>
                </c:pt>
                <c:pt idx="21">
                  <c:v>24.988</c:v>
                </c:pt>
                <c:pt idx="22">
                  <c:v>25.347999999999999</c:v>
                </c:pt>
                <c:pt idx="23">
                  <c:v>25.317</c:v>
                </c:pt>
                <c:pt idx="24">
                  <c:v>25.454000000000001</c:v>
                </c:pt>
                <c:pt idx="25">
                  <c:v>25.544</c:v>
                </c:pt>
                <c:pt idx="26">
                  <c:v>25.776</c:v>
                </c:pt>
                <c:pt idx="27">
                  <c:v>25.693000000000001</c:v>
                </c:pt>
                <c:pt idx="28">
                  <c:v>25.712</c:v>
                </c:pt>
                <c:pt idx="29">
                  <c:v>25.893999999999998</c:v>
                </c:pt>
                <c:pt idx="30">
                  <c:v>25.951000000000001</c:v>
                </c:pt>
                <c:pt idx="31">
                  <c:v>26.239000000000001</c:v>
                </c:pt>
                <c:pt idx="32">
                  <c:v>26.225000000000001</c:v>
                </c:pt>
                <c:pt idx="33">
                  <c:v>26.446000000000002</c:v>
                </c:pt>
                <c:pt idx="34">
                  <c:v>26.571999999999999</c:v>
                </c:pt>
                <c:pt idx="35">
                  <c:v>26.456</c:v>
                </c:pt>
                <c:pt idx="36">
                  <c:v>26.535</c:v>
                </c:pt>
                <c:pt idx="37">
                  <c:v>26.443000000000001</c:v>
                </c:pt>
                <c:pt idx="38">
                  <c:v>26.853999999999999</c:v>
                </c:pt>
                <c:pt idx="39">
                  <c:v>26.722999999999999</c:v>
                </c:pt>
                <c:pt idx="40">
                  <c:v>26.972000000000001</c:v>
                </c:pt>
                <c:pt idx="41">
                  <c:v>26.678000000000001</c:v>
                </c:pt>
                <c:pt idx="42">
                  <c:v>27.143999999999998</c:v>
                </c:pt>
                <c:pt idx="43">
                  <c:v>27.096</c:v>
                </c:pt>
                <c:pt idx="44">
                  <c:v>27.327000000000002</c:v>
                </c:pt>
                <c:pt idx="45">
                  <c:v>27.561</c:v>
                </c:pt>
                <c:pt idx="46">
                  <c:v>27.495999999999999</c:v>
                </c:pt>
                <c:pt idx="47">
                  <c:v>27.445</c:v>
                </c:pt>
                <c:pt idx="48">
                  <c:v>27.190999999999999</c:v>
                </c:pt>
                <c:pt idx="49">
                  <c:v>27.515000000000001</c:v>
                </c:pt>
                <c:pt idx="50">
                  <c:v>27.555</c:v>
                </c:pt>
                <c:pt idx="51">
                  <c:v>27.706</c:v>
                </c:pt>
                <c:pt idx="52">
                  <c:v>27.445</c:v>
                </c:pt>
                <c:pt idx="53">
                  <c:v>27.702999999999999</c:v>
                </c:pt>
                <c:pt idx="54">
                  <c:v>27.637</c:v>
                </c:pt>
                <c:pt idx="55">
                  <c:v>28.02</c:v>
                </c:pt>
                <c:pt idx="56">
                  <c:v>27.858000000000001</c:v>
                </c:pt>
                <c:pt idx="57">
                  <c:v>27.765999999999998</c:v>
                </c:pt>
                <c:pt idx="58">
                  <c:v>27.844000000000001</c:v>
                </c:pt>
                <c:pt idx="59">
                  <c:v>28.225999999999999</c:v>
                </c:pt>
                <c:pt idx="60">
                  <c:v>28.004000000000001</c:v>
                </c:pt>
                <c:pt idx="61">
                  <c:v>28.152000000000001</c:v>
                </c:pt>
                <c:pt idx="62">
                  <c:v>28.146000000000001</c:v>
                </c:pt>
                <c:pt idx="63">
                  <c:v>28.263000000000002</c:v>
                </c:pt>
                <c:pt idx="64">
                  <c:v>28.34</c:v>
                </c:pt>
                <c:pt idx="65">
                  <c:v>28.257999999999999</c:v>
                </c:pt>
                <c:pt idx="66">
                  <c:v>28.204000000000001</c:v>
                </c:pt>
                <c:pt idx="67">
                  <c:v>28.163</c:v>
                </c:pt>
                <c:pt idx="68">
                  <c:v>28.315000000000001</c:v>
                </c:pt>
                <c:pt idx="69">
                  <c:v>28.353000000000002</c:v>
                </c:pt>
                <c:pt idx="70">
                  <c:v>28.271000000000001</c:v>
                </c:pt>
                <c:pt idx="71">
                  <c:v>28.207999999999998</c:v>
                </c:pt>
                <c:pt idx="72">
                  <c:v>28.471</c:v>
                </c:pt>
                <c:pt idx="73">
                  <c:v>28.266999999999999</c:v>
                </c:pt>
                <c:pt idx="74">
                  <c:v>28.425999999999998</c:v>
                </c:pt>
                <c:pt idx="75">
                  <c:v>28.672000000000001</c:v>
                </c:pt>
                <c:pt idx="76">
                  <c:v>28.157</c:v>
                </c:pt>
                <c:pt idx="77">
                  <c:v>28.5</c:v>
                </c:pt>
                <c:pt idx="78">
                  <c:v>28.959</c:v>
                </c:pt>
                <c:pt idx="79">
                  <c:v>28.745999999999999</c:v>
                </c:pt>
                <c:pt idx="80">
                  <c:v>28.6</c:v>
                </c:pt>
                <c:pt idx="81">
                  <c:v>28.491</c:v>
                </c:pt>
                <c:pt idx="82">
                  <c:v>28.539000000000001</c:v>
                </c:pt>
                <c:pt idx="83">
                  <c:v>28.846</c:v>
                </c:pt>
                <c:pt idx="84">
                  <c:v>28.986999999999998</c:v>
                </c:pt>
                <c:pt idx="85">
                  <c:v>28.774999999999999</c:v>
                </c:pt>
                <c:pt idx="86">
                  <c:v>28.922999999999998</c:v>
                </c:pt>
                <c:pt idx="87">
                  <c:v>28.683</c:v>
                </c:pt>
                <c:pt idx="88">
                  <c:v>28.704000000000001</c:v>
                </c:pt>
                <c:pt idx="89">
                  <c:v>28.882000000000001</c:v>
                </c:pt>
                <c:pt idx="90">
                  <c:v>28.907</c:v>
                </c:pt>
                <c:pt idx="91">
                  <c:v>28.707000000000001</c:v>
                </c:pt>
                <c:pt idx="92">
                  <c:v>28.777000000000001</c:v>
                </c:pt>
                <c:pt idx="93">
                  <c:v>28.611000000000001</c:v>
                </c:pt>
                <c:pt idx="94">
                  <c:v>28.773</c:v>
                </c:pt>
                <c:pt idx="95">
                  <c:v>29.146999999999998</c:v>
                </c:pt>
                <c:pt idx="96">
                  <c:v>28.645</c:v>
                </c:pt>
                <c:pt idx="97">
                  <c:v>28.771000000000001</c:v>
                </c:pt>
                <c:pt idx="98">
                  <c:v>28.832000000000001</c:v>
                </c:pt>
                <c:pt idx="99">
                  <c:v>28.766999999999999</c:v>
                </c:pt>
                <c:pt idx="100">
                  <c:v>28.698</c:v>
                </c:pt>
                <c:pt idx="101">
                  <c:v>28.744</c:v>
                </c:pt>
                <c:pt idx="102">
                  <c:v>28.812000000000001</c:v>
                </c:pt>
                <c:pt idx="103">
                  <c:v>28.718</c:v>
                </c:pt>
                <c:pt idx="104">
                  <c:v>28.556999999999999</c:v>
                </c:pt>
                <c:pt idx="105">
                  <c:v>28.721</c:v>
                </c:pt>
                <c:pt idx="106">
                  <c:v>28.712</c:v>
                </c:pt>
                <c:pt idx="107">
                  <c:v>28.818000000000001</c:v>
                </c:pt>
                <c:pt idx="108">
                  <c:v>28.876999999999999</c:v>
                </c:pt>
                <c:pt idx="109">
                  <c:v>29.073</c:v>
                </c:pt>
                <c:pt idx="110">
                  <c:v>28.962</c:v>
                </c:pt>
                <c:pt idx="111">
                  <c:v>28.850999999999999</c:v>
                </c:pt>
                <c:pt idx="112">
                  <c:v>28.701000000000001</c:v>
                </c:pt>
                <c:pt idx="113">
                  <c:v>28.952999999999999</c:v>
                </c:pt>
                <c:pt idx="114">
                  <c:v>28.869</c:v>
                </c:pt>
                <c:pt idx="115">
                  <c:v>28.911999999999999</c:v>
                </c:pt>
                <c:pt idx="116">
                  <c:v>28.858000000000001</c:v>
                </c:pt>
                <c:pt idx="117">
                  <c:v>28.722999999999999</c:v>
                </c:pt>
                <c:pt idx="118">
                  <c:v>29.013999999999999</c:v>
                </c:pt>
                <c:pt idx="119">
                  <c:v>28.841000000000001</c:v>
                </c:pt>
                <c:pt idx="120">
                  <c:v>29.065000000000001</c:v>
                </c:pt>
                <c:pt idx="121">
                  <c:v>28.867000000000001</c:v>
                </c:pt>
                <c:pt idx="122">
                  <c:v>28.754999999999999</c:v>
                </c:pt>
                <c:pt idx="123">
                  <c:v>28.971</c:v>
                </c:pt>
                <c:pt idx="124">
                  <c:v>29.248000000000001</c:v>
                </c:pt>
                <c:pt idx="125">
                  <c:v>28.960999999999999</c:v>
                </c:pt>
                <c:pt idx="126">
                  <c:v>28.978999999999999</c:v>
                </c:pt>
                <c:pt idx="127">
                  <c:v>29.279</c:v>
                </c:pt>
                <c:pt idx="128">
                  <c:v>29.036000000000001</c:v>
                </c:pt>
                <c:pt idx="129">
                  <c:v>29.09</c:v>
                </c:pt>
                <c:pt idx="130">
                  <c:v>29.204999999999998</c:v>
                </c:pt>
                <c:pt idx="131">
                  <c:v>28.945</c:v>
                </c:pt>
                <c:pt idx="132">
                  <c:v>29.202000000000002</c:v>
                </c:pt>
                <c:pt idx="133">
                  <c:v>29.146999999999998</c:v>
                </c:pt>
                <c:pt idx="134">
                  <c:v>29.266999999999999</c:v>
                </c:pt>
                <c:pt idx="135">
                  <c:v>29.204999999999998</c:v>
                </c:pt>
                <c:pt idx="136">
                  <c:v>29.33</c:v>
                </c:pt>
                <c:pt idx="137">
                  <c:v>29.445</c:v>
                </c:pt>
                <c:pt idx="138">
                  <c:v>29.364000000000001</c:v>
                </c:pt>
                <c:pt idx="139">
                  <c:v>29.120999999999999</c:v>
                </c:pt>
                <c:pt idx="140">
                  <c:v>29.247</c:v>
                </c:pt>
                <c:pt idx="141">
                  <c:v>28.895</c:v>
                </c:pt>
                <c:pt idx="142">
                  <c:v>29.050999999999998</c:v>
                </c:pt>
                <c:pt idx="143">
                  <c:v>28.869</c:v>
                </c:pt>
                <c:pt idx="144">
                  <c:v>29.004999999999999</c:v>
                </c:pt>
                <c:pt idx="145">
                  <c:v>29.085999999999999</c:v>
                </c:pt>
                <c:pt idx="146">
                  <c:v>29.03</c:v>
                </c:pt>
                <c:pt idx="147">
                  <c:v>29.117999999999999</c:v>
                </c:pt>
                <c:pt idx="148">
                  <c:v>28.899000000000001</c:v>
                </c:pt>
                <c:pt idx="149">
                  <c:v>28.817</c:v>
                </c:pt>
                <c:pt idx="150">
                  <c:v>28.928999999999998</c:v>
                </c:pt>
                <c:pt idx="151">
                  <c:v>28.655999999999999</c:v>
                </c:pt>
                <c:pt idx="152">
                  <c:v>28.62</c:v>
                </c:pt>
                <c:pt idx="153">
                  <c:v>28.608000000000001</c:v>
                </c:pt>
                <c:pt idx="154">
                  <c:v>28.48</c:v>
                </c:pt>
                <c:pt idx="155">
                  <c:v>28.457000000000001</c:v>
                </c:pt>
                <c:pt idx="156">
                  <c:v>28.518000000000001</c:v>
                </c:pt>
                <c:pt idx="157">
                  <c:v>28.544</c:v>
                </c:pt>
                <c:pt idx="158">
                  <c:v>28.353999999999999</c:v>
                </c:pt>
                <c:pt idx="159">
                  <c:v>28.317</c:v>
                </c:pt>
                <c:pt idx="160">
                  <c:v>27.83</c:v>
                </c:pt>
                <c:pt idx="161">
                  <c:v>28.364000000000001</c:v>
                </c:pt>
                <c:pt idx="162">
                  <c:v>27.975000000000001</c:v>
                </c:pt>
                <c:pt idx="163">
                  <c:v>28.29</c:v>
                </c:pt>
                <c:pt idx="164">
                  <c:v>28.07</c:v>
                </c:pt>
                <c:pt idx="165">
                  <c:v>27.896999999999998</c:v>
                </c:pt>
                <c:pt idx="166">
                  <c:v>27.608000000000001</c:v>
                </c:pt>
                <c:pt idx="167">
                  <c:v>27.83</c:v>
                </c:pt>
                <c:pt idx="168">
                  <c:v>27.550999999999998</c:v>
                </c:pt>
                <c:pt idx="169">
                  <c:v>28.013000000000002</c:v>
                </c:pt>
                <c:pt idx="170">
                  <c:v>27.841000000000001</c:v>
                </c:pt>
                <c:pt idx="171">
                  <c:v>27.896000000000001</c:v>
                </c:pt>
                <c:pt idx="172">
                  <c:v>27.577999999999999</c:v>
                </c:pt>
                <c:pt idx="173">
                  <c:v>27.582999999999998</c:v>
                </c:pt>
                <c:pt idx="174">
                  <c:v>27.919</c:v>
                </c:pt>
                <c:pt idx="175">
                  <c:v>27.556000000000001</c:v>
                </c:pt>
                <c:pt idx="176">
                  <c:v>27.481000000000002</c:v>
                </c:pt>
                <c:pt idx="177">
                  <c:v>27.86</c:v>
                </c:pt>
                <c:pt idx="178">
                  <c:v>27.503</c:v>
                </c:pt>
                <c:pt idx="179">
                  <c:v>27.388000000000002</c:v>
                </c:pt>
                <c:pt idx="180">
                  <c:v>27.184000000000001</c:v>
                </c:pt>
                <c:pt idx="181">
                  <c:v>27.417999999999999</c:v>
                </c:pt>
                <c:pt idx="182">
                  <c:v>27.097999999999999</c:v>
                </c:pt>
                <c:pt idx="183">
                  <c:v>27.24</c:v>
                </c:pt>
                <c:pt idx="184">
                  <c:v>27.131</c:v>
                </c:pt>
                <c:pt idx="185">
                  <c:v>26.940999999999999</c:v>
                </c:pt>
                <c:pt idx="186">
                  <c:v>26.71</c:v>
                </c:pt>
                <c:pt idx="187">
                  <c:v>26.86</c:v>
                </c:pt>
                <c:pt idx="188">
                  <c:v>27.071000000000002</c:v>
                </c:pt>
                <c:pt idx="189">
                  <c:v>27.193000000000001</c:v>
                </c:pt>
                <c:pt idx="190">
                  <c:v>26.579000000000001</c:v>
                </c:pt>
                <c:pt idx="191">
                  <c:v>26.754000000000001</c:v>
                </c:pt>
                <c:pt idx="192">
                  <c:v>27.096</c:v>
                </c:pt>
                <c:pt idx="193">
                  <c:v>26.734000000000002</c:v>
                </c:pt>
                <c:pt idx="194">
                  <c:v>26.614000000000001</c:v>
                </c:pt>
                <c:pt idx="195">
                  <c:v>26.536000000000001</c:v>
                </c:pt>
                <c:pt idx="196">
                  <c:v>26.271000000000001</c:v>
                </c:pt>
                <c:pt idx="197">
                  <c:v>26.413</c:v>
                </c:pt>
                <c:pt idx="198">
                  <c:v>26.248000000000001</c:v>
                </c:pt>
                <c:pt idx="199">
                  <c:v>26.212</c:v>
                </c:pt>
                <c:pt idx="200">
                  <c:v>26.053000000000001</c:v>
                </c:pt>
                <c:pt idx="201">
                  <c:v>25.861000000000001</c:v>
                </c:pt>
                <c:pt idx="202">
                  <c:v>26.042000000000002</c:v>
                </c:pt>
                <c:pt idx="203">
                  <c:v>25.829000000000001</c:v>
                </c:pt>
                <c:pt idx="204">
                  <c:v>26.047000000000001</c:v>
                </c:pt>
                <c:pt idx="205">
                  <c:v>25.751999999999999</c:v>
                </c:pt>
                <c:pt idx="206">
                  <c:v>25.812000000000001</c:v>
                </c:pt>
                <c:pt idx="207">
                  <c:v>25.991</c:v>
                </c:pt>
                <c:pt idx="208">
                  <c:v>25.77</c:v>
                </c:pt>
                <c:pt idx="209">
                  <c:v>25.178000000000001</c:v>
                </c:pt>
                <c:pt idx="210">
                  <c:v>25.596</c:v>
                </c:pt>
                <c:pt idx="211">
                  <c:v>25.373999999999999</c:v>
                </c:pt>
                <c:pt idx="212">
                  <c:v>25.667000000000002</c:v>
                </c:pt>
                <c:pt idx="213">
                  <c:v>25.294</c:v>
                </c:pt>
                <c:pt idx="214">
                  <c:v>25.236999999999998</c:v>
                </c:pt>
                <c:pt idx="215">
                  <c:v>25.25</c:v>
                </c:pt>
                <c:pt idx="216">
                  <c:v>25.05</c:v>
                </c:pt>
                <c:pt idx="217">
                  <c:v>25.486000000000001</c:v>
                </c:pt>
                <c:pt idx="218">
                  <c:v>24.951000000000001</c:v>
                </c:pt>
                <c:pt idx="219">
                  <c:v>25.195</c:v>
                </c:pt>
                <c:pt idx="220">
                  <c:v>25.087</c:v>
                </c:pt>
                <c:pt idx="221">
                  <c:v>24.829000000000001</c:v>
                </c:pt>
                <c:pt idx="222">
                  <c:v>25.126999999999999</c:v>
                </c:pt>
                <c:pt idx="223">
                  <c:v>24.864000000000001</c:v>
                </c:pt>
                <c:pt idx="224">
                  <c:v>24.751000000000001</c:v>
                </c:pt>
                <c:pt idx="225">
                  <c:v>24.727</c:v>
                </c:pt>
                <c:pt idx="226">
                  <c:v>24.594999999999999</c:v>
                </c:pt>
                <c:pt idx="227">
                  <c:v>24.885000000000002</c:v>
                </c:pt>
                <c:pt idx="228">
                  <c:v>25.039000000000001</c:v>
                </c:pt>
                <c:pt idx="229">
                  <c:v>24.780999999999999</c:v>
                </c:pt>
                <c:pt idx="230">
                  <c:v>24.454999999999998</c:v>
                </c:pt>
                <c:pt idx="231">
                  <c:v>24.396999999999998</c:v>
                </c:pt>
                <c:pt idx="232">
                  <c:v>24.489000000000001</c:v>
                </c:pt>
                <c:pt idx="233">
                  <c:v>24.535</c:v>
                </c:pt>
                <c:pt idx="234">
                  <c:v>24.603999999999999</c:v>
                </c:pt>
                <c:pt idx="235">
                  <c:v>24.27</c:v>
                </c:pt>
                <c:pt idx="236">
                  <c:v>24.244</c:v>
                </c:pt>
                <c:pt idx="237">
                  <c:v>24.22</c:v>
                </c:pt>
                <c:pt idx="238">
                  <c:v>24.32</c:v>
                </c:pt>
                <c:pt idx="239">
                  <c:v>24.184999999999999</c:v>
                </c:pt>
                <c:pt idx="240">
                  <c:v>24.071999999999999</c:v>
                </c:pt>
                <c:pt idx="241">
                  <c:v>23.904</c:v>
                </c:pt>
                <c:pt idx="242">
                  <c:v>23.861000000000001</c:v>
                </c:pt>
                <c:pt idx="243">
                  <c:v>23.847999999999999</c:v>
                </c:pt>
                <c:pt idx="244">
                  <c:v>24.021999999999998</c:v>
                </c:pt>
                <c:pt idx="245">
                  <c:v>24.201000000000001</c:v>
                </c:pt>
                <c:pt idx="246">
                  <c:v>24.032</c:v>
                </c:pt>
                <c:pt idx="247">
                  <c:v>23.754000000000001</c:v>
                </c:pt>
                <c:pt idx="248">
                  <c:v>23.57</c:v>
                </c:pt>
                <c:pt idx="249">
                  <c:v>23.684000000000001</c:v>
                </c:pt>
                <c:pt idx="250">
                  <c:v>23.648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5A-4E4B-B1C7-D8C34A72ACE8}"/>
            </c:ext>
          </c:extLst>
        </c:ser>
        <c:ser>
          <c:idx val="4"/>
          <c:order val="1"/>
          <c:tx>
            <c:strRef>
              <c:f>'Isolation (Tx)'!$D$1:$D$2</c:f>
              <c:strCache>
                <c:ptCount val="2"/>
                <c:pt idx="0">
                  <c:v>V0B0 (Meas, H0 enabled)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'Isolation (Tx)'!$B$3:$B$253</c:f>
              <c:numCache>
                <c:formatCode>0.00_ </c:formatCode>
                <c:ptCount val="251"/>
                <c:pt idx="0">
                  <c:v>27</c:v>
                </c:pt>
                <c:pt idx="1">
                  <c:v>27.02</c:v>
                </c:pt>
                <c:pt idx="2">
                  <c:v>27.04</c:v>
                </c:pt>
                <c:pt idx="3">
                  <c:v>27.06</c:v>
                </c:pt>
                <c:pt idx="4">
                  <c:v>27.08</c:v>
                </c:pt>
                <c:pt idx="5">
                  <c:v>27.1</c:v>
                </c:pt>
                <c:pt idx="6">
                  <c:v>27.12</c:v>
                </c:pt>
                <c:pt idx="7">
                  <c:v>27.14</c:v>
                </c:pt>
                <c:pt idx="8">
                  <c:v>27.16</c:v>
                </c:pt>
                <c:pt idx="9">
                  <c:v>27.18</c:v>
                </c:pt>
                <c:pt idx="10">
                  <c:v>27.2</c:v>
                </c:pt>
                <c:pt idx="11">
                  <c:v>27.22</c:v>
                </c:pt>
                <c:pt idx="12">
                  <c:v>27.24</c:v>
                </c:pt>
                <c:pt idx="13">
                  <c:v>27.26</c:v>
                </c:pt>
                <c:pt idx="14">
                  <c:v>27.28</c:v>
                </c:pt>
                <c:pt idx="15">
                  <c:v>27.3</c:v>
                </c:pt>
                <c:pt idx="16">
                  <c:v>27.32</c:v>
                </c:pt>
                <c:pt idx="17">
                  <c:v>27.34</c:v>
                </c:pt>
                <c:pt idx="18">
                  <c:v>27.36</c:v>
                </c:pt>
                <c:pt idx="19">
                  <c:v>27.38</c:v>
                </c:pt>
                <c:pt idx="20">
                  <c:v>27.4</c:v>
                </c:pt>
                <c:pt idx="21">
                  <c:v>27.42</c:v>
                </c:pt>
                <c:pt idx="22">
                  <c:v>27.44</c:v>
                </c:pt>
                <c:pt idx="23">
                  <c:v>27.46</c:v>
                </c:pt>
                <c:pt idx="24">
                  <c:v>27.48</c:v>
                </c:pt>
                <c:pt idx="25">
                  <c:v>27.5</c:v>
                </c:pt>
                <c:pt idx="26">
                  <c:v>27.52</c:v>
                </c:pt>
                <c:pt idx="27">
                  <c:v>27.54</c:v>
                </c:pt>
                <c:pt idx="28">
                  <c:v>27.56</c:v>
                </c:pt>
                <c:pt idx="29">
                  <c:v>27.58</c:v>
                </c:pt>
                <c:pt idx="30">
                  <c:v>27.6</c:v>
                </c:pt>
                <c:pt idx="31">
                  <c:v>27.62</c:v>
                </c:pt>
                <c:pt idx="32">
                  <c:v>27.64</c:v>
                </c:pt>
                <c:pt idx="33">
                  <c:v>27.66</c:v>
                </c:pt>
                <c:pt idx="34">
                  <c:v>27.68</c:v>
                </c:pt>
                <c:pt idx="35">
                  <c:v>27.7</c:v>
                </c:pt>
                <c:pt idx="36">
                  <c:v>27.72</c:v>
                </c:pt>
                <c:pt idx="37">
                  <c:v>27.74</c:v>
                </c:pt>
                <c:pt idx="38">
                  <c:v>27.76</c:v>
                </c:pt>
                <c:pt idx="39">
                  <c:v>27.78</c:v>
                </c:pt>
                <c:pt idx="40">
                  <c:v>27.8</c:v>
                </c:pt>
                <c:pt idx="41">
                  <c:v>27.82</c:v>
                </c:pt>
                <c:pt idx="42">
                  <c:v>27.84</c:v>
                </c:pt>
                <c:pt idx="43">
                  <c:v>27.86</c:v>
                </c:pt>
                <c:pt idx="44">
                  <c:v>27.88</c:v>
                </c:pt>
                <c:pt idx="45">
                  <c:v>27.9</c:v>
                </c:pt>
                <c:pt idx="46">
                  <c:v>27.92</c:v>
                </c:pt>
                <c:pt idx="47">
                  <c:v>27.94</c:v>
                </c:pt>
                <c:pt idx="48">
                  <c:v>27.96</c:v>
                </c:pt>
                <c:pt idx="49">
                  <c:v>27.98</c:v>
                </c:pt>
                <c:pt idx="50">
                  <c:v>28</c:v>
                </c:pt>
                <c:pt idx="51">
                  <c:v>28.02</c:v>
                </c:pt>
                <c:pt idx="52">
                  <c:v>28.04</c:v>
                </c:pt>
                <c:pt idx="53">
                  <c:v>28.06</c:v>
                </c:pt>
                <c:pt idx="54">
                  <c:v>28.08</c:v>
                </c:pt>
                <c:pt idx="55">
                  <c:v>28.1</c:v>
                </c:pt>
                <c:pt idx="56">
                  <c:v>28.12</c:v>
                </c:pt>
                <c:pt idx="57">
                  <c:v>28.14</c:v>
                </c:pt>
                <c:pt idx="58">
                  <c:v>28.16</c:v>
                </c:pt>
                <c:pt idx="59">
                  <c:v>28.18</c:v>
                </c:pt>
                <c:pt idx="60">
                  <c:v>28.2</c:v>
                </c:pt>
                <c:pt idx="61">
                  <c:v>28.22</c:v>
                </c:pt>
                <c:pt idx="62">
                  <c:v>28.24</c:v>
                </c:pt>
                <c:pt idx="63">
                  <c:v>28.26</c:v>
                </c:pt>
                <c:pt idx="64">
                  <c:v>28.28</c:v>
                </c:pt>
                <c:pt idx="65">
                  <c:v>28.3</c:v>
                </c:pt>
                <c:pt idx="66">
                  <c:v>28.32</c:v>
                </c:pt>
                <c:pt idx="67">
                  <c:v>28.34</c:v>
                </c:pt>
                <c:pt idx="68">
                  <c:v>28.36</c:v>
                </c:pt>
                <c:pt idx="69">
                  <c:v>28.38</c:v>
                </c:pt>
                <c:pt idx="70">
                  <c:v>28.4</c:v>
                </c:pt>
                <c:pt idx="71">
                  <c:v>28.42</c:v>
                </c:pt>
                <c:pt idx="72">
                  <c:v>28.44</c:v>
                </c:pt>
                <c:pt idx="73">
                  <c:v>28.46</c:v>
                </c:pt>
                <c:pt idx="74">
                  <c:v>28.48</c:v>
                </c:pt>
                <c:pt idx="75">
                  <c:v>28.5</c:v>
                </c:pt>
                <c:pt idx="76">
                  <c:v>28.52</c:v>
                </c:pt>
                <c:pt idx="77">
                  <c:v>28.54</c:v>
                </c:pt>
                <c:pt idx="78">
                  <c:v>28.56</c:v>
                </c:pt>
                <c:pt idx="79">
                  <c:v>28.58</c:v>
                </c:pt>
                <c:pt idx="80">
                  <c:v>28.6</c:v>
                </c:pt>
                <c:pt idx="81">
                  <c:v>28.62</c:v>
                </c:pt>
                <c:pt idx="82">
                  <c:v>28.64</c:v>
                </c:pt>
                <c:pt idx="83">
                  <c:v>28.66</c:v>
                </c:pt>
                <c:pt idx="84">
                  <c:v>28.68</c:v>
                </c:pt>
                <c:pt idx="85">
                  <c:v>28.7</c:v>
                </c:pt>
                <c:pt idx="86">
                  <c:v>28.72</c:v>
                </c:pt>
                <c:pt idx="87">
                  <c:v>28.74</c:v>
                </c:pt>
                <c:pt idx="88">
                  <c:v>28.76</c:v>
                </c:pt>
                <c:pt idx="89">
                  <c:v>28.78</c:v>
                </c:pt>
                <c:pt idx="90">
                  <c:v>28.8</c:v>
                </c:pt>
                <c:pt idx="91">
                  <c:v>28.82</c:v>
                </c:pt>
                <c:pt idx="92">
                  <c:v>28.84</c:v>
                </c:pt>
                <c:pt idx="93">
                  <c:v>28.86</c:v>
                </c:pt>
                <c:pt idx="94">
                  <c:v>28.88</c:v>
                </c:pt>
                <c:pt idx="95">
                  <c:v>28.9</c:v>
                </c:pt>
                <c:pt idx="96">
                  <c:v>28.92</c:v>
                </c:pt>
                <c:pt idx="97">
                  <c:v>28.94</c:v>
                </c:pt>
                <c:pt idx="98">
                  <c:v>28.96</c:v>
                </c:pt>
                <c:pt idx="99">
                  <c:v>28.98</c:v>
                </c:pt>
                <c:pt idx="100">
                  <c:v>29</c:v>
                </c:pt>
                <c:pt idx="101">
                  <c:v>29.02</c:v>
                </c:pt>
                <c:pt idx="102">
                  <c:v>29.04</c:v>
                </c:pt>
                <c:pt idx="103">
                  <c:v>29.06</c:v>
                </c:pt>
                <c:pt idx="104">
                  <c:v>29.08</c:v>
                </c:pt>
                <c:pt idx="105">
                  <c:v>29.1</c:v>
                </c:pt>
                <c:pt idx="106">
                  <c:v>29.12</c:v>
                </c:pt>
                <c:pt idx="107">
                  <c:v>29.14</c:v>
                </c:pt>
                <c:pt idx="108">
                  <c:v>29.16</c:v>
                </c:pt>
                <c:pt idx="109">
                  <c:v>29.18</c:v>
                </c:pt>
                <c:pt idx="110">
                  <c:v>29.2</c:v>
                </c:pt>
                <c:pt idx="111">
                  <c:v>29.22</c:v>
                </c:pt>
                <c:pt idx="112">
                  <c:v>29.24</c:v>
                </c:pt>
                <c:pt idx="113">
                  <c:v>29.26</c:v>
                </c:pt>
                <c:pt idx="114">
                  <c:v>29.28</c:v>
                </c:pt>
                <c:pt idx="115">
                  <c:v>29.3</c:v>
                </c:pt>
                <c:pt idx="116">
                  <c:v>29.32</c:v>
                </c:pt>
                <c:pt idx="117">
                  <c:v>29.34</c:v>
                </c:pt>
                <c:pt idx="118">
                  <c:v>29.36</c:v>
                </c:pt>
                <c:pt idx="119">
                  <c:v>29.38</c:v>
                </c:pt>
                <c:pt idx="120">
                  <c:v>29.4</c:v>
                </c:pt>
                <c:pt idx="121">
                  <c:v>29.42</c:v>
                </c:pt>
                <c:pt idx="122">
                  <c:v>29.44</c:v>
                </c:pt>
                <c:pt idx="123">
                  <c:v>29.46</c:v>
                </c:pt>
                <c:pt idx="124">
                  <c:v>29.48</c:v>
                </c:pt>
                <c:pt idx="125">
                  <c:v>29.5</c:v>
                </c:pt>
                <c:pt idx="126">
                  <c:v>29.52</c:v>
                </c:pt>
                <c:pt idx="127">
                  <c:v>29.54</c:v>
                </c:pt>
                <c:pt idx="128">
                  <c:v>29.56</c:v>
                </c:pt>
                <c:pt idx="129">
                  <c:v>29.58</c:v>
                </c:pt>
                <c:pt idx="130">
                  <c:v>29.6</c:v>
                </c:pt>
                <c:pt idx="131">
                  <c:v>29.62</c:v>
                </c:pt>
                <c:pt idx="132">
                  <c:v>29.64</c:v>
                </c:pt>
                <c:pt idx="133">
                  <c:v>29.66</c:v>
                </c:pt>
                <c:pt idx="134">
                  <c:v>29.68</c:v>
                </c:pt>
                <c:pt idx="135">
                  <c:v>29.7</c:v>
                </c:pt>
                <c:pt idx="136">
                  <c:v>29.72</c:v>
                </c:pt>
                <c:pt idx="137">
                  <c:v>29.74</c:v>
                </c:pt>
                <c:pt idx="138">
                  <c:v>29.76</c:v>
                </c:pt>
                <c:pt idx="139">
                  <c:v>29.78</c:v>
                </c:pt>
                <c:pt idx="140">
                  <c:v>29.8</c:v>
                </c:pt>
                <c:pt idx="141">
                  <c:v>29.82</c:v>
                </c:pt>
                <c:pt idx="142">
                  <c:v>29.84</c:v>
                </c:pt>
                <c:pt idx="143">
                  <c:v>29.86</c:v>
                </c:pt>
                <c:pt idx="144">
                  <c:v>29.88</c:v>
                </c:pt>
                <c:pt idx="145">
                  <c:v>29.9</c:v>
                </c:pt>
                <c:pt idx="146">
                  <c:v>29.92</c:v>
                </c:pt>
                <c:pt idx="147">
                  <c:v>29.94</c:v>
                </c:pt>
                <c:pt idx="148">
                  <c:v>29.96</c:v>
                </c:pt>
                <c:pt idx="149">
                  <c:v>29.98</c:v>
                </c:pt>
                <c:pt idx="150">
                  <c:v>30</c:v>
                </c:pt>
                <c:pt idx="151">
                  <c:v>30.02</c:v>
                </c:pt>
                <c:pt idx="152">
                  <c:v>30.04</c:v>
                </c:pt>
                <c:pt idx="153">
                  <c:v>30.06</c:v>
                </c:pt>
                <c:pt idx="154">
                  <c:v>30.08</c:v>
                </c:pt>
                <c:pt idx="155">
                  <c:v>30.1</c:v>
                </c:pt>
                <c:pt idx="156">
                  <c:v>30.12</c:v>
                </c:pt>
                <c:pt idx="157">
                  <c:v>30.14</c:v>
                </c:pt>
                <c:pt idx="158">
                  <c:v>30.16</c:v>
                </c:pt>
                <c:pt idx="159">
                  <c:v>30.18</c:v>
                </c:pt>
                <c:pt idx="160">
                  <c:v>30.2</c:v>
                </c:pt>
                <c:pt idx="161">
                  <c:v>30.22</c:v>
                </c:pt>
                <c:pt idx="162">
                  <c:v>30.24</c:v>
                </c:pt>
                <c:pt idx="163">
                  <c:v>30.26</c:v>
                </c:pt>
                <c:pt idx="164">
                  <c:v>30.28</c:v>
                </c:pt>
                <c:pt idx="165">
                  <c:v>30.3</c:v>
                </c:pt>
                <c:pt idx="166">
                  <c:v>30.32</c:v>
                </c:pt>
                <c:pt idx="167">
                  <c:v>30.34</c:v>
                </c:pt>
                <c:pt idx="168">
                  <c:v>30.36</c:v>
                </c:pt>
                <c:pt idx="169">
                  <c:v>30.38</c:v>
                </c:pt>
                <c:pt idx="170">
                  <c:v>30.4</c:v>
                </c:pt>
                <c:pt idx="171">
                  <c:v>30.42</c:v>
                </c:pt>
                <c:pt idx="172">
                  <c:v>30.44</c:v>
                </c:pt>
                <c:pt idx="173">
                  <c:v>30.46</c:v>
                </c:pt>
                <c:pt idx="174">
                  <c:v>30.48</c:v>
                </c:pt>
                <c:pt idx="175">
                  <c:v>30.5</c:v>
                </c:pt>
                <c:pt idx="176">
                  <c:v>30.52</c:v>
                </c:pt>
                <c:pt idx="177">
                  <c:v>30.54</c:v>
                </c:pt>
                <c:pt idx="178">
                  <c:v>30.56</c:v>
                </c:pt>
                <c:pt idx="179">
                  <c:v>30.58</c:v>
                </c:pt>
                <c:pt idx="180">
                  <c:v>30.6</c:v>
                </c:pt>
                <c:pt idx="181">
                  <c:v>30.62</c:v>
                </c:pt>
                <c:pt idx="182">
                  <c:v>30.64</c:v>
                </c:pt>
                <c:pt idx="183">
                  <c:v>30.66</c:v>
                </c:pt>
                <c:pt idx="184">
                  <c:v>30.68</c:v>
                </c:pt>
                <c:pt idx="185">
                  <c:v>30.7</c:v>
                </c:pt>
                <c:pt idx="186">
                  <c:v>30.72</c:v>
                </c:pt>
                <c:pt idx="187">
                  <c:v>30.74</c:v>
                </c:pt>
                <c:pt idx="188">
                  <c:v>30.76</c:v>
                </c:pt>
                <c:pt idx="189">
                  <c:v>30.78</c:v>
                </c:pt>
                <c:pt idx="190">
                  <c:v>30.8</c:v>
                </c:pt>
                <c:pt idx="191">
                  <c:v>30.82</c:v>
                </c:pt>
                <c:pt idx="192">
                  <c:v>30.84</c:v>
                </c:pt>
                <c:pt idx="193">
                  <c:v>30.86</c:v>
                </c:pt>
                <c:pt idx="194">
                  <c:v>30.88</c:v>
                </c:pt>
                <c:pt idx="195">
                  <c:v>30.9</c:v>
                </c:pt>
                <c:pt idx="196">
                  <c:v>30.92</c:v>
                </c:pt>
                <c:pt idx="197">
                  <c:v>30.94</c:v>
                </c:pt>
                <c:pt idx="198">
                  <c:v>30.96</c:v>
                </c:pt>
                <c:pt idx="199">
                  <c:v>30.98</c:v>
                </c:pt>
                <c:pt idx="200">
                  <c:v>31</c:v>
                </c:pt>
                <c:pt idx="201">
                  <c:v>31.02</c:v>
                </c:pt>
                <c:pt idx="202">
                  <c:v>31.04</c:v>
                </c:pt>
                <c:pt idx="203">
                  <c:v>31.06</c:v>
                </c:pt>
                <c:pt idx="204">
                  <c:v>31.08</c:v>
                </c:pt>
                <c:pt idx="205">
                  <c:v>31.1</c:v>
                </c:pt>
                <c:pt idx="206">
                  <c:v>31.12</c:v>
                </c:pt>
                <c:pt idx="207">
                  <c:v>31.14</c:v>
                </c:pt>
                <c:pt idx="208">
                  <c:v>31.16</c:v>
                </c:pt>
                <c:pt idx="209">
                  <c:v>31.18</c:v>
                </c:pt>
                <c:pt idx="210">
                  <c:v>31.2</c:v>
                </c:pt>
                <c:pt idx="211">
                  <c:v>31.22</c:v>
                </c:pt>
                <c:pt idx="212">
                  <c:v>31.24</c:v>
                </c:pt>
                <c:pt idx="213">
                  <c:v>31.26</c:v>
                </c:pt>
                <c:pt idx="214">
                  <c:v>31.28</c:v>
                </c:pt>
                <c:pt idx="215">
                  <c:v>31.3</c:v>
                </c:pt>
                <c:pt idx="216">
                  <c:v>31.32</c:v>
                </c:pt>
                <c:pt idx="217">
                  <c:v>31.34</c:v>
                </c:pt>
                <c:pt idx="218">
                  <c:v>31.36</c:v>
                </c:pt>
                <c:pt idx="219">
                  <c:v>31.38</c:v>
                </c:pt>
                <c:pt idx="220">
                  <c:v>31.4</c:v>
                </c:pt>
                <c:pt idx="221">
                  <c:v>31.42</c:v>
                </c:pt>
                <c:pt idx="222">
                  <c:v>31.44</c:v>
                </c:pt>
                <c:pt idx="223">
                  <c:v>31.46</c:v>
                </c:pt>
                <c:pt idx="224">
                  <c:v>31.48</c:v>
                </c:pt>
                <c:pt idx="225">
                  <c:v>31.5</c:v>
                </c:pt>
                <c:pt idx="226">
                  <c:v>31.52</c:v>
                </c:pt>
                <c:pt idx="227">
                  <c:v>31.54</c:v>
                </c:pt>
                <c:pt idx="228">
                  <c:v>31.56</c:v>
                </c:pt>
                <c:pt idx="229">
                  <c:v>31.58</c:v>
                </c:pt>
                <c:pt idx="230">
                  <c:v>31.6</c:v>
                </c:pt>
                <c:pt idx="231">
                  <c:v>31.62</c:v>
                </c:pt>
                <c:pt idx="232">
                  <c:v>31.64</c:v>
                </c:pt>
                <c:pt idx="233">
                  <c:v>31.66</c:v>
                </c:pt>
                <c:pt idx="234">
                  <c:v>31.68</c:v>
                </c:pt>
                <c:pt idx="235">
                  <c:v>31.7</c:v>
                </c:pt>
                <c:pt idx="236">
                  <c:v>31.72</c:v>
                </c:pt>
                <c:pt idx="237">
                  <c:v>31.74</c:v>
                </c:pt>
                <c:pt idx="238">
                  <c:v>31.76</c:v>
                </c:pt>
                <c:pt idx="239">
                  <c:v>31.78</c:v>
                </c:pt>
                <c:pt idx="240">
                  <c:v>31.8</c:v>
                </c:pt>
                <c:pt idx="241">
                  <c:v>31.82</c:v>
                </c:pt>
                <c:pt idx="242">
                  <c:v>31.84</c:v>
                </c:pt>
                <c:pt idx="243">
                  <c:v>31.86</c:v>
                </c:pt>
                <c:pt idx="244">
                  <c:v>31.88</c:v>
                </c:pt>
                <c:pt idx="245">
                  <c:v>31.9</c:v>
                </c:pt>
                <c:pt idx="246">
                  <c:v>31.92</c:v>
                </c:pt>
                <c:pt idx="247">
                  <c:v>31.94</c:v>
                </c:pt>
                <c:pt idx="248">
                  <c:v>31.96</c:v>
                </c:pt>
                <c:pt idx="249">
                  <c:v>31.98</c:v>
                </c:pt>
                <c:pt idx="250">
                  <c:v>32</c:v>
                </c:pt>
              </c:numCache>
            </c:numRef>
          </c:cat>
          <c:val>
            <c:numRef>
              <c:f>'Isolation (Tx)'!$D$3:$D$253</c:f>
              <c:numCache>
                <c:formatCode>0.00_ </c:formatCode>
                <c:ptCount val="251"/>
                <c:pt idx="0">
                  <c:v>-8.0457295897182455</c:v>
                </c:pt>
                <c:pt idx="1">
                  <c:v>-7.8597734253926284</c:v>
                </c:pt>
                <c:pt idx="2">
                  <c:v>-7.605440812066929</c:v>
                </c:pt>
                <c:pt idx="3">
                  <c:v>-7.0024864168250787</c:v>
                </c:pt>
                <c:pt idx="4">
                  <c:v>-6.846119430482041</c:v>
                </c:pt>
                <c:pt idx="5">
                  <c:v>-6.2294429118778094</c:v>
                </c:pt>
                <c:pt idx="6">
                  <c:v>-6.2876863672377468</c:v>
                </c:pt>
                <c:pt idx="7">
                  <c:v>-5.7909076512836926</c:v>
                </c:pt>
                <c:pt idx="8">
                  <c:v>-5.6345287932865116</c:v>
                </c:pt>
                <c:pt idx="9">
                  <c:v>-5.1915777988818794</c:v>
                </c:pt>
                <c:pt idx="10">
                  <c:v>-5.0265771165851074</c:v>
                </c:pt>
                <c:pt idx="11">
                  <c:v>-4.6171761681797818</c:v>
                </c:pt>
                <c:pt idx="12">
                  <c:v>-4.6442410323911112</c:v>
                </c:pt>
                <c:pt idx="13">
                  <c:v>-4.3912665280359366</c:v>
                </c:pt>
                <c:pt idx="14">
                  <c:v>-4.2285273824354697</c:v>
                </c:pt>
                <c:pt idx="15">
                  <c:v>-4.1325642182802111</c:v>
                </c:pt>
                <c:pt idx="16">
                  <c:v>-4.1018961164692858</c:v>
                </c:pt>
                <c:pt idx="17">
                  <c:v>-4.2104840811205442</c:v>
                </c:pt>
                <c:pt idx="18">
                  <c:v>-4.0362747440497309</c:v>
                </c:pt>
                <c:pt idx="19">
                  <c:v>-4.1297513377734543</c:v>
                </c:pt>
                <c:pt idx="20">
                  <c:v>-4.2927547238406589</c:v>
                </c:pt>
                <c:pt idx="21">
                  <c:v>-4.4089706790293244</c:v>
                </c:pt>
                <c:pt idx="22">
                  <c:v>-4.3075827701278229</c:v>
                </c:pt>
                <c:pt idx="23">
                  <c:v>-4.5903637296542312</c:v>
                </c:pt>
                <c:pt idx="24">
                  <c:v>-4.7642420061814033</c:v>
                </c:pt>
                <c:pt idx="25">
                  <c:v>-4.9929730848034746</c:v>
                </c:pt>
                <c:pt idx="26">
                  <c:v>-5.0351773554934436</c:v>
                </c:pt>
                <c:pt idx="27">
                  <c:v>-5.5005976752478114</c:v>
                </c:pt>
                <c:pt idx="28">
                  <c:v>-5.8212849722193143</c:v>
                </c:pt>
                <c:pt idx="29">
                  <c:v>-6.0166024142836418</c:v>
                </c:pt>
                <c:pt idx="30">
                  <c:v>-6.3915709298347974</c:v>
                </c:pt>
                <c:pt idx="31">
                  <c:v>-6.5012735501413577</c:v>
                </c:pt>
                <c:pt idx="32">
                  <c:v>-6.9121789101807556</c:v>
                </c:pt>
                <c:pt idx="33">
                  <c:v>-7.031884272727174</c:v>
                </c:pt>
                <c:pt idx="34">
                  <c:v>-7.3520862554033144</c:v>
                </c:pt>
                <c:pt idx="35">
                  <c:v>-7.8444202435029897</c:v>
                </c:pt>
                <c:pt idx="36">
                  <c:v>-8.1567555706174026</c:v>
                </c:pt>
                <c:pt idx="37">
                  <c:v>-8.5912919314912095</c:v>
                </c:pt>
                <c:pt idx="38">
                  <c:v>-8.5826326149426073</c:v>
                </c:pt>
                <c:pt idx="39">
                  <c:v>-8.9642406689370269</c:v>
                </c:pt>
                <c:pt idx="40">
                  <c:v>-9.0575145442506155</c:v>
                </c:pt>
                <c:pt idx="41">
                  <c:v>-9.6101786452880482</c:v>
                </c:pt>
                <c:pt idx="42">
                  <c:v>-9.3518868938059754</c:v>
                </c:pt>
                <c:pt idx="43">
                  <c:v>-9.6366979297048143</c:v>
                </c:pt>
                <c:pt idx="44">
                  <c:v>-9.5016992186668396</c:v>
                </c:pt>
                <c:pt idx="45">
                  <c:v>-9.4085762729271725</c:v>
                </c:pt>
                <c:pt idx="46">
                  <c:v>-9.4233774131223456</c:v>
                </c:pt>
                <c:pt idx="47">
                  <c:v>-9.4713489253694281</c:v>
                </c:pt>
                <c:pt idx="48">
                  <c:v>-9.6572501944906328</c:v>
                </c:pt>
                <c:pt idx="49">
                  <c:v>-9.2457538270222628</c:v>
                </c:pt>
                <c:pt idx="50">
                  <c:v>-8.9725740799799247</c:v>
                </c:pt>
                <c:pt idx="51">
                  <c:v>-8.6565921262578396</c:v>
                </c:pt>
                <c:pt idx="52">
                  <c:v>-8.7161273541648292</c:v>
                </c:pt>
                <c:pt idx="53">
                  <c:v>-8.1344423204644052</c:v>
                </c:pt>
                <c:pt idx="54">
                  <c:v>-7.9258152965123836</c:v>
                </c:pt>
                <c:pt idx="55">
                  <c:v>-7.2520188653670461</c:v>
                </c:pt>
                <c:pt idx="56">
                  <c:v>-7.0258146644358668</c:v>
                </c:pt>
                <c:pt idx="57">
                  <c:v>-6.7697896640731923</c:v>
                </c:pt>
                <c:pt idx="58">
                  <c:v>-6.3090601753700692</c:v>
                </c:pt>
                <c:pt idx="59">
                  <c:v>-5.5912461494491978</c:v>
                </c:pt>
                <c:pt idx="60">
                  <c:v>-5.3961843359828547</c:v>
                </c:pt>
                <c:pt idx="61">
                  <c:v>-4.8780564134513904</c:v>
                </c:pt>
                <c:pt idx="62">
                  <c:v>-4.4840288671345743</c:v>
                </c:pt>
                <c:pt idx="63">
                  <c:v>-3.945041755648008</c:v>
                </c:pt>
                <c:pt idx="64">
                  <c:v>-3.4803084213710842</c:v>
                </c:pt>
                <c:pt idx="65">
                  <c:v>-3.1892467062269341</c:v>
                </c:pt>
                <c:pt idx="66">
                  <c:v>-2.84543853211335</c:v>
                </c:pt>
                <c:pt idx="67">
                  <c:v>-2.485823661682812</c:v>
                </c:pt>
                <c:pt idx="68">
                  <c:v>-1.927268683164312</c:v>
                </c:pt>
                <c:pt idx="69">
                  <c:v>-1.521945498344135</c:v>
                </c:pt>
                <c:pt idx="70">
                  <c:v>-1.2448961213300811</c:v>
                </c:pt>
                <c:pt idx="71">
                  <c:v>-0.92367785001107361</c:v>
                </c:pt>
                <c:pt idx="72">
                  <c:v>-0.31395545838044159</c:v>
                </c:pt>
                <c:pt idx="73">
                  <c:v>-0.23205494643919661</c:v>
                </c:pt>
                <c:pt idx="74">
                  <c:v>0.2316028378629458</c:v>
                </c:pt>
                <c:pt idx="75">
                  <c:v>0.76650606012250488</c:v>
                </c:pt>
                <c:pt idx="76">
                  <c:v>0.43655048411627279</c:v>
                </c:pt>
                <c:pt idx="77">
                  <c:v>0.98982361673978625</c:v>
                </c:pt>
                <c:pt idx="78">
                  <c:v>1.5811095187511659</c:v>
                </c:pt>
                <c:pt idx="79">
                  <c:v>1.4666398253961059</c:v>
                </c:pt>
                <c:pt idx="80">
                  <c:v>1.370616525017297</c:v>
                </c:pt>
                <c:pt idx="81">
                  <c:v>1.227947843822899</c:v>
                </c:pt>
                <c:pt idx="82">
                  <c:v>1.215687489361388</c:v>
                </c:pt>
                <c:pt idx="83">
                  <c:v>1.3969707476217701</c:v>
                </c:pt>
                <c:pt idx="84">
                  <c:v>1.371932091618784</c:v>
                </c:pt>
                <c:pt idx="85">
                  <c:v>0.95876284677502932</c:v>
                </c:pt>
                <c:pt idx="86">
                  <c:v>0.86513204211202988</c:v>
                </c:pt>
                <c:pt idx="87">
                  <c:v>0.35533771641129741</c:v>
                </c:pt>
                <c:pt idx="88">
                  <c:v>2.053471258092943E-2</c:v>
                </c:pt>
                <c:pt idx="89">
                  <c:v>-0.14272853389151319</c:v>
                </c:pt>
                <c:pt idx="90">
                  <c:v>-0.50182772701045097</c:v>
                </c:pt>
                <c:pt idx="91">
                  <c:v>-1.0664009079479579</c:v>
                </c:pt>
                <c:pt idx="92">
                  <c:v>-1.455565220831498</c:v>
                </c:pt>
                <c:pt idx="93">
                  <c:v>-2.0470021872672808</c:v>
                </c:pt>
                <c:pt idx="94">
                  <c:v>-2.3044352551071778</c:v>
                </c:pt>
                <c:pt idx="95">
                  <c:v>-2.3426057119781571</c:v>
                </c:pt>
                <c:pt idx="96">
                  <c:v>-3.3310069904344579</c:v>
                </c:pt>
                <c:pt idx="97">
                  <c:v>-3.6495878083161002</c:v>
                </c:pt>
                <c:pt idx="98">
                  <c:v>-4.0258454218156574</c:v>
                </c:pt>
                <c:pt idx="99">
                  <c:v>-4.5643299731494196</c:v>
                </c:pt>
                <c:pt idx="100">
                  <c:v>-5.0991086913262276</c:v>
                </c:pt>
                <c:pt idx="101">
                  <c:v>-5.4483591131253544</c:v>
                </c:pt>
                <c:pt idx="102">
                  <c:v>-5.8421464299384738</c:v>
                </c:pt>
                <c:pt idx="103">
                  <c:v>-6.3161947411820396</c:v>
                </c:pt>
                <c:pt idx="104">
                  <c:v>-6.9016982002375542</c:v>
                </c:pt>
                <c:pt idx="105">
                  <c:v>-7.1178856158492003</c:v>
                </c:pt>
                <c:pt idx="106">
                  <c:v>-7.490458731536477</c:v>
                </c:pt>
                <c:pt idx="107">
                  <c:v>-7.7298419360159274</c:v>
                </c:pt>
                <c:pt idx="108">
                  <c:v>-7.8893470316969889</c:v>
                </c:pt>
                <c:pt idx="109">
                  <c:v>-7.9771685385930597</c:v>
                </c:pt>
                <c:pt idx="110">
                  <c:v>-8.2071511321020019</c:v>
                </c:pt>
                <c:pt idx="111">
                  <c:v>-8.4263635766191154</c:v>
                </c:pt>
                <c:pt idx="112">
                  <c:v>-8.6535992635099159</c:v>
                </c:pt>
                <c:pt idx="113">
                  <c:v>-8.4005991443015393</c:v>
                </c:pt>
                <c:pt idx="114">
                  <c:v>-8.4660230746428908</c:v>
                </c:pt>
                <c:pt idx="115">
                  <c:v>-8.2903113552717489</c:v>
                </c:pt>
                <c:pt idx="116">
                  <c:v>-8.1570640671913957</c:v>
                </c:pt>
                <c:pt idx="117">
                  <c:v>-8.0882795129248759</c:v>
                </c:pt>
                <c:pt idx="118">
                  <c:v>-7.5286011507820412</c:v>
                </c:pt>
                <c:pt idx="119">
                  <c:v>-7.4233343415372772</c:v>
                </c:pt>
                <c:pt idx="120">
                  <c:v>-6.8830931668953266</c:v>
                </c:pt>
                <c:pt idx="121">
                  <c:v>-6.6438746589040054</c:v>
                </c:pt>
                <c:pt idx="122">
                  <c:v>-6.3796268823471483</c:v>
                </c:pt>
                <c:pt idx="123">
                  <c:v>-5.7909341303940574</c:v>
                </c:pt>
                <c:pt idx="124">
                  <c:v>-5.1143288870002106</c:v>
                </c:pt>
                <c:pt idx="125">
                  <c:v>-4.958384500516603</c:v>
                </c:pt>
                <c:pt idx="126">
                  <c:v>-4.4651866196318979</c:v>
                </c:pt>
                <c:pt idx="127">
                  <c:v>-3.7681356762508851</c:v>
                </c:pt>
                <c:pt idx="128">
                  <c:v>-3.5816765683020781</c:v>
                </c:pt>
                <c:pt idx="129">
                  <c:v>-3.0700429708446331</c:v>
                </c:pt>
                <c:pt idx="130">
                  <c:v>-2.5209030833552721</c:v>
                </c:pt>
                <c:pt idx="131">
                  <c:v>-2.3303902578756781</c:v>
                </c:pt>
                <c:pt idx="132">
                  <c:v>-1.676489733688167</c:v>
                </c:pt>
                <c:pt idx="133">
                  <c:v>-1.306257950243179</c:v>
                </c:pt>
                <c:pt idx="134">
                  <c:v>-0.74506730724468229</c:v>
                </c:pt>
                <c:pt idx="135">
                  <c:v>-0.39427843893548742</c:v>
                </c:pt>
                <c:pt idx="136">
                  <c:v>0.1122658777299828</c:v>
                </c:pt>
                <c:pt idx="137">
                  <c:v>0.60526175185252207</c:v>
                </c:pt>
                <c:pt idx="138">
                  <c:v>0.91776450382799313</c:v>
                </c:pt>
                <c:pt idx="139">
                  <c:v>1.032126065568721</c:v>
                </c:pt>
                <c:pt idx="140">
                  <c:v>1.535095938091354</c:v>
                </c:pt>
                <c:pt idx="141">
                  <c:v>1.462374089511197</c:v>
                </c:pt>
                <c:pt idx="142">
                  <c:v>1.9308709429117039</c:v>
                </c:pt>
                <c:pt idx="143">
                  <c:v>2.016679717565701</c:v>
                </c:pt>
                <c:pt idx="144">
                  <c:v>2.382568518588418</c:v>
                </c:pt>
                <c:pt idx="145">
                  <c:v>2.6769710853098698</c:v>
                </c:pt>
                <c:pt idx="146">
                  <c:v>2.8187274148214438</c:v>
                </c:pt>
                <c:pt idx="147">
                  <c:v>2.9647701533245781</c:v>
                </c:pt>
                <c:pt idx="148">
                  <c:v>2.8052742892131022</c:v>
                </c:pt>
                <c:pt idx="149">
                  <c:v>2.7143764166750701</c:v>
                </c:pt>
                <c:pt idx="150">
                  <c:v>2.7434541792396372</c:v>
                </c:pt>
                <c:pt idx="151">
                  <c:v>2.3508751682383551</c:v>
                </c:pt>
                <c:pt idx="152">
                  <c:v>2.1245025897495911</c:v>
                </c:pt>
                <c:pt idx="153">
                  <c:v>1.897387331236609</c:v>
                </c:pt>
                <c:pt idx="154">
                  <c:v>1.519755092828063</c:v>
                </c:pt>
                <c:pt idx="155">
                  <c:v>1.131623071639932</c:v>
                </c:pt>
                <c:pt idx="156">
                  <c:v>0.84658369032321268</c:v>
                </c:pt>
                <c:pt idx="157">
                  <c:v>0.48435753780335</c:v>
                </c:pt>
                <c:pt idx="158">
                  <c:v>-0.1245438535715766</c:v>
                </c:pt>
                <c:pt idx="159">
                  <c:v>-0.59677006650208186</c:v>
                </c:pt>
                <c:pt idx="160">
                  <c:v>-1.5250019276557021</c:v>
                </c:pt>
                <c:pt idx="161">
                  <c:v>-1.4838795678040999</c:v>
                </c:pt>
                <c:pt idx="162">
                  <c:v>-2.3480682414646918</c:v>
                </c:pt>
                <c:pt idx="163">
                  <c:v>-2.5188536661801502</c:v>
                </c:pt>
                <c:pt idx="164">
                  <c:v>-3.2106332681858278</c:v>
                </c:pt>
                <c:pt idx="165">
                  <c:v>-3.8767443726044299</c:v>
                </c:pt>
                <c:pt idx="166">
                  <c:v>-4.6478278347574742</c:v>
                </c:pt>
                <c:pt idx="167">
                  <c:v>-4.9195768788817507</c:v>
                </c:pt>
                <c:pt idx="168">
                  <c:v>-5.662090320217505</c:v>
                </c:pt>
                <c:pt idx="169">
                  <c:v>-5.7404911154364724</c:v>
                </c:pt>
                <c:pt idx="170">
                  <c:v>-6.3594602535570637</c:v>
                </c:pt>
                <c:pt idx="171">
                  <c:v>-6.7274333882164834</c:v>
                </c:pt>
                <c:pt idx="172">
                  <c:v>-7.4569606655670517</c:v>
                </c:pt>
                <c:pt idx="173">
                  <c:v>-7.9106924670177916</c:v>
                </c:pt>
                <c:pt idx="174">
                  <c:v>-7.908234595637273</c:v>
                </c:pt>
                <c:pt idx="175">
                  <c:v>-8.662408652755623</c:v>
                </c:pt>
                <c:pt idx="176">
                  <c:v>-9.0809753801681889</c:v>
                </c:pt>
                <c:pt idx="177">
                  <c:v>-8.966167736441907</c:v>
                </c:pt>
                <c:pt idx="178">
                  <c:v>-9.5743298392489038</c:v>
                </c:pt>
                <c:pt idx="179">
                  <c:v>-9.8702368899615927</c:v>
                </c:pt>
                <c:pt idx="180">
                  <c:v>-10.187776172330629</c:v>
                </c:pt>
                <c:pt idx="181">
                  <c:v>-9.9844689399099735</c:v>
                </c:pt>
                <c:pt idx="182">
                  <c:v>-10.2719143654204</c:v>
                </c:pt>
                <c:pt idx="183">
                  <c:v>-10.0508311744368</c:v>
                </c:pt>
                <c:pt idx="184">
                  <c:v>-9.965787988452508</c:v>
                </c:pt>
                <c:pt idx="185">
                  <c:v>-9.9768475253795934</c:v>
                </c:pt>
                <c:pt idx="186">
                  <c:v>-9.930028118060191</c:v>
                </c:pt>
                <c:pt idx="187">
                  <c:v>-9.4758609256740023</c:v>
                </c:pt>
                <c:pt idx="188">
                  <c:v>-8.9178149231666399</c:v>
                </c:pt>
                <c:pt idx="189">
                  <c:v>-8.441694719517983</c:v>
                </c:pt>
                <c:pt idx="190">
                  <c:v>-8.6219824828839169</c:v>
                </c:pt>
                <c:pt idx="191">
                  <c:v>-8.0490585842290425</c:v>
                </c:pt>
                <c:pt idx="192">
                  <c:v>-7.2668045328458408</c:v>
                </c:pt>
                <c:pt idx="193">
                  <c:v>-7.1947348113674749</c:v>
                </c:pt>
                <c:pt idx="194">
                  <c:v>-6.81455873380912</c:v>
                </c:pt>
                <c:pt idx="195">
                  <c:v>-6.471212921448215</c:v>
                </c:pt>
                <c:pt idx="196">
                  <c:v>-6.3066663589563863</c:v>
                </c:pt>
                <c:pt idx="197">
                  <c:v>-5.7339151744996668</c:v>
                </c:pt>
                <c:pt idx="198">
                  <c:v>-5.4449676456411513</c:v>
                </c:pt>
                <c:pt idx="199">
                  <c:v>-5.0552310813707404</c:v>
                </c:pt>
                <c:pt idx="200">
                  <c:v>-4.7342675908641443</c:v>
                </c:pt>
                <c:pt idx="201">
                  <c:v>-4.4867778061825394</c:v>
                </c:pt>
                <c:pt idx="202">
                  <c:v>-3.8555569993104202</c:v>
                </c:pt>
                <c:pt idx="203">
                  <c:v>-3.626746385842845</c:v>
                </c:pt>
                <c:pt idx="204">
                  <c:v>-3.0111726675162029</c:v>
                </c:pt>
                <c:pt idx="205">
                  <c:v>-2.8554058877718398</c:v>
                </c:pt>
                <c:pt idx="206">
                  <c:v>-2.389840663242274</c:v>
                </c:pt>
                <c:pt idx="207">
                  <c:v>-1.7776853980550711</c:v>
                </c:pt>
                <c:pt idx="208">
                  <c:v>-1.6121228374251491</c:v>
                </c:pt>
                <c:pt idx="209">
                  <c:v>-1.848003361066954</c:v>
                </c:pt>
                <c:pt idx="210">
                  <c:v>-1.0696989123388549</c:v>
                </c:pt>
                <c:pt idx="211">
                  <c:v>-0.9377832333911007</c:v>
                </c:pt>
                <c:pt idx="212">
                  <c:v>-0.38078713683756771</c:v>
                </c:pt>
                <c:pt idx="213">
                  <c:v>-0.45309061996358052</c:v>
                </c:pt>
                <c:pt idx="214">
                  <c:v>-0.29295616475045622</c:v>
                </c:pt>
                <c:pt idx="215">
                  <c:v>-0.1026514476008424</c:v>
                </c:pt>
                <c:pt idx="216">
                  <c:v>-0.16848609904365161</c:v>
                </c:pt>
                <c:pt idx="217">
                  <c:v>0.36468674827514752</c:v>
                </c:pt>
                <c:pt idx="218">
                  <c:v>-0.1658884054714154</c:v>
                </c:pt>
                <c:pt idx="219">
                  <c:v>4.5274551535071872E-2</c:v>
                </c:pt>
                <c:pt idx="220">
                  <c:v>-0.16827344925481391</c:v>
                </c:pt>
                <c:pt idx="221">
                  <c:v>-0.60148133411227978</c:v>
                </c:pt>
                <c:pt idx="222">
                  <c:v>-0.48590763067434839</c:v>
                </c:pt>
                <c:pt idx="223">
                  <c:v>-1.0148416055258249</c:v>
                </c:pt>
                <c:pt idx="224">
                  <c:v>-1.416359711939899</c:v>
                </c:pt>
                <c:pt idx="225">
                  <c:v>-1.773498363027334</c:v>
                </c:pt>
                <c:pt idx="226">
                  <c:v>-2.2682774576973119</c:v>
                </c:pt>
                <c:pt idx="227">
                  <c:v>-2.3832295432191262</c:v>
                </c:pt>
                <c:pt idx="228">
                  <c:v>-2.622024834045722</c:v>
                </c:pt>
                <c:pt idx="229">
                  <c:v>-3.3376768807984201</c:v>
                </c:pt>
                <c:pt idx="230">
                  <c:v>-4.0702340302398854</c:v>
                </c:pt>
                <c:pt idx="231">
                  <c:v>-4.5648248491143519</c:v>
                </c:pt>
                <c:pt idx="232">
                  <c:v>-4.9661457897589827</c:v>
                </c:pt>
                <c:pt idx="233">
                  <c:v>-5.4077037436584714</c:v>
                </c:pt>
                <c:pt idx="234">
                  <c:v>-5.8587027198483872</c:v>
                </c:pt>
                <c:pt idx="235">
                  <c:v>-6.6522215307723016</c:v>
                </c:pt>
                <c:pt idx="236">
                  <c:v>-7.1344248945022422</c:v>
                </c:pt>
                <c:pt idx="237">
                  <c:v>-7.6625338431910093</c:v>
                </c:pt>
                <c:pt idx="238">
                  <c:v>-8.0138273078911659</c:v>
                </c:pt>
                <c:pt idx="239">
                  <c:v>-8.6278411041323899</c:v>
                </c:pt>
                <c:pt idx="240">
                  <c:v>-9.1721380197542786</c:v>
                </c:pt>
                <c:pt idx="241">
                  <c:v>-9.8578188965914553</c:v>
                </c:pt>
                <c:pt idx="242">
                  <c:v>-10.28065046912074</c:v>
                </c:pt>
                <c:pt idx="243">
                  <c:v>-10.687119964305291</c:v>
                </c:pt>
                <c:pt idx="244">
                  <c:v>-10.915916929840501</c:v>
                </c:pt>
                <c:pt idx="245">
                  <c:v>-11.08362301173052</c:v>
                </c:pt>
                <c:pt idx="246">
                  <c:v>-11.447007569918251</c:v>
                </c:pt>
                <c:pt idx="247">
                  <c:v>-11.9368119105331</c:v>
                </c:pt>
                <c:pt idx="248">
                  <c:v>-12.30892574006138</c:v>
                </c:pt>
                <c:pt idx="249">
                  <c:v>-12.25785961251662</c:v>
                </c:pt>
                <c:pt idx="250">
                  <c:v>-12.337718446222439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5A-4E4B-B1C7-D8C34A72A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7643807"/>
        <c:axId val="187626527"/>
      </c:lineChart>
      <c:catAx>
        <c:axId val="1876438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r>
                  <a:rPr lang="en-US"/>
                  <a:t>Frequency (GHz)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0.00_ 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ko-KR"/>
          </a:p>
        </c:txPr>
        <c:crossAx val="187626527"/>
        <c:crosses val="autoZero"/>
        <c:auto val="1"/>
        <c:lblAlgn val="ctr"/>
        <c:lblOffset val="100"/>
        <c:tickLblSkip val="40"/>
        <c:tickMarkSkip val="1"/>
        <c:noMultiLvlLbl val="0"/>
      </c:catAx>
      <c:valAx>
        <c:axId val="18762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r>
                  <a:rPr lang="en-US"/>
                  <a:t>Gain (dB)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ko-KR"/>
          </a:p>
        </c:txPr>
        <c:crossAx val="187643807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</a:defRPr>
      </a:pPr>
      <a:endParaRPr lang="ko-KR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 dirty="0"/>
              <a:t>Pout Linearity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'Linearity (Rx)'!$C$1</c:f>
              <c:strCache>
                <c:ptCount val="1"/>
                <c:pt idx="0">
                  <c:v>Pin (dBm)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6.8155555555555553E-2"/>
                  <c:y val="-0.1730060185185185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 altLang="ko-KR" dirty="0"/>
                      <a:t>Pin </a:t>
                    </a:r>
                    <a:fld id="{F6B80E79-FA0F-42BD-B115-0509F823A8F1}" type="VALUE">
                      <a:rPr lang="en-US" altLang="ko-KR" smtClean="0"/>
                      <a:pPr algn="l">
                        <a:defRPr/>
                      </a:pPr>
                      <a:t>[값]</a:t>
                    </a:fld>
                    <a:r>
                      <a:rPr lang="en-US" altLang="ko-KR" dirty="0"/>
                      <a:t> dB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943-45BE-9C05-99085DF57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'Linearity (Rx)'!$C$3:$C$35</c:f>
              <c:numCache>
                <c:formatCode>0.00_ </c:formatCode>
                <c:ptCount val="33"/>
                <c:pt idx="0">
                  <c:v>-54.020450186761437</c:v>
                </c:pt>
                <c:pt idx="1">
                  <c:v>-52.020450186761437</c:v>
                </c:pt>
                <c:pt idx="2">
                  <c:v>-50.020450186761437</c:v>
                </c:pt>
                <c:pt idx="3">
                  <c:v>-48.020450186761437</c:v>
                </c:pt>
                <c:pt idx="4">
                  <c:v>-46.020450186761437</c:v>
                </c:pt>
                <c:pt idx="5">
                  <c:v>-44.020450186761437</c:v>
                </c:pt>
                <c:pt idx="6">
                  <c:v>-42.020450186761437</c:v>
                </c:pt>
                <c:pt idx="7">
                  <c:v>-40.020450186761437</c:v>
                </c:pt>
                <c:pt idx="8">
                  <c:v>-38.020450186761437</c:v>
                </c:pt>
                <c:pt idx="9">
                  <c:v>-36.020450186761437</c:v>
                </c:pt>
                <c:pt idx="10">
                  <c:v>-34.020450186761437</c:v>
                </c:pt>
                <c:pt idx="11">
                  <c:v>-33.020450186761437</c:v>
                </c:pt>
                <c:pt idx="12">
                  <c:v>-32.020450186761437</c:v>
                </c:pt>
                <c:pt idx="13">
                  <c:v>-31.02045018676144</c:v>
                </c:pt>
                <c:pt idx="14">
                  <c:v>-30.02045018676144</c:v>
                </c:pt>
                <c:pt idx="15">
                  <c:v>-29.02045018676144</c:v>
                </c:pt>
                <c:pt idx="16">
                  <c:v>-28.02045018676144</c:v>
                </c:pt>
                <c:pt idx="17">
                  <c:v>-27.02045018676144</c:v>
                </c:pt>
                <c:pt idx="18">
                  <c:v>-26.02045018676144</c:v>
                </c:pt>
                <c:pt idx="19">
                  <c:v>-25.02045018676144</c:v>
                </c:pt>
                <c:pt idx="20">
                  <c:v>-24.02045018676144</c:v>
                </c:pt>
                <c:pt idx="21">
                  <c:v>-23.02045018676144</c:v>
                </c:pt>
                <c:pt idx="22">
                  <c:v>-22.02045018676144</c:v>
                </c:pt>
                <c:pt idx="23">
                  <c:v>-21.02045018676144</c:v>
                </c:pt>
                <c:pt idx="24">
                  <c:v>-20.02045018676144</c:v>
                </c:pt>
                <c:pt idx="25">
                  <c:v>-19.02045018676144</c:v>
                </c:pt>
                <c:pt idx="26">
                  <c:v>-18.02045018676144</c:v>
                </c:pt>
                <c:pt idx="27">
                  <c:v>-17.021828766761441</c:v>
                </c:pt>
                <c:pt idx="28">
                  <c:v>-16.018493766761431</c:v>
                </c:pt>
                <c:pt idx="29">
                  <c:v>-15.020379966761441</c:v>
                </c:pt>
                <c:pt idx="30">
                  <c:v>-14.021508466761439</c:v>
                </c:pt>
                <c:pt idx="31">
                  <c:v>-13.020039966761439</c:v>
                </c:pt>
                <c:pt idx="32">
                  <c:v>-12.01370876676144</c:v>
                </c:pt>
              </c:numCache>
            </c:numRef>
          </c:cat>
          <c:val>
            <c:numRef>
              <c:f>'Linearity (Rx)'!$C$3:$C$35</c:f>
              <c:numCache>
                <c:formatCode>0.00_ </c:formatCode>
                <c:ptCount val="33"/>
                <c:pt idx="0">
                  <c:v>-54.020450186761437</c:v>
                </c:pt>
                <c:pt idx="1">
                  <c:v>-52.020450186761437</c:v>
                </c:pt>
                <c:pt idx="2">
                  <c:v>-50.020450186761437</c:v>
                </c:pt>
                <c:pt idx="3">
                  <c:v>-48.020450186761437</c:v>
                </c:pt>
                <c:pt idx="4">
                  <c:v>-46.020450186761437</c:v>
                </c:pt>
                <c:pt idx="5">
                  <c:v>-44.020450186761437</c:v>
                </c:pt>
                <c:pt idx="6">
                  <c:v>-42.020450186761437</c:v>
                </c:pt>
                <c:pt idx="7">
                  <c:v>-40.020450186761437</c:v>
                </c:pt>
                <c:pt idx="8">
                  <c:v>-38.020450186761437</c:v>
                </c:pt>
                <c:pt idx="9">
                  <c:v>-36.020450186761437</c:v>
                </c:pt>
                <c:pt idx="10">
                  <c:v>-34.020450186761437</c:v>
                </c:pt>
                <c:pt idx="11">
                  <c:v>-33.020450186761437</c:v>
                </c:pt>
                <c:pt idx="12">
                  <c:v>-32.020450186761437</c:v>
                </c:pt>
                <c:pt idx="13">
                  <c:v>-31.02045018676144</c:v>
                </c:pt>
                <c:pt idx="14">
                  <c:v>-30.02045018676144</c:v>
                </c:pt>
                <c:pt idx="15">
                  <c:v>-29.02045018676144</c:v>
                </c:pt>
                <c:pt idx="16">
                  <c:v>-28.02045018676144</c:v>
                </c:pt>
                <c:pt idx="17">
                  <c:v>-27.02045018676144</c:v>
                </c:pt>
                <c:pt idx="18">
                  <c:v>-26.02045018676144</c:v>
                </c:pt>
                <c:pt idx="19">
                  <c:v>-25.02045018676144</c:v>
                </c:pt>
                <c:pt idx="20">
                  <c:v>-24.02045018676144</c:v>
                </c:pt>
                <c:pt idx="21">
                  <c:v>-23.02045018676144</c:v>
                </c:pt>
                <c:pt idx="22">
                  <c:v>-22.02045018676144</c:v>
                </c:pt>
                <c:pt idx="23">
                  <c:v>-21.02045018676144</c:v>
                </c:pt>
                <c:pt idx="24">
                  <c:v>-20.02045018676144</c:v>
                </c:pt>
                <c:pt idx="25">
                  <c:v>-19.02045018676144</c:v>
                </c:pt>
                <c:pt idx="26">
                  <c:v>-18.02045018676144</c:v>
                </c:pt>
                <c:pt idx="27">
                  <c:v>-17.021828766761441</c:v>
                </c:pt>
                <c:pt idx="28">
                  <c:v>-16.018493766761431</c:v>
                </c:pt>
                <c:pt idx="29">
                  <c:v>-15.020379966761441</c:v>
                </c:pt>
                <c:pt idx="30">
                  <c:v>-14.021508466761439</c:v>
                </c:pt>
                <c:pt idx="31">
                  <c:v>-13.020039966761439</c:v>
                </c:pt>
                <c:pt idx="32">
                  <c:v>-12.01370876676144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43-45BE-9C05-99085DF575C5}"/>
            </c:ext>
          </c:extLst>
        </c:ser>
        <c:ser>
          <c:idx val="2"/>
          <c:order val="1"/>
          <c:tx>
            <c:strRef>
              <c:f>'Linearity (Rx)'!$E$1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6.8045717592592592E-2"/>
                  <c:y val="0.14746759259259259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Gain </a:t>
                    </a:r>
                    <a:fld id="{A8C1B0E6-53FC-4EFA-BC83-8E014C6A1F66}" type="VALUE">
                      <a:rPr lang="en-US" altLang="ko-KR" smtClean="0"/>
                      <a:pPr/>
                      <a:t>[값]</a:t>
                    </a:fld>
                    <a:r>
                      <a:rPr lang="en-US" altLang="ko-KR" dirty="0"/>
                      <a:t> 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943-45BE-9C05-99085DF575C5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476831359238589"/>
                      <c:h val="6.2513131434402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943-45BE-9C05-99085DF57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l"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'Linearity (Rx)'!$C$3:$C$35</c:f>
              <c:numCache>
                <c:formatCode>0.00_ </c:formatCode>
                <c:ptCount val="33"/>
                <c:pt idx="0">
                  <c:v>-54.020450186761437</c:v>
                </c:pt>
                <c:pt idx="1">
                  <c:v>-52.020450186761437</c:v>
                </c:pt>
                <c:pt idx="2">
                  <c:v>-50.020450186761437</c:v>
                </c:pt>
                <c:pt idx="3">
                  <c:v>-48.020450186761437</c:v>
                </c:pt>
                <c:pt idx="4">
                  <c:v>-46.020450186761437</c:v>
                </c:pt>
                <c:pt idx="5">
                  <c:v>-44.020450186761437</c:v>
                </c:pt>
                <c:pt idx="6">
                  <c:v>-42.020450186761437</c:v>
                </c:pt>
                <c:pt idx="7">
                  <c:v>-40.020450186761437</c:v>
                </c:pt>
                <c:pt idx="8">
                  <c:v>-38.020450186761437</c:v>
                </c:pt>
                <c:pt idx="9">
                  <c:v>-36.020450186761437</c:v>
                </c:pt>
                <c:pt idx="10">
                  <c:v>-34.020450186761437</c:v>
                </c:pt>
                <c:pt idx="11">
                  <c:v>-33.020450186761437</c:v>
                </c:pt>
                <c:pt idx="12">
                  <c:v>-32.020450186761437</c:v>
                </c:pt>
                <c:pt idx="13">
                  <c:v>-31.02045018676144</c:v>
                </c:pt>
                <c:pt idx="14">
                  <c:v>-30.02045018676144</c:v>
                </c:pt>
                <c:pt idx="15">
                  <c:v>-29.02045018676144</c:v>
                </c:pt>
                <c:pt idx="16">
                  <c:v>-28.02045018676144</c:v>
                </c:pt>
                <c:pt idx="17">
                  <c:v>-27.02045018676144</c:v>
                </c:pt>
                <c:pt idx="18">
                  <c:v>-26.02045018676144</c:v>
                </c:pt>
                <c:pt idx="19">
                  <c:v>-25.02045018676144</c:v>
                </c:pt>
                <c:pt idx="20">
                  <c:v>-24.02045018676144</c:v>
                </c:pt>
                <c:pt idx="21">
                  <c:v>-23.02045018676144</c:v>
                </c:pt>
                <c:pt idx="22">
                  <c:v>-22.02045018676144</c:v>
                </c:pt>
                <c:pt idx="23">
                  <c:v>-21.02045018676144</c:v>
                </c:pt>
                <c:pt idx="24">
                  <c:v>-20.02045018676144</c:v>
                </c:pt>
                <c:pt idx="25">
                  <c:v>-19.02045018676144</c:v>
                </c:pt>
                <c:pt idx="26">
                  <c:v>-18.02045018676144</c:v>
                </c:pt>
                <c:pt idx="27">
                  <c:v>-17.021828766761441</c:v>
                </c:pt>
                <c:pt idx="28">
                  <c:v>-16.018493766761431</c:v>
                </c:pt>
                <c:pt idx="29">
                  <c:v>-15.020379966761441</c:v>
                </c:pt>
                <c:pt idx="30">
                  <c:v>-14.021508466761439</c:v>
                </c:pt>
                <c:pt idx="31">
                  <c:v>-13.020039966761439</c:v>
                </c:pt>
                <c:pt idx="32">
                  <c:v>-12.01370876676144</c:v>
                </c:pt>
              </c:numCache>
            </c:numRef>
          </c:cat>
          <c:val>
            <c:numRef>
              <c:f>'Linearity (Rx)'!$E$3:$E$35</c:f>
              <c:numCache>
                <c:formatCode>0.00_ </c:formatCode>
                <c:ptCount val="33"/>
                <c:pt idx="0">
                  <c:v>34.737181343366771</c:v>
                </c:pt>
                <c:pt idx="1">
                  <c:v>34.944285543366767</c:v>
                </c:pt>
                <c:pt idx="2">
                  <c:v>34.976205943366757</c:v>
                </c:pt>
                <c:pt idx="3">
                  <c:v>35.034615143366757</c:v>
                </c:pt>
                <c:pt idx="4">
                  <c:v>35.026554143366774</c:v>
                </c:pt>
                <c:pt idx="5">
                  <c:v>34.95434914336677</c:v>
                </c:pt>
                <c:pt idx="6">
                  <c:v>34.80259304336677</c:v>
                </c:pt>
                <c:pt idx="7">
                  <c:v>34.516519243366773</c:v>
                </c:pt>
                <c:pt idx="8">
                  <c:v>33.983282743366772</c:v>
                </c:pt>
                <c:pt idx="9">
                  <c:v>33.08657064336677</c:v>
                </c:pt>
                <c:pt idx="10">
                  <c:v>31.669058643366771</c:v>
                </c:pt>
                <c:pt idx="11">
                  <c:v>30.764800643366769</c:v>
                </c:pt>
                <c:pt idx="12">
                  <c:v>29.747351443366771</c:v>
                </c:pt>
                <c:pt idx="13">
                  <c:v>28.633500743366771</c:v>
                </c:pt>
                <c:pt idx="14">
                  <c:v>27.462170343366761</c:v>
                </c:pt>
                <c:pt idx="15">
                  <c:v>26.24470284336677</c:v>
                </c:pt>
                <c:pt idx="16">
                  <c:v>25.004995843366771</c:v>
                </c:pt>
                <c:pt idx="17">
                  <c:v>23.76380024336677</c:v>
                </c:pt>
                <c:pt idx="18">
                  <c:v>22.541042543366771</c:v>
                </c:pt>
                <c:pt idx="19">
                  <c:v>21.332890243366769</c:v>
                </c:pt>
                <c:pt idx="20">
                  <c:v>20.152981043366768</c:v>
                </c:pt>
                <c:pt idx="21">
                  <c:v>19.017765243366771</c:v>
                </c:pt>
                <c:pt idx="22">
                  <c:v>17.900049143366768</c:v>
                </c:pt>
                <c:pt idx="23">
                  <c:v>16.812045243366772</c:v>
                </c:pt>
                <c:pt idx="24">
                  <c:v>15.73613544336677</c:v>
                </c:pt>
                <c:pt idx="25">
                  <c:v>14.67536844336677</c:v>
                </c:pt>
                <c:pt idx="26">
                  <c:v>13.628010043366769</c:v>
                </c:pt>
                <c:pt idx="27">
                  <c:v>12.596537423366771</c:v>
                </c:pt>
                <c:pt idx="28">
                  <c:v>11.55746782336676</c:v>
                </c:pt>
                <c:pt idx="29">
                  <c:v>10.543376323366759</c:v>
                </c:pt>
                <c:pt idx="30">
                  <c:v>9.5450864233667652</c:v>
                </c:pt>
                <c:pt idx="31">
                  <c:v>8.5444382233667664</c:v>
                </c:pt>
                <c:pt idx="32">
                  <c:v>8.5444382233667664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943-45BE-9C05-99085DF57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</c:lineChart>
      <c:lineChart>
        <c:grouping val="standard"/>
        <c:varyColors val="0"/>
        <c:ser>
          <c:idx val="3"/>
          <c:order val="2"/>
          <c:tx>
            <c:strRef>
              <c:f>'Linearity (Rx)'!$Z$1</c:f>
              <c:strCache>
                <c:ptCount val="1"/>
                <c:pt idx="0">
                  <c:v>Psum (W)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6.7739583333333339E-2"/>
                  <c:y val="-8.5912731481481486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 altLang="ko-KR" dirty="0" err="1"/>
                      <a:t>Pdc</a:t>
                    </a:r>
                    <a:r>
                      <a:rPr lang="en-US" altLang="ko-KR" dirty="0"/>
                      <a:t> </a:t>
                    </a:r>
                    <a:fld id="{5637B34B-89A3-4472-89D9-0AF9D0C56C4F}" type="VALUE">
                      <a:rPr lang="en-US" altLang="ko-KR" smtClean="0"/>
                      <a:pPr algn="l">
                        <a:defRPr/>
                      </a:pPr>
                      <a:t>[값]</a:t>
                    </a:fld>
                    <a:r>
                      <a:rPr lang="en-US" altLang="ko-KR" dirty="0"/>
                      <a:t>W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943-45BE-9C05-99085DF575C5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474447574225377"/>
                      <c:h val="5.79031286305899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F943-45BE-9C05-99085DF57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'Linearity (Rx)'!$A$3:$A$34</c:f>
              <c:numCache>
                <c:formatCode>0_ </c:formatCode>
                <c:ptCount val="3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</c:numCache>
            </c:numRef>
          </c:cat>
          <c:val>
            <c:numRef>
              <c:f>'Linearity (Rx)'!$Z$3:$Z$35</c:f>
              <c:numCache>
                <c:formatCode>0.000_ </c:formatCode>
                <c:ptCount val="33"/>
                <c:pt idx="0">
                  <c:v>8.8570205095000007E-2</c:v>
                </c:pt>
                <c:pt idx="1">
                  <c:v>8.8829811293000022E-2</c:v>
                </c:pt>
                <c:pt idx="2">
                  <c:v>8.8935310137000012E-2</c:v>
                </c:pt>
                <c:pt idx="3">
                  <c:v>8.8919280331000008E-2</c:v>
                </c:pt>
                <c:pt idx="4">
                  <c:v>8.8992776704999998E-2</c:v>
                </c:pt>
                <c:pt idx="5">
                  <c:v>8.9182400149000002E-2</c:v>
                </c:pt>
                <c:pt idx="6">
                  <c:v>8.935528949499999E-2</c:v>
                </c:pt>
                <c:pt idx="7">
                  <c:v>8.9608777480000013E-2</c:v>
                </c:pt>
                <c:pt idx="8">
                  <c:v>8.9902834500000001E-2</c:v>
                </c:pt>
                <c:pt idx="9">
                  <c:v>9.0464634882999995E-2</c:v>
                </c:pt>
                <c:pt idx="10">
                  <c:v>9.0919241818000013E-2</c:v>
                </c:pt>
                <c:pt idx="11">
                  <c:v>9.1124003039999998E-2</c:v>
                </c:pt>
                <c:pt idx="12">
                  <c:v>9.1414520146999995E-2</c:v>
                </c:pt>
                <c:pt idx="13">
                  <c:v>9.1683704075000011E-2</c:v>
                </c:pt>
                <c:pt idx="14">
                  <c:v>9.1935691230000005E-2</c:v>
                </c:pt>
                <c:pt idx="15">
                  <c:v>9.2249776029000002E-2</c:v>
                </c:pt>
                <c:pt idx="16">
                  <c:v>9.2689986752999998E-2</c:v>
                </c:pt>
                <c:pt idx="17">
                  <c:v>9.3068863873000007E-2</c:v>
                </c:pt>
                <c:pt idx="18">
                  <c:v>9.3593312851000005E-2</c:v>
                </c:pt>
                <c:pt idx="19">
                  <c:v>9.4171683118000005E-2</c:v>
                </c:pt>
                <c:pt idx="20">
                  <c:v>9.4909107062000009E-2</c:v>
                </c:pt>
                <c:pt idx="21">
                  <c:v>9.5418281526999993E-2</c:v>
                </c:pt>
                <c:pt idx="22">
                  <c:v>9.6229969717000013E-2</c:v>
                </c:pt>
                <c:pt idx="23">
                  <c:v>9.6955935295999995E-2</c:v>
                </c:pt>
                <c:pt idx="24">
                  <c:v>9.7700197084000004E-2</c:v>
                </c:pt>
                <c:pt idx="25">
                  <c:v>9.8489614608999992E-2</c:v>
                </c:pt>
                <c:pt idx="26">
                  <c:v>9.9852679151000004E-2</c:v>
                </c:pt>
                <c:pt idx="27">
                  <c:v>0.10137733643399999</c:v>
                </c:pt>
                <c:pt idx="28">
                  <c:v>0.102367587894</c:v>
                </c:pt>
                <c:pt idx="29">
                  <c:v>0.103658953912</c:v>
                </c:pt>
                <c:pt idx="30">
                  <c:v>0.104881092811</c:v>
                </c:pt>
                <c:pt idx="31">
                  <c:v>0.105299568885</c:v>
                </c:pt>
                <c:pt idx="32">
                  <c:v>0.105299568885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943-45BE-9C05-99085DF57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Pin (dBm)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"/>
        <c:tickLblSkip val="4"/>
        <c:noMultiLvlLbl val="0"/>
      </c:catAx>
      <c:valAx>
        <c:axId val="185537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Pout (dBm)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20"/>
      </c:valAx>
      <c:valAx>
        <c:axId val="840129583"/>
        <c:scaling>
          <c:orientation val="minMax"/>
          <c:max val="1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 dirty="0" err="1"/>
                  <a:t>Pdc</a:t>
                </a:r>
                <a:r>
                  <a:rPr lang="en-US" dirty="0"/>
                  <a:t> (W)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840119503"/>
        <c:crosses val="max"/>
        <c:crossBetween val="between"/>
        <c:majorUnit val="0.5"/>
      </c:valAx>
      <c:catAx>
        <c:axId val="840119503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 dirty="0"/>
              <a:t>Pout Linearity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'Total PDC (Rx)'!$C$1</c:f>
              <c:strCache>
                <c:ptCount val="1"/>
                <c:pt idx="0">
                  <c:v>Pin (dBm)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4.9934837962962962E-2"/>
                  <c:y val="-0.11818055555555555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Pin </a:t>
                    </a:r>
                    <a:fld id="{F3BD7D7D-429B-4A7D-AAE9-CFBBBDAFD997}" type="VALUE">
                      <a:rPr lang="en-US" altLang="ko-KR" smtClean="0"/>
                      <a:pPr/>
                      <a:t>[값]</a:t>
                    </a:fld>
                    <a:r>
                      <a:rPr lang="en-US" altLang="ko-KR" dirty="0"/>
                      <a:t> 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3E6-49BE-B929-099E6379D0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'Total PDC (Rx)'!$C$3:$C$35</c:f>
              <c:numCache>
                <c:formatCode>0.00_ </c:formatCode>
                <c:ptCount val="33"/>
                <c:pt idx="0">
                  <c:v>-54.020450186761437</c:v>
                </c:pt>
                <c:pt idx="1">
                  <c:v>-52.020450186761437</c:v>
                </c:pt>
                <c:pt idx="2">
                  <c:v>-50.020450186761437</c:v>
                </c:pt>
                <c:pt idx="3">
                  <c:v>-48.020450186761437</c:v>
                </c:pt>
                <c:pt idx="4">
                  <c:v>-46.020450186761437</c:v>
                </c:pt>
                <c:pt idx="5">
                  <c:v>-44.020450186761437</c:v>
                </c:pt>
                <c:pt idx="6">
                  <c:v>-42.020450186761437</c:v>
                </c:pt>
                <c:pt idx="7">
                  <c:v>-40.020450186761437</c:v>
                </c:pt>
                <c:pt idx="8">
                  <c:v>-38.020450186761437</c:v>
                </c:pt>
                <c:pt idx="9">
                  <c:v>-36.020450186761437</c:v>
                </c:pt>
                <c:pt idx="10">
                  <c:v>-34.020450186761437</c:v>
                </c:pt>
                <c:pt idx="11">
                  <c:v>-33.020450186761437</c:v>
                </c:pt>
                <c:pt idx="12">
                  <c:v>-32.020450186761437</c:v>
                </c:pt>
                <c:pt idx="13">
                  <c:v>-31.02045018676144</c:v>
                </c:pt>
                <c:pt idx="14">
                  <c:v>-30.02045018676144</c:v>
                </c:pt>
                <c:pt idx="15">
                  <c:v>-29.02045018676144</c:v>
                </c:pt>
                <c:pt idx="16">
                  <c:v>-28.02045018676144</c:v>
                </c:pt>
                <c:pt idx="17">
                  <c:v>-27.02045018676144</c:v>
                </c:pt>
                <c:pt idx="18">
                  <c:v>-26.02045018676144</c:v>
                </c:pt>
                <c:pt idx="19">
                  <c:v>-25.02045018676144</c:v>
                </c:pt>
                <c:pt idx="20">
                  <c:v>-24.02045018676144</c:v>
                </c:pt>
                <c:pt idx="21">
                  <c:v>-23.02045018676144</c:v>
                </c:pt>
                <c:pt idx="22">
                  <c:v>-22.02045018676144</c:v>
                </c:pt>
                <c:pt idx="23">
                  <c:v>-21.02045018676144</c:v>
                </c:pt>
                <c:pt idx="24">
                  <c:v>-20.02045018676144</c:v>
                </c:pt>
                <c:pt idx="25">
                  <c:v>-19.02045018676144</c:v>
                </c:pt>
                <c:pt idx="26">
                  <c:v>-18.02045018676144</c:v>
                </c:pt>
                <c:pt idx="27">
                  <c:v>-17.021828766761441</c:v>
                </c:pt>
                <c:pt idx="28">
                  <c:v>-16.018493766761431</c:v>
                </c:pt>
                <c:pt idx="29">
                  <c:v>-15.020379966761441</c:v>
                </c:pt>
                <c:pt idx="30">
                  <c:v>-14.021508466761439</c:v>
                </c:pt>
                <c:pt idx="31">
                  <c:v>-13.020039966761439</c:v>
                </c:pt>
                <c:pt idx="32">
                  <c:v>-12.01370876676144</c:v>
                </c:pt>
              </c:numCache>
            </c:numRef>
          </c:cat>
          <c:val>
            <c:numRef>
              <c:f>'Total PDC (Rx)'!$C$3:$C$35</c:f>
              <c:numCache>
                <c:formatCode>0.00_ </c:formatCode>
                <c:ptCount val="33"/>
                <c:pt idx="0">
                  <c:v>-54.020450186761437</c:v>
                </c:pt>
                <c:pt idx="1">
                  <c:v>-52.020450186761437</c:v>
                </c:pt>
                <c:pt idx="2">
                  <c:v>-50.020450186761437</c:v>
                </c:pt>
                <c:pt idx="3">
                  <c:v>-48.020450186761437</c:v>
                </c:pt>
                <c:pt idx="4">
                  <c:v>-46.020450186761437</c:v>
                </c:pt>
                <c:pt idx="5">
                  <c:v>-44.020450186761437</c:v>
                </c:pt>
                <c:pt idx="6">
                  <c:v>-42.020450186761437</c:v>
                </c:pt>
                <c:pt idx="7">
                  <c:v>-40.020450186761437</c:v>
                </c:pt>
                <c:pt idx="8">
                  <c:v>-38.020450186761437</c:v>
                </c:pt>
                <c:pt idx="9">
                  <c:v>-36.020450186761437</c:v>
                </c:pt>
                <c:pt idx="10">
                  <c:v>-34.020450186761437</c:v>
                </c:pt>
                <c:pt idx="11">
                  <c:v>-33.020450186761437</c:v>
                </c:pt>
                <c:pt idx="12">
                  <c:v>-32.020450186761437</c:v>
                </c:pt>
                <c:pt idx="13">
                  <c:v>-31.02045018676144</c:v>
                </c:pt>
                <c:pt idx="14">
                  <c:v>-30.02045018676144</c:v>
                </c:pt>
                <c:pt idx="15">
                  <c:v>-29.02045018676144</c:v>
                </c:pt>
                <c:pt idx="16">
                  <c:v>-28.02045018676144</c:v>
                </c:pt>
                <c:pt idx="17">
                  <c:v>-27.02045018676144</c:v>
                </c:pt>
                <c:pt idx="18">
                  <c:v>-26.02045018676144</c:v>
                </c:pt>
                <c:pt idx="19">
                  <c:v>-25.02045018676144</c:v>
                </c:pt>
                <c:pt idx="20">
                  <c:v>-24.02045018676144</c:v>
                </c:pt>
                <c:pt idx="21">
                  <c:v>-23.02045018676144</c:v>
                </c:pt>
                <c:pt idx="22">
                  <c:v>-22.02045018676144</c:v>
                </c:pt>
                <c:pt idx="23">
                  <c:v>-21.02045018676144</c:v>
                </c:pt>
                <c:pt idx="24">
                  <c:v>-20.02045018676144</c:v>
                </c:pt>
                <c:pt idx="25">
                  <c:v>-19.02045018676144</c:v>
                </c:pt>
                <c:pt idx="26">
                  <c:v>-18.02045018676144</c:v>
                </c:pt>
                <c:pt idx="27">
                  <c:v>-17.021828766761441</c:v>
                </c:pt>
                <c:pt idx="28">
                  <c:v>-16.018493766761431</c:v>
                </c:pt>
                <c:pt idx="29">
                  <c:v>-15.020379966761441</c:v>
                </c:pt>
                <c:pt idx="30">
                  <c:v>-14.021508466761439</c:v>
                </c:pt>
                <c:pt idx="31">
                  <c:v>-13.020039966761439</c:v>
                </c:pt>
                <c:pt idx="32">
                  <c:v>-12.01370876676144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E6-49BE-B929-099E6379D0C8}"/>
            </c:ext>
          </c:extLst>
        </c:ser>
        <c:ser>
          <c:idx val="2"/>
          <c:order val="1"/>
          <c:tx>
            <c:strRef>
              <c:f>'Total PDC (Rx)'!$E$1</c:f>
              <c:strCache>
                <c:ptCount val="1"/>
                <c:pt idx="0">
                  <c:v>Gain (dB)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4.4769212962962962E-2"/>
                  <c:y val="8.6430555555555552E-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Noto Sans KR" panose="020B0500000000000000" pitchFamily="34" charset="-127"/>
                        <a:cs typeface="+mn-cs"/>
                      </a:defRPr>
                    </a:pPr>
                    <a:r>
                      <a:rPr lang="en-US" altLang="ko-KR" dirty="0"/>
                      <a:t>Gain </a:t>
                    </a:r>
                    <a:fld id="{09143F9A-6CCE-4A71-B2D9-397A02E3DC16}" type="VALUE">
                      <a:rPr lang="en-US" altLang="ko-KR" smtClean="0"/>
                      <a:pPr algn="l">
                        <a:defRPr/>
                      </a:pPr>
                      <a:t>[값]</a:t>
                    </a:fld>
                    <a:r>
                      <a:rPr lang="en-US" altLang="ko-KR" dirty="0"/>
                      <a:t> dB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  <a:ea typeface="Noto Sans KR" panose="020B05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A3E6-49BE-B929-099E6379D0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'Total PDC (Rx)'!$C$3:$C$35</c:f>
              <c:numCache>
                <c:formatCode>0.00_ </c:formatCode>
                <c:ptCount val="33"/>
                <c:pt idx="0">
                  <c:v>-54.020450186761437</c:v>
                </c:pt>
                <c:pt idx="1">
                  <c:v>-52.020450186761437</c:v>
                </c:pt>
                <c:pt idx="2">
                  <c:v>-50.020450186761437</c:v>
                </c:pt>
                <c:pt idx="3">
                  <c:v>-48.020450186761437</c:v>
                </c:pt>
                <c:pt idx="4">
                  <c:v>-46.020450186761437</c:v>
                </c:pt>
                <c:pt idx="5">
                  <c:v>-44.020450186761437</c:v>
                </c:pt>
                <c:pt idx="6">
                  <c:v>-42.020450186761437</c:v>
                </c:pt>
                <c:pt idx="7">
                  <c:v>-40.020450186761437</c:v>
                </c:pt>
                <c:pt idx="8">
                  <c:v>-38.020450186761437</c:v>
                </c:pt>
                <c:pt idx="9">
                  <c:v>-36.020450186761437</c:v>
                </c:pt>
                <c:pt idx="10">
                  <c:v>-34.020450186761437</c:v>
                </c:pt>
                <c:pt idx="11">
                  <c:v>-33.020450186761437</c:v>
                </c:pt>
                <c:pt idx="12">
                  <c:v>-32.020450186761437</c:v>
                </c:pt>
                <c:pt idx="13">
                  <c:v>-31.02045018676144</c:v>
                </c:pt>
                <c:pt idx="14">
                  <c:v>-30.02045018676144</c:v>
                </c:pt>
                <c:pt idx="15">
                  <c:v>-29.02045018676144</c:v>
                </c:pt>
                <c:pt idx="16">
                  <c:v>-28.02045018676144</c:v>
                </c:pt>
                <c:pt idx="17">
                  <c:v>-27.02045018676144</c:v>
                </c:pt>
                <c:pt idx="18">
                  <c:v>-26.02045018676144</c:v>
                </c:pt>
                <c:pt idx="19">
                  <c:v>-25.02045018676144</c:v>
                </c:pt>
                <c:pt idx="20">
                  <c:v>-24.02045018676144</c:v>
                </c:pt>
                <c:pt idx="21">
                  <c:v>-23.02045018676144</c:v>
                </c:pt>
                <c:pt idx="22">
                  <c:v>-22.02045018676144</c:v>
                </c:pt>
                <c:pt idx="23">
                  <c:v>-21.02045018676144</c:v>
                </c:pt>
                <c:pt idx="24">
                  <c:v>-20.02045018676144</c:v>
                </c:pt>
                <c:pt idx="25">
                  <c:v>-19.02045018676144</c:v>
                </c:pt>
                <c:pt idx="26">
                  <c:v>-18.02045018676144</c:v>
                </c:pt>
                <c:pt idx="27">
                  <c:v>-17.021828766761441</c:v>
                </c:pt>
                <c:pt idx="28">
                  <c:v>-16.018493766761431</c:v>
                </c:pt>
                <c:pt idx="29">
                  <c:v>-15.020379966761441</c:v>
                </c:pt>
                <c:pt idx="30">
                  <c:v>-14.021508466761439</c:v>
                </c:pt>
                <c:pt idx="31">
                  <c:v>-13.020039966761439</c:v>
                </c:pt>
                <c:pt idx="32">
                  <c:v>-12.01370876676144</c:v>
                </c:pt>
              </c:numCache>
            </c:numRef>
          </c:cat>
          <c:val>
            <c:numRef>
              <c:f>'Total PDC (Rx)'!$E$3:$E$35</c:f>
              <c:numCache>
                <c:formatCode>0.00_ </c:formatCode>
                <c:ptCount val="33"/>
                <c:pt idx="0">
                  <c:v>29.147520743366758</c:v>
                </c:pt>
                <c:pt idx="1">
                  <c:v>29.601426743366769</c:v>
                </c:pt>
                <c:pt idx="2">
                  <c:v>29.817682343366769</c:v>
                </c:pt>
                <c:pt idx="3">
                  <c:v>30.007080143366771</c:v>
                </c:pt>
                <c:pt idx="4">
                  <c:v>30.065565343366771</c:v>
                </c:pt>
                <c:pt idx="5">
                  <c:v>30.113300143366772</c:v>
                </c:pt>
                <c:pt idx="6">
                  <c:v>30.063652043366769</c:v>
                </c:pt>
                <c:pt idx="7">
                  <c:v>29.94324544336677</c:v>
                </c:pt>
                <c:pt idx="8">
                  <c:v>29.726001443366769</c:v>
                </c:pt>
                <c:pt idx="9">
                  <c:v>29.349340443366771</c:v>
                </c:pt>
                <c:pt idx="10">
                  <c:v>28.702559843366771</c:v>
                </c:pt>
                <c:pt idx="11">
                  <c:v>28.239101643366769</c:v>
                </c:pt>
                <c:pt idx="12">
                  <c:v>27.67401094336677</c:v>
                </c:pt>
                <c:pt idx="13">
                  <c:v>27.01140494336677</c:v>
                </c:pt>
                <c:pt idx="14">
                  <c:v>26.23440534336677</c:v>
                </c:pt>
                <c:pt idx="15">
                  <c:v>25.34221254336677</c:v>
                </c:pt>
                <c:pt idx="16">
                  <c:v>24.361614043366771</c:v>
                </c:pt>
                <c:pt idx="17">
                  <c:v>23.306457143366771</c:v>
                </c:pt>
                <c:pt idx="18">
                  <c:v>22.194640743366769</c:v>
                </c:pt>
                <c:pt idx="19">
                  <c:v>21.05694164336677</c:v>
                </c:pt>
                <c:pt idx="20">
                  <c:v>19.91984684336677</c:v>
                </c:pt>
                <c:pt idx="21">
                  <c:v>18.796237343366769</c:v>
                </c:pt>
                <c:pt idx="22">
                  <c:v>17.69866324336677</c:v>
                </c:pt>
                <c:pt idx="23">
                  <c:v>16.629422443366771</c:v>
                </c:pt>
                <c:pt idx="24">
                  <c:v>15.601022743366769</c:v>
                </c:pt>
                <c:pt idx="25">
                  <c:v>14.616328043366771</c:v>
                </c:pt>
                <c:pt idx="26">
                  <c:v>13.68493374336677</c:v>
                </c:pt>
                <c:pt idx="27">
                  <c:v>12.805524223366771</c:v>
                </c:pt>
                <c:pt idx="28">
                  <c:v>11.95182952336677</c:v>
                </c:pt>
                <c:pt idx="29">
                  <c:v>11.123214223366769</c:v>
                </c:pt>
                <c:pt idx="30">
                  <c:v>10.32184202336677</c:v>
                </c:pt>
                <c:pt idx="31">
                  <c:v>9.5397590233667664</c:v>
                </c:pt>
                <c:pt idx="32">
                  <c:v>8.7700761233667652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3E6-49BE-B929-099E6379D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371984"/>
        <c:axId val="1855372944"/>
      </c:lineChart>
      <c:lineChart>
        <c:grouping val="standard"/>
        <c:varyColors val="0"/>
        <c:ser>
          <c:idx val="3"/>
          <c:order val="2"/>
          <c:tx>
            <c:strRef>
              <c:f>'Total PDC (Rx)'!$Z$1</c:f>
              <c:strCache>
                <c:ptCount val="1"/>
                <c:pt idx="0">
                  <c:v>Psum (W)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4.6659027777777723E-2"/>
                  <c:y val="-7.6435185185185286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 err="1"/>
                      <a:t>Pdc</a:t>
                    </a:r>
                    <a:r>
                      <a:rPr lang="en-US" altLang="ko-KR" dirty="0"/>
                      <a:t> </a:t>
                    </a:r>
                    <a:fld id="{BE32D6A9-F2DA-4249-B438-14E3E55BAC8F}" type="VALUE">
                      <a:rPr lang="en-US" altLang="ko-KR" smtClean="0"/>
                      <a:pPr/>
                      <a:t>[값]</a:t>
                    </a:fld>
                    <a:r>
                      <a:rPr lang="en-US" altLang="ko-KR" dirty="0"/>
                      <a:t>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A3E6-49BE-B929-099E6379D0C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474447574225377"/>
                      <c:h val="5.79031286305899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A3E6-49BE-B929-099E6379D0C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4840353080780386"/>
                      <c:h val="8.43753399909574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A3E6-49BE-B929-099E6379D0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'Total PDC (Rx)'!$A$3:$A$34</c:f>
              <c:numCache>
                <c:formatCode>0_ </c:formatCode>
                <c:ptCount val="3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</c:numCache>
            </c:numRef>
          </c:cat>
          <c:val>
            <c:numRef>
              <c:f>'Total PDC (Rx)'!$Z$3:$Z$35</c:f>
              <c:numCache>
                <c:formatCode>0.000_ </c:formatCode>
                <c:ptCount val="33"/>
                <c:pt idx="0">
                  <c:v>0.57563851000400001</c:v>
                </c:pt>
                <c:pt idx="1">
                  <c:v>0.58005901150900008</c:v>
                </c:pt>
                <c:pt idx="2">
                  <c:v>0.58070493410500001</c:v>
                </c:pt>
                <c:pt idx="3">
                  <c:v>0.58039731664300009</c:v>
                </c:pt>
                <c:pt idx="4">
                  <c:v>0.58087477765600004</c:v>
                </c:pt>
                <c:pt idx="5">
                  <c:v>0.58136375353199998</c:v>
                </c:pt>
                <c:pt idx="6">
                  <c:v>0.58135575250999993</c:v>
                </c:pt>
                <c:pt idx="7">
                  <c:v>0.58153861259700002</c:v>
                </c:pt>
                <c:pt idx="8">
                  <c:v>0.58195986218399998</c:v>
                </c:pt>
                <c:pt idx="9">
                  <c:v>0.58284027476700007</c:v>
                </c:pt>
                <c:pt idx="10">
                  <c:v>0.58367076376100002</c:v>
                </c:pt>
                <c:pt idx="11">
                  <c:v>0.58414273955000007</c:v>
                </c:pt>
                <c:pt idx="12">
                  <c:v>0.58474324959800006</c:v>
                </c:pt>
                <c:pt idx="13">
                  <c:v>0.58537357853100003</c:v>
                </c:pt>
                <c:pt idx="14">
                  <c:v>0.58626379194899991</c:v>
                </c:pt>
                <c:pt idx="15">
                  <c:v>0.58692302922100004</c:v>
                </c:pt>
                <c:pt idx="16">
                  <c:v>0.58765469231800005</c:v>
                </c:pt>
                <c:pt idx="17">
                  <c:v>0.58909950910500009</c:v>
                </c:pt>
                <c:pt idx="18">
                  <c:v>0.59001843374600005</c:v>
                </c:pt>
                <c:pt idx="19">
                  <c:v>0.59137682705400008</c:v>
                </c:pt>
                <c:pt idx="20">
                  <c:v>0.59237707471799994</c:v>
                </c:pt>
                <c:pt idx="21">
                  <c:v>0.59377127572999999</c:v>
                </c:pt>
                <c:pt idx="22">
                  <c:v>0.59495470720200005</c:v>
                </c:pt>
                <c:pt idx="23">
                  <c:v>0.59667272224599999</c:v>
                </c:pt>
                <c:pt idx="24">
                  <c:v>0.59819877536700006</c:v>
                </c:pt>
                <c:pt idx="25">
                  <c:v>0.59984906321800013</c:v>
                </c:pt>
                <c:pt idx="26">
                  <c:v>0.60164200380299993</c:v>
                </c:pt>
                <c:pt idx="27">
                  <c:v>0.60373995852000006</c:v>
                </c:pt>
                <c:pt idx="28">
                  <c:v>0.60582251669000009</c:v>
                </c:pt>
                <c:pt idx="29">
                  <c:v>0.60785634558700008</c:v>
                </c:pt>
                <c:pt idx="30">
                  <c:v>0.60902945538700015</c:v>
                </c:pt>
                <c:pt idx="31">
                  <c:v>0.61087572375700006</c:v>
                </c:pt>
                <c:pt idx="32">
                  <c:v>0.61224591489000002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3E6-49BE-B929-099E6379D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0119503"/>
        <c:axId val="840129583"/>
      </c:lineChart>
      <c:catAx>
        <c:axId val="1855371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Pin (dBm)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2944"/>
        <c:crosses val="autoZero"/>
        <c:auto val="1"/>
        <c:lblAlgn val="ctr"/>
        <c:lblOffset val="100"/>
        <c:tickLblSkip val="4"/>
        <c:noMultiLvlLbl val="0"/>
      </c:catAx>
      <c:valAx>
        <c:axId val="185537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/>
                  <a:t>Pout (dBm)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855371984"/>
        <c:crosses val="autoZero"/>
        <c:crossBetween val="between"/>
        <c:majorUnit val="20"/>
      </c:valAx>
      <c:valAx>
        <c:axId val="84012958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 dirty="0" err="1"/>
                  <a:t>Pdc</a:t>
                </a:r>
                <a:r>
                  <a:rPr lang="en-US" dirty="0"/>
                  <a:t> (W)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/>
            </a:p>
          </c:txPr>
        </c:title>
        <c:numFmt formatCode="0.0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840119503"/>
        <c:crosses val="max"/>
        <c:crossBetween val="between"/>
        <c:majorUnit val="5"/>
      </c:valAx>
      <c:catAx>
        <c:axId val="840119503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8401295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r>
              <a:rPr lang="en-US" altLang="ko-KR" dirty="0"/>
              <a:t>Noise Figure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NF!$F$1</c:f>
              <c:strCache>
                <c:ptCount val="1"/>
                <c:pt idx="0">
                  <c:v>NF (dB)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NF!$B$6:$B$41</c:f>
              <c:numCache>
                <c:formatCode>0.00_ </c:formatCode>
                <c:ptCount val="36"/>
                <c:pt idx="0">
                  <c:v>17.7</c:v>
                </c:pt>
                <c:pt idx="1">
                  <c:v>17.8</c:v>
                </c:pt>
                <c:pt idx="2">
                  <c:v>17.899999999999999</c:v>
                </c:pt>
                <c:pt idx="3">
                  <c:v>18</c:v>
                </c:pt>
                <c:pt idx="4">
                  <c:v>18.100000000000001</c:v>
                </c:pt>
                <c:pt idx="5">
                  <c:v>18.2</c:v>
                </c:pt>
                <c:pt idx="6">
                  <c:v>18.3</c:v>
                </c:pt>
                <c:pt idx="7">
                  <c:v>18.399999999999999</c:v>
                </c:pt>
                <c:pt idx="8">
                  <c:v>18.5</c:v>
                </c:pt>
                <c:pt idx="9">
                  <c:v>18.600000000000001</c:v>
                </c:pt>
                <c:pt idx="10">
                  <c:v>18.7</c:v>
                </c:pt>
                <c:pt idx="11">
                  <c:v>18.8</c:v>
                </c:pt>
                <c:pt idx="12">
                  <c:v>18.899999999999999</c:v>
                </c:pt>
                <c:pt idx="13">
                  <c:v>19</c:v>
                </c:pt>
                <c:pt idx="14">
                  <c:v>19.100000000000001</c:v>
                </c:pt>
                <c:pt idx="15">
                  <c:v>19.2</c:v>
                </c:pt>
                <c:pt idx="16">
                  <c:v>19.3</c:v>
                </c:pt>
                <c:pt idx="17">
                  <c:v>19.399999999999999</c:v>
                </c:pt>
                <c:pt idx="18">
                  <c:v>19.5</c:v>
                </c:pt>
                <c:pt idx="19">
                  <c:v>19.600000000000001</c:v>
                </c:pt>
                <c:pt idx="20">
                  <c:v>19.7</c:v>
                </c:pt>
                <c:pt idx="21">
                  <c:v>19.8</c:v>
                </c:pt>
                <c:pt idx="22">
                  <c:v>19.899999999999999</c:v>
                </c:pt>
                <c:pt idx="23">
                  <c:v>20</c:v>
                </c:pt>
                <c:pt idx="24">
                  <c:v>20.100000000000001</c:v>
                </c:pt>
                <c:pt idx="25">
                  <c:v>20.2</c:v>
                </c:pt>
                <c:pt idx="26">
                  <c:v>20.3</c:v>
                </c:pt>
                <c:pt idx="27">
                  <c:v>20.399999999999999</c:v>
                </c:pt>
                <c:pt idx="28">
                  <c:v>20.5</c:v>
                </c:pt>
                <c:pt idx="29">
                  <c:v>20.6</c:v>
                </c:pt>
                <c:pt idx="30">
                  <c:v>20.7</c:v>
                </c:pt>
                <c:pt idx="31">
                  <c:v>20.8</c:v>
                </c:pt>
                <c:pt idx="32">
                  <c:v>20.9</c:v>
                </c:pt>
                <c:pt idx="33">
                  <c:v>21</c:v>
                </c:pt>
                <c:pt idx="34">
                  <c:v>21.1</c:v>
                </c:pt>
                <c:pt idx="35">
                  <c:v>21.2</c:v>
                </c:pt>
              </c:numCache>
              <c:extLst/>
            </c:numRef>
          </c:cat>
          <c:val>
            <c:numRef>
              <c:f>NF!$F$6:$F$41</c:f>
              <c:numCache>
                <c:formatCode>0.00_ </c:formatCode>
                <c:ptCount val="36"/>
                <c:pt idx="0">
                  <c:v>1.9630111610954071</c:v>
                </c:pt>
                <c:pt idx="1">
                  <c:v>2.0736333739592272</c:v>
                </c:pt>
                <c:pt idx="2">
                  <c:v>2.046788766084513</c:v>
                </c:pt>
                <c:pt idx="3">
                  <c:v>2.0560420504488448</c:v>
                </c:pt>
                <c:pt idx="4">
                  <c:v>2.0407679164522641</c:v>
                </c:pt>
                <c:pt idx="5">
                  <c:v>1.962093468980697</c:v>
                </c:pt>
                <c:pt idx="6">
                  <c:v>1.8352076595149771</c:v>
                </c:pt>
                <c:pt idx="7">
                  <c:v>1.932056214766916</c:v>
                </c:pt>
                <c:pt idx="8">
                  <c:v>2.0052610445468582</c:v>
                </c:pt>
                <c:pt idx="9">
                  <c:v>1.9380677667229691</c:v>
                </c:pt>
                <c:pt idx="10">
                  <c:v>1.9227455140872081</c:v>
                </c:pt>
                <c:pt idx="11">
                  <c:v>1.978196450160973</c:v>
                </c:pt>
                <c:pt idx="12">
                  <c:v>1.989927028857075</c:v>
                </c:pt>
                <c:pt idx="13">
                  <c:v>1.993664983656958</c:v>
                </c:pt>
                <c:pt idx="14">
                  <c:v>2.133753597225351</c:v>
                </c:pt>
                <c:pt idx="15">
                  <c:v>2.3131695022032841</c:v>
                </c:pt>
                <c:pt idx="16">
                  <c:v>2.1052268533483378</c:v>
                </c:pt>
                <c:pt idx="17">
                  <c:v>2.146534464750141</c:v>
                </c:pt>
                <c:pt idx="18">
                  <c:v>2.2879205774146318</c:v>
                </c:pt>
                <c:pt idx="19">
                  <c:v>2.0478173999334368</c:v>
                </c:pt>
                <c:pt idx="20">
                  <c:v>1.909547468139581</c:v>
                </c:pt>
                <c:pt idx="21">
                  <c:v>2.124436381142714</c:v>
                </c:pt>
                <c:pt idx="22">
                  <c:v>2.0410930571366279</c:v>
                </c:pt>
                <c:pt idx="23">
                  <c:v>1.9248375185286271</c:v>
                </c:pt>
                <c:pt idx="24">
                  <c:v>2.1862055191843739</c:v>
                </c:pt>
                <c:pt idx="25">
                  <c:v>2.2329609404383142</c:v>
                </c:pt>
                <c:pt idx="26">
                  <c:v>2.218361079789072</c:v>
                </c:pt>
                <c:pt idx="27">
                  <c:v>2.2822862936359258</c:v>
                </c:pt>
                <c:pt idx="28">
                  <c:v>2.4445581732719401</c:v>
                </c:pt>
                <c:pt idx="29">
                  <c:v>2.4659675108378729</c:v>
                </c:pt>
                <c:pt idx="30">
                  <c:v>2.362524669548117</c:v>
                </c:pt>
                <c:pt idx="31">
                  <c:v>2.4404441613491521</c:v>
                </c:pt>
                <c:pt idx="32">
                  <c:v>2.489570688822583</c:v>
                </c:pt>
                <c:pt idx="33">
                  <c:v>2.4956090517972211</c:v>
                </c:pt>
                <c:pt idx="34">
                  <c:v>2.4060244141339742</c:v>
                </c:pt>
                <c:pt idx="35">
                  <c:v>2.539340840382748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CE67-4136-9144-8582903E1697}"/>
            </c:ext>
          </c:extLst>
        </c:ser>
        <c:ser>
          <c:idx val="3"/>
          <c:order val="1"/>
          <c:tx>
            <c:strRef>
              <c:f>NF!$M$1</c:f>
              <c:strCache>
                <c:ptCount val="1"/>
                <c:pt idx="0">
                  <c:v>NF (dB)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NF!$B$6:$B$41</c:f>
              <c:numCache>
                <c:formatCode>0.00_ </c:formatCode>
                <c:ptCount val="36"/>
                <c:pt idx="0">
                  <c:v>17.7</c:v>
                </c:pt>
                <c:pt idx="1">
                  <c:v>17.8</c:v>
                </c:pt>
                <c:pt idx="2">
                  <c:v>17.899999999999999</c:v>
                </c:pt>
                <c:pt idx="3">
                  <c:v>18</c:v>
                </c:pt>
                <c:pt idx="4">
                  <c:v>18.100000000000001</c:v>
                </c:pt>
                <c:pt idx="5">
                  <c:v>18.2</c:v>
                </c:pt>
                <c:pt idx="6">
                  <c:v>18.3</c:v>
                </c:pt>
                <c:pt idx="7">
                  <c:v>18.399999999999999</c:v>
                </c:pt>
                <c:pt idx="8">
                  <c:v>18.5</c:v>
                </c:pt>
                <c:pt idx="9">
                  <c:v>18.600000000000001</c:v>
                </c:pt>
                <c:pt idx="10">
                  <c:v>18.7</c:v>
                </c:pt>
                <c:pt idx="11">
                  <c:v>18.8</c:v>
                </c:pt>
                <c:pt idx="12">
                  <c:v>18.899999999999999</c:v>
                </c:pt>
                <c:pt idx="13">
                  <c:v>19</c:v>
                </c:pt>
                <c:pt idx="14">
                  <c:v>19.100000000000001</c:v>
                </c:pt>
                <c:pt idx="15">
                  <c:v>19.2</c:v>
                </c:pt>
                <c:pt idx="16">
                  <c:v>19.3</c:v>
                </c:pt>
                <c:pt idx="17">
                  <c:v>19.399999999999999</c:v>
                </c:pt>
                <c:pt idx="18">
                  <c:v>19.5</c:v>
                </c:pt>
                <c:pt idx="19">
                  <c:v>19.600000000000001</c:v>
                </c:pt>
                <c:pt idx="20">
                  <c:v>19.7</c:v>
                </c:pt>
                <c:pt idx="21">
                  <c:v>19.8</c:v>
                </c:pt>
                <c:pt idx="22">
                  <c:v>19.899999999999999</c:v>
                </c:pt>
                <c:pt idx="23">
                  <c:v>20</c:v>
                </c:pt>
                <c:pt idx="24">
                  <c:v>20.100000000000001</c:v>
                </c:pt>
                <c:pt idx="25">
                  <c:v>20.2</c:v>
                </c:pt>
                <c:pt idx="26">
                  <c:v>20.3</c:v>
                </c:pt>
                <c:pt idx="27">
                  <c:v>20.399999999999999</c:v>
                </c:pt>
                <c:pt idx="28">
                  <c:v>20.5</c:v>
                </c:pt>
                <c:pt idx="29">
                  <c:v>20.6</c:v>
                </c:pt>
                <c:pt idx="30">
                  <c:v>20.7</c:v>
                </c:pt>
                <c:pt idx="31">
                  <c:v>20.8</c:v>
                </c:pt>
                <c:pt idx="32">
                  <c:v>20.9</c:v>
                </c:pt>
                <c:pt idx="33">
                  <c:v>21</c:v>
                </c:pt>
                <c:pt idx="34">
                  <c:v>21.1</c:v>
                </c:pt>
                <c:pt idx="35">
                  <c:v>21.2</c:v>
                </c:pt>
              </c:numCache>
              <c:extLst/>
            </c:numRef>
          </c:cat>
          <c:val>
            <c:numRef>
              <c:f>NF!$M$6:$M$41</c:f>
              <c:numCache>
                <c:formatCode>0.00_ </c:formatCode>
                <c:ptCount val="36"/>
                <c:pt idx="0">
                  <c:v>1.9284656107866951</c:v>
                </c:pt>
                <c:pt idx="1">
                  <c:v>1.966081539564331</c:v>
                </c:pt>
                <c:pt idx="2">
                  <c:v>2.0084236609879862</c:v>
                </c:pt>
                <c:pt idx="3">
                  <c:v>1.9985116777477709</c:v>
                </c:pt>
                <c:pt idx="4">
                  <c:v>2.035525929100404</c:v>
                </c:pt>
                <c:pt idx="5">
                  <c:v>2.0885170740919961</c:v>
                </c:pt>
                <c:pt idx="6">
                  <c:v>1.8983117743908691</c:v>
                </c:pt>
                <c:pt idx="7">
                  <c:v>1.931124716592207</c:v>
                </c:pt>
                <c:pt idx="8">
                  <c:v>2.1315117331595639</c:v>
                </c:pt>
                <c:pt idx="9">
                  <c:v>1.941223227844713</c:v>
                </c:pt>
                <c:pt idx="10">
                  <c:v>1.883382034616031</c:v>
                </c:pt>
                <c:pt idx="11">
                  <c:v>2.0469471433803532</c:v>
                </c:pt>
                <c:pt idx="12">
                  <c:v>2.1411487042803872</c:v>
                </c:pt>
                <c:pt idx="13">
                  <c:v>1.9772658307781379</c:v>
                </c:pt>
                <c:pt idx="14">
                  <c:v>2.1377930772647948</c:v>
                </c:pt>
                <c:pt idx="15">
                  <c:v>2.2458547144509602</c:v>
                </c:pt>
                <c:pt idx="16">
                  <c:v>2.1559855114366782</c:v>
                </c:pt>
                <c:pt idx="17">
                  <c:v>2.0393764831886618</c:v>
                </c:pt>
                <c:pt idx="18">
                  <c:v>2.2447671088980692</c:v>
                </c:pt>
                <c:pt idx="19">
                  <c:v>2.134543209811457</c:v>
                </c:pt>
                <c:pt idx="20">
                  <c:v>1.9368057325302239</c:v>
                </c:pt>
                <c:pt idx="21">
                  <c:v>2.105139940684031</c:v>
                </c:pt>
                <c:pt idx="22">
                  <c:v>2.0116719315873999</c:v>
                </c:pt>
                <c:pt idx="23">
                  <c:v>1.9593842066361149</c:v>
                </c:pt>
                <c:pt idx="24">
                  <c:v>2.0584425817714318</c:v>
                </c:pt>
                <c:pt idx="25">
                  <c:v>2.0197612814826278</c:v>
                </c:pt>
                <c:pt idx="26">
                  <c:v>2.0782220800561908</c:v>
                </c:pt>
                <c:pt idx="27">
                  <c:v>2.1919032988179259</c:v>
                </c:pt>
                <c:pt idx="28">
                  <c:v>2.2599643394933939</c:v>
                </c:pt>
                <c:pt idx="29">
                  <c:v>2.4740962615451969</c:v>
                </c:pt>
                <c:pt idx="30">
                  <c:v>2.2264622955272539</c:v>
                </c:pt>
                <c:pt idx="31">
                  <c:v>2.384729490792588</c:v>
                </c:pt>
                <c:pt idx="32">
                  <c:v>2.4177674080211551</c:v>
                </c:pt>
                <c:pt idx="33">
                  <c:v>2.4701344133216838</c:v>
                </c:pt>
                <c:pt idx="34">
                  <c:v>2.4281782813422499</c:v>
                </c:pt>
                <c:pt idx="35">
                  <c:v>2.520281291328442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CE67-4136-9144-8582903E1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26424831"/>
        <c:axId val="1526416191"/>
      </c:lineChart>
      <c:catAx>
        <c:axId val="15264248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 altLang="ko-KR" dirty="0"/>
                  <a:t>Frequency</a:t>
                </a:r>
                <a:r>
                  <a:rPr lang="en-US" altLang="ko-KR" baseline="0" dirty="0"/>
                  <a:t> (GHz)</a:t>
                </a:r>
                <a:endParaRPr lang="ko-KR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 altLang="en-US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526416191"/>
        <c:crosses val="autoZero"/>
        <c:auto val="1"/>
        <c:lblAlgn val="ctr"/>
        <c:lblOffset val="100"/>
        <c:tickLblSkip val="5"/>
        <c:noMultiLvlLbl val="0"/>
      </c:catAx>
      <c:valAx>
        <c:axId val="1526416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Noto Sans KR" panose="020B0500000000000000" pitchFamily="34" charset="-127"/>
                    <a:cs typeface="+mn-cs"/>
                  </a:defRPr>
                </a:pPr>
                <a:r>
                  <a:rPr lang="en-US" altLang="ko-KR" dirty="0"/>
                  <a:t>NF</a:t>
                </a:r>
                <a:r>
                  <a:rPr lang="en-US" altLang="ko-KR" baseline="0" dirty="0"/>
                  <a:t> (dB)</a:t>
                </a:r>
                <a:endParaRPr lang="ko-KR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Noto Sans KR" panose="020B0500000000000000" pitchFamily="34" charset="-127"/>
                  <a:cs typeface="+mn-cs"/>
                </a:defRPr>
              </a:pPr>
              <a:endParaRPr lang="ko-KR" altLang="en-US"/>
            </a:p>
          </c:txPr>
        </c:title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Noto Sans KR" panose="020B0500000000000000" pitchFamily="34" charset="-127"/>
                <a:cs typeface="+mn-cs"/>
              </a:defRPr>
            </a:pPr>
            <a:endParaRPr lang="ko-KR"/>
          </a:p>
        </c:txPr>
        <c:crossAx val="152642483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Noto Sans KR" panose="020B0500000000000000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+mj-lt"/>
          <a:ea typeface="Noto Sans KR" panose="020B0500000000000000" pitchFamily="34" charset="-127"/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4013C7C-B8C3-2952-A5B7-E01312B141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9DD90E-E3B7-F83F-BFA6-E110FC568A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70981-85CA-4B4B-AF46-A41A86C41DCB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FD1A52-173D-933A-9C4A-85D5877EF9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3ACA2A-6BE4-9B4C-4170-FA8049670A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BDEFC-B920-46F9-B332-C8A2FA8D2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159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defRPr>
            </a:lvl1pPr>
          </a:lstStyle>
          <a:p>
            <a:fld id="{59DAB5F0-420A-4550-9CBC-46CFD46CD67D}" type="datetimeFigureOut">
              <a:rPr lang="ko-KR" altLang="en-US" smtClean="0"/>
              <a:pPr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defRPr>
            </a:lvl1pPr>
          </a:lstStyle>
          <a:p>
            <a:fld id="{B622DFB2-20CC-4D20-AA5B-C3685A3179E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5437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500000000000000" pitchFamily="34" charset="-127"/>
        <a:ea typeface="Noto Sans KR" panose="020B0500000000000000" pitchFamily="34" charset="-127"/>
        <a:cs typeface="+mn-cs"/>
        <a:sym typeface="Noto Sans KR" panose="020B0500000000000000" pitchFamily="34" charset="-127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500000000000000" pitchFamily="34" charset="-127"/>
        <a:ea typeface="Noto Sans KR" panose="020B0500000000000000" pitchFamily="34" charset="-127"/>
        <a:cs typeface="+mn-cs"/>
        <a:sym typeface="Noto Sans KR" panose="020B0500000000000000" pitchFamily="34" charset="-127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500000000000000" pitchFamily="34" charset="-127"/>
        <a:ea typeface="Noto Sans KR" panose="020B0500000000000000" pitchFamily="34" charset="-127"/>
        <a:cs typeface="+mn-cs"/>
        <a:sym typeface="Noto Sans KR" panose="020B0500000000000000" pitchFamily="34" charset="-127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500000000000000" pitchFamily="34" charset="-127"/>
        <a:ea typeface="Noto Sans KR" panose="020B0500000000000000" pitchFamily="34" charset="-127"/>
        <a:cs typeface="+mn-cs"/>
        <a:sym typeface="Noto Sans KR" panose="020B0500000000000000" pitchFamily="34" charset="-127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500000000000000" pitchFamily="34" charset="-127"/>
        <a:ea typeface="Noto Sans KR" panose="020B0500000000000000" pitchFamily="34" charset="-127"/>
        <a:cs typeface="+mn-cs"/>
        <a:sym typeface="Noto Sans KR" panose="020B0500000000000000" pitchFamily="34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2DFB2-20CC-4D20-AA5B-C3685A3179EA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131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2DFB2-20CC-4D20-AA5B-C3685A3179EA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81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jpe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7.jpeg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8.jpeg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9.png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9.png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7588DB3-F4AF-B5E1-86A6-DE7B98146A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86882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588DB3-F4AF-B5E1-86A6-DE7B98146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F277BF86-BF72-A249-92BD-B90F9052A7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FE8B400-E7EA-423A-BAB2-5EF95A412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77" y="266994"/>
            <a:ext cx="8648270" cy="923330"/>
          </a:xfrm>
          <a:prstGeom prst="rect">
            <a:avLst/>
          </a:prstGeom>
        </p:spPr>
        <p:txBody>
          <a:bodyPr vert="horz" anchor="ctr"/>
          <a:lstStyle>
            <a:lvl1pPr algn="l">
              <a:defRPr kumimoji="1" lang="ko-KR" altLang="en-US" sz="2650" b="0" i="0" kern="12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7EEDB4A8-B078-4DCE-B98A-40BA1C5A7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77" y="1226396"/>
            <a:ext cx="5449447" cy="34624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ko-Kore-KR" altLang="en-US" sz="1650" b="0" i="0" kern="120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9" name="텍스트 개체 틀 13">
            <a:extLst>
              <a:ext uri="{FF2B5EF4-FFF2-40B4-BE49-F238E27FC236}">
                <a16:creationId xmlns:a16="http://schemas.microsoft.com/office/drawing/2014/main" id="{F14D8FA8-773E-7748-90F0-4DAC33CBD3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01677" y="6168186"/>
            <a:ext cx="6125752" cy="3385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kumimoji="1" lang="ko-KR" altLang="en-US" sz="1300" b="0" i="0" kern="1200" dirty="0" smtClean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텍스트 개체 틀 13">
            <a:extLst>
              <a:ext uri="{FF2B5EF4-FFF2-40B4-BE49-F238E27FC236}">
                <a16:creationId xmlns:a16="http://schemas.microsoft.com/office/drawing/2014/main" id="{85E2512F-8E9F-3F4D-AF66-15DE2F787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01677" y="5955724"/>
            <a:ext cx="6125752" cy="3385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kumimoji="1" lang="ko-KR" altLang="en-US" sz="1300" b="0" i="0" kern="1200" dirty="0" smtClean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en-US" altLang="ko-KR"/>
              <a:t>12/21/21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29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A76FDC0-3FE5-A93B-81D0-6A54886D30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376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76FDC0-3FE5-A93B-81D0-6A54886D30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0EF03C10-A78F-B243-A17F-4FDB330A857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FFB68D75-AF67-4525-83D0-EF23A3B4C8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01677" y="6168186"/>
            <a:ext cx="6125752" cy="3385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kumimoji="1" lang="ko-KR" altLang="en-US" sz="1300" b="0" i="0" kern="1200" dirty="0" smtClean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텍스트 개체 틀 13">
            <a:extLst>
              <a:ext uri="{FF2B5EF4-FFF2-40B4-BE49-F238E27FC236}">
                <a16:creationId xmlns:a16="http://schemas.microsoft.com/office/drawing/2014/main" id="{43F34567-7183-B44A-96F1-D12C18C8D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01677" y="5955724"/>
            <a:ext cx="6125752" cy="3385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kumimoji="1" lang="ko-KR" altLang="en-US" sz="1300" b="0" i="0" kern="1200" dirty="0" smtClean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en-US" altLang="ko-KR"/>
              <a:t>12/21/21</a:t>
            </a:r>
            <a:endParaRPr lang="ko-KR" alt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9881A5C-AAB7-2748-B7A6-F282371CC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77" y="266994"/>
            <a:ext cx="8648270" cy="923330"/>
          </a:xfrm>
          <a:prstGeom prst="rect">
            <a:avLst/>
          </a:prstGeom>
        </p:spPr>
        <p:txBody>
          <a:bodyPr vert="horz" anchor="ctr"/>
          <a:lstStyle>
            <a:lvl1pPr algn="l">
              <a:defRPr kumimoji="1" lang="ko-KR" altLang="en-US" sz="265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184CEDEB-F54E-3E4F-9B52-31809F786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77" y="1226396"/>
            <a:ext cx="5449447" cy="34624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ko-Kore-KR" altLang="en-US" sz="165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3876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>
            <a:extLst>
              <a:ext uri="{FF2B5EF4-FFF2-40B4-BE49-F238E27FC236}">
                <a16:creationId xmlns:a16="http://schemas.microsoft.com/office/drawing/2014/main" id="{FEAC2246-F588-4BB2-96C5-42C00D328D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1558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395" imgH="394" progId="TCLayout.ActiveDocument.1">
                  <p:embed/>
                </p:oleObj>
              </mc:Choice>
              <mc:Fallback>
                <p:oleObj name="think-cell 슬라이드" r:id="rId3" imgW="395" imgH="394" progId="TCLayout.ActiveDocument.1">
                  <p:embed/>
                  <p:pic>
                    <p:nvPicPr>
                      <p:cNvPr id="2" name="개체 1" hidden="1">
                        <a:extLst>
                          <a:ext uri="{FF2B5EF4-FFF2-40B4-BE49-F238E27FC236}">
                            <a16:creationId xmlns:a16="http://schemas.microsoft.com/office/drawing/2014/main" id="{FEAC2246-F588-4BB2-96C5-42C00D328D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ABEED88-1602-48AE-81EB-936E9A7FCAA7}"/>
              </a:ext>
            </a:extLst>
          </p:cNvPr>
          <p:cNvCxnSpPr>
            <a:cxnSpLocks/>
          </p:cNvCxnSpPr>
          <p:nvPr userDrawn="1"/>
        </p:nvCxnSpPr>
        <p:spPr>
          <a:xfrm flipV="1">
            <a:off x="3176" y="2091933"/>
            <a:ext cx="9906000" cy="1763016"/>
          </a:xfrm>
          <a:prstGeom prst="line">
            <a:avLst/>
          </a:prstGeom>
          <a:ln w="15875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실외, 하늘, 건물, 고층빌딩이(가) 표시된 사진&#10;&#10;자동 생성된 설명">
            <a:extLst>
              <a:ext uri="{FF2B5EF4-FFF2-40B4-BE49-F238E27FC236}">
                <a16:creationId xmlns:a16="http://schemas.microsoft.com/office/drawing/2014/main" id="{F193FF92-41A7-4C8E-91F6-A183894AD2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616450"/>
            <a:ext cx="9906000" cy="22415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DDE1BA3-4D66-42EA-9766-91E272ED013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0818" y="6037308"/>
            <a:ext cx="1656000" cy="36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8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5E26753-6CC9-EC0D-6BC0-3759901FF2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68939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E26753-6CC9-EC0D-6BC0-3759901FF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8CBD32E8-70C2-3D47-8E26-29ECB0104A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9" name="텍스트 개체 틀 7">
            <a:extLst>
              <a:ext uri="{FF2B5EF4-FFF2-40B4-BE49-F238E27FC236}">
                <a16:creationId xmlns:a16="http://schemas.microsoft.com/office/drawing/2014/main" id="{F822F19E-F991-496B-8277-6BF805F698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5659" y="3071683"/>
            <a:ext cx="3704860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20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43C2EC2E-2E5C-48D1-9BB1-7F2D3A08C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29" y="583324"/>
            <a:ext cx="6050871" cy="461665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80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89098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5D037D9-2021-2C18-2FC9-8646EABABF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23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D037D9-2021-2C18-2FC9-8646EABAB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BC643D5-2324-F347-A120-9AA9C2FC3E5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9855CC99-0E44-214A-8380-C2D13AA87F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5659" y="3071683"/>
            <a:ext cx="3704860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20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B6ED87A-342E-D647-B686-0540F90C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29" y="583324"/>
            <a:ext cx="6050871" cy="461665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80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903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B0FE5D4-0C9A-F799-008C-85F452B226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7108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0FE5D4-0C9A-F799-008C-85F452B226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0C7FD510-B72A-4E47-8A33-874A0E0FCB3B}"/>
              </a:ext>
            </a:extLst>
          </p:cNvPr>
          <p:cNvSpPr/>
          <p:nvPr userDrawn="1"/>
        </p:nvSpPr>
        <p:spPr>
          <a:xfrm>
            <a:off x="0" y="0"/>
            <a:ext cx="9906000" cy="683978"/>
          </a:xfrm>
          <a:prstGeom prst="rect">
            <a:avLst/>
          </a:prstGeom>
          <a:solidFill>
            <a:srgbClr val="CCDFF1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  <a:sym typeface="Noto Sans KR" panose="020B0500000000000000" pitchFamily="34" charset="-127"/>
            </a:endParaRPr>
          </a:p>
        </p:txBody>
      </p:sp>
      <p:sp>
        <p:nvSpPr>
          <p:cNvPr id="7" name="텍스트 개체 틀 7">
            <a:extLst>
              <a:ext uri="{FF2B5EF4-FFF2-40B4-BE49-F238E27FC236}">
                <a16:creationId xmlns:a16="http://schemas.microsoft.com/office/drawing/2014/main" id="{2393D055-182E-4180-8F0C-FB94E8B60A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91FC4EB9-6390-4817-81B4-97EBDE16F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886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96F3B2C-CBD8-948C-B7F5-9FB2C0FE1F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6895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6F3B2C-CBD8-948C-B7F5-9FB2C0FE1F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A00B4C-BE94-4E6D-82FD-2A60CAABAE19}"/>
              </a:ext>
            </a:extLst>
          </p:cNvPr>
          <p:cNvCxnSpPr/>
          <p:nvPr userDrawn="1"/>
        </p:nvCxnSpPr>
        <p:spPr>
          <a:xfrm>
            <a:off x="0" y="684000"/>
            <a:ext cx="9906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E49EEEAA-333B-FF43-9481-CB7BE68530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78A01E9-C1F5-0E40-9DCD-B6A7A052F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2000" b="1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7FE800-6CC4-4904-8F66-A2906413C5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6481" y="203390"/>
            <a:ext cx="1245932" cy="277219"/>
          </a:xfrm>
          <a:prstGeom prst="rect">
            <a:avLst/>
          </a:prstGeom>
        </p:spPr>
      </p:pic>
      <p:sp>
        <p:nvSpPr>
          <p:cNvPr id="2" name="Rectangle 10">
            <a:extLst>
              <a:ext uri="{FF2B5EF4-FFF2-40B4-BE49-F238E27FC236}">
                <a16:creationId xmlns:a16="http://schemas.microsoft.com/office/drawing/2014/main" id="{9C614CD8-02EA-9521-0B47-5834F021C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79714" y="6592945"/>
            <a:ext cx="18669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defTabSz="895350">
              <a:defRPr/>
            </a:pPr>
            <a:fld id="{0A59F91A-4E26-4A3E-9419-64B52A00D634}" type="slidenum">
              <a:rPr lang="zh-CN" altLang="en-US" sz="1000" b="0" i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pPr algn="r" defTabSz="895350">
                <a:defRPr/>
              </a:pPr>
              <a:t>‹#›</a:t>
            </a:fld>
            <a:endParaRPr lang="en-US" altLang="zh-CN" sz="1000" b="0" i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rial" pitchFamily="34" charset="0"/>
              <a:sym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502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슬라이드 1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A91E58-0FB7-02C7-A658-6906F939DC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25021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A91E58-0FB7-02C7-A658-6906F939DC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A00B4C-BE94-4E6D-82FD-2A60CAABAE19}"/>
              </a:ext>
            </a:extLst>
          </p:cNvPr>
          <p:cNvCxnSpPr/>
          <p:nvPr userDrawn="1"/>
        </p:nvCxnSpPr>
        <p:spPr>
          <a:xfrm>
            <a:off x="0" y="684000"/>
            <a:ext cx="9906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C78A01E9-C1F5-0E40-9DCD-B6A7A052F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2000" b="1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2398234-271B-4289-88CD-1A282ED5E16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6481" y="203390"/>
            <a:ext cx="1245932" cy="277219"/>
          </a:xfrm>
          <a:prstGeom prst="rect">
            <a:avLst/>
          </a:prstGeom>
        </p:spPr>
      </p:pic>
      <p:sp>
        <p:nvSpPr>
          <p:cNvPr id="2" name="Rectangle 10">
            <a:extLst>
              <a:ext uri="{FF2B5EF4-FFF2-40B4-BE49-F238E27FC236}">
                <a16:creationId xmlns:a16="http://schemas.microsoft.com/office/drawing/2014/main" id="{7DFDF443-CBB4-F354-DE09-A44E970A10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79714" y="6592945"/>
            <a:ext cx="18669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defTabSz="895350">
              <a:defRPr/>
            </a:pPr>
            <a:fld id="{0A59F91A-4E26-4A3E-9419-64B52A00D634}" type="slidenum">
              <a:rPr lang="zh-CN" altLang="en-US" sz="1000" b="0" i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pPr algn="r" defTabSz="895350">
                <a:defRPr/>
              </a:pPr>
              <a:t>‹#›</a:t>
            </a:fld>
            <a:endParaRPr lang="en-US" altLang="zh-CN" sz="1000" b="0" i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rial" pitchFamily="34" charset="0"/>
              <a:sym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199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C2CF69D-62C8-9639-BFB5-D61AC80AF8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2429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2CF69D-62C8-9639-BFB5-D61AC80AF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0D3DF8A-7ED2-49D4-9A35-6FBD5B4256D6}"/>
              </a:ext>
            </a:extLst>
          </p:cNvPr>
          <p:cNvSpPr/>
          <p:nvPr userDrawn="1"/>
        </p:nvSpPr>
        <p:spPr>
          <a:xfrm>
            <a:off x="0" y="0"/>
            <a:ext cx="9906000" cy="683978"/>
          </a:xfrm>
          <a:prstGeom prst="rect">
            <a:avLst/>
          </a:prstGeom>
          <a:solidFill>
            <a:srgbClr val="CCEDF7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  <a:sym typeface="Noto Sans KR" panose="020B0500000000000000" pitchFamily="34" charset="-127"/>
            </a:endParaRPr>
          </a:p>
        </p:txBody>
      </p:sp>
      <p:sp>
        <p:nvSpPr>
          <p:cNvPr id="10" name="텍스트 개체 틀 7">
            <a:extLst>
              <a:ext uri="{FF2B5EF4-FFF2-40B4-BE49-F238E27FC236}">
                <a16:creationId xmlns:a16="http://schemas.microsoft.com/office/drawing/2014/main" id="{9627BF4C-91D7-4AE1-96FE-BAA7183D68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A5D7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D468F03-9527-48A1-9BAC-6AE7029C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A5D7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66079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E611480-45AD-D5D5-3B26-700DDD1582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85961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611480-45AD-D5D5-3B26-700DDD1582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E49A75D-DD4B-4550-BFF0-C662ADCA6DA2}"/>
              </a:ext>
            </a:extLst>
          </p:cNvPr>
          <p:cNvCxnSpPr/>
          <p:nvPr userDrawn="1"/>
        </p:nvCxnSpPr>
        <p:spPr>
          <a:xfrm>
            <a:off x="0" y="684000"/>
            <a:ext cx="9906000" cy="0"/>
          </a:xfrm>
          <a:prstGeom prst="line">
            <a:avLst/>
          </a:prstGeom>
          <a:ln w="19050">
            <a:solidFill>
              <a:srgbClr val="00A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A165CAB2-A612-F346-8E27-C8C91C61D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A5D7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3563A63-09D7-FD46-AC17-4825F1E5A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A5D7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6741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71FFEE6-C158-5164-D744-546857E03E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2553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1FFEE6-C158-5164-D744-546857E03E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2FE0B872-006E-4460-8158-BAFE839241EB}"/>
              </a:ext>
            </a:extLst>
          </p:cNvPr>
          <p:cNvSpPr/>
          <p:nvPr userDrawn="1"/>
        </p:nvSpPr>
        <p:spPr>
          <a:xfrm>
            <a:off x="0" y="0"/>
            <a:ext cx="9906000" cy="683978"/>
          </a:xfrm>
          <a:prstGeom prst="rect">
            <a:avLst/>
          </a:prstGeom>
          <a:solidFill>
            <a:srgbClr val="CCEFE6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500000000000000" pitchFamily="34" charset="-127"/>
              <a:ea typeface="Noto Sans KR" panose="020B0500000000000000" pitchFamily="34" charset="-127"/>
              <a:sym typeface="Noto Sans KR" panose="020B0500000000000000" pitchFamily="34" charset="-127"/>
            </a:endParaRPr>
          </a:p>
        </p:txBody>
      </p:sp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02464194-3822-43C1-BE6B-B2417EA5C7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AD8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3B5490C-F206-42F5-87DB-BFDEC8476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AD8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93050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7EC4D4A-5B00-6E47-8383-95C8EF5928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00919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EC4D4A-5B00-6E47-8383-95C8EF5928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1212FE5-D08D-4D5C-ABB5-0F9DEC6C4D77}"/>
              </a:ext>
            </a:extLst>
          </p:cNvPr>
          <p:cNvCxnSpPr/>
          <p:nvPr userDrawn="1"/>
        </p:nvCxnSpPr>
        <p:spPr>
          <a:xfrm>
            <a:off x="0" y="684000"/>
            <a:ext cx="9906000" cy="0"/>
          </a:xfrm>
          <a:prstGeom prst="line">
            <a:avLst/>
          </a:prstGeom>
          <a:ln w="19050">
            <a:solidFill>
              <a:srgbClr val="00AD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C748963-8F37-DE45-844F-0A6F9BD2D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AD8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7C48AC0-E43F-9C4B-A8A6-F3B18E73D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vert="horz"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AD83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  <a:sym typeface="Noto Sans KR" panose="020B0500000000000000" pitchFamily="34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65062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8572CB6-A2B9-C134-9646-AB42B87CCE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6534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572CB6-A2B9-C134-9646-AB42B87CC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45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157" y="1825625"/>
            <a:ext cx="4618931" cy="3930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2" y="1825625"/>
            <a:ext cx="4618931" cy="3930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F632-6B5E-9C4C-ABDB-472BF5C8B478}" type="datetime1">
              <a:rPr lang="en-US" smtClean="0"/>
              <a:t>6/25/2026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2F70-352F-E04C-B779-262A63F25C8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06388" y="6308726"/>
            <a:ext cx="6293224" cy="332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Movandi Corporation Proprietary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658925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슬라이드 1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7FD510-B72A-4E47-8A33-874A0E0FCB3B}"/>
              </a:ext>
            </a:extLst>
          </p:cNvPr>
          <p:cNvSpPr/>
          <p:nvPr userDrawn="1"/>
        </p:nvSpPr>
        <p:spPr>
          <a:xfrm>
            <a:off x="0" y="0"/>
            <a:ext cx="9906000" cy="683978"/>
          </a:xfrm>
          <a:prstGeom prst="rect">
            <a:avLst/>
          </a:prstGeom>
          <a:solidFill>
            <a:srgbClr val="CCDFF1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6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CDBF4ED6-8A2C-4480-956B-C1AA31AE7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00" y="111167"/>
            <a:ext cx="8162131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742950" rtl="0" eaLnBrk="1" latinLnBrk="0" hangingPunct="1">
              <a:defRPr kumimoji="1" lang="ko-Kore-KR" altLang="en-US" sz="1625" b="1" i="0" kern="1200" dirty="0">
                <a:solidFill>
                  <a:srgbClr val="002060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710E1DB-0DF9-4564-9C7E-3077536CE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48070" y="647744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6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2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7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0E8D-0402-44F3-AB06-982A9A00877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392831" y="6392726"/>
            <a:ext cx="3120346" cy="3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9" b="1" i="1" dirty="0">
                <a:solidFill>
                  <a:srgbClr val="FF0000"/>
                </a:solidFill>
                <a:latin typeface="맑은 고딕" panose="020B0503020000020004" pitchFamily="50" charset="-127"/>
              </a:rPr>
              <a:t>STRICTLY CONFIDENTIAL</a:t>
            </a:r>
            <a:endParaRPr lang="ko-KR" altLang="en-US" sz="1409" b="1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1161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0" y="652534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94600" y="6597358"/>
            <a:ext cx="2311400" cy="254752"/>
          </a:xfrm>
        </p:spPr>
        <p:txBody>
          <a:bodyPr/>
          <a:lstStyle>
            <a:lvl1pPr>
              <a:defRPr sz="1084" i="1"/>
            </a:lvl1pPr>
          </a:lstStyle>
          <a:p>
            <a:fld id="{74CF0E8D-0402-44F3-AB06-982A9A0087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3392831" y="6578537"/>
            <a:ext cx="3120346" cy="3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9" b="1" i="1" dirty="0">
                <a:solidFill>
                  <a:srgbClr val="FF0000"/>
                </a:solidFill>
                <a:latin typeface="맑은 고딕" panose="020B0503020000020004" pitchFamily="50" charset="-127"/>
              </a:rPr>
              <a:t>STRICTLY CONFIDENTIAL</a:t>
            </a:r>
            <a:endParaRPr lang="ko-KR" altLang="en-US" sz="1409" b="1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8346" y="44630"/>
            <a:ext cx="5109017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25" b="1" i="1" dirty="0">
                <a:latin typeface="맑은 고딕" panose="020B0503020000020004" pitchFamily="50" charset="-127"/>
              </a:rPr>
              <a:t>Contents</a:t>
            </a:r>
            <a:endParaRPr lang="ko-KR" altLang="en-US" sz="1625" b="1" i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9093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0" y="652534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94600" y="6597358"/>
            <a:ext cx="2311400" cy="254752"/>
          </a:xfrm>
        </p:spPr>
        <p:txBody>
          <a:bodyPr/>
          <a:lstStyle>
            <a:lvl1pPr>
              <a:defRPr sz="1084" i="1"/>
            </a:lvl1pPr>
          </a:lstStyle>
          <a:p>
            <a:fld id="{74CF0E8D-0402-44F3-AB06-982A9A0087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3392831" y="6578537"/>
            <a:ext cx="3120346" cy="3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9" b="1" i="1" dirty="0">
                <a:solidFill>
                  <a:srgbClr val="FF0000"/>
                </a:solidFill>
                <a:latin typeface="맑은 고딕" panose="020B0503020000020004" pitchFamily="50" charset="-127"/>
              </a:rPr>
              <a:t>STRICTLY CONFIDENTIAL</a:t>
            </a:r>
            <a:endParaRPr lang="ko-KR" altLang="en-US" sz="1409" b="1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8346" y="44630"/>
            <a:ext cx="5109017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25" b="1" i="1" dirty="0">
                <a:latin typeface="맑은 고딕" panose="020B0503020000020004" pitchFamily="50" charset="-127"/>
              </a:rPr>
              <a:t>Change</a:t>
            </a:r>
            <a:r>
              <a:rPr lang="en-US" altLang="ko-KR" sz="1625" b="1" i="1" baseline="0" dirty="0">
                <a:latin typeface="맑은 고딕" panose="020B0503020000020004" pitchFamily="50" charset="-127"/>
              </a:rPr>
              <a:t> history</a:t>
            </a:r>
            <a:endParaRPr lang="ko-KR" altLang="en-US" sz="1625" b="1" i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3355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0" y="652534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94600" y="6597358"/>
            <a:ext cx="2311400" cy="254752"/>
          </a:xfrm>
        </p:spPr>
        <p:txBody>
          <a:bodyPr/>
          <a:lstStyle>
            <a:lvl1pPr>
              <a:defRPr sz="1084" i="1"/>
            </a:lvl1pPr>
          </a:lstStyle>
          <a:p>
            <a:fld id="{74CF0E8D-0402-44F3-AB06-982A9A0087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3392831" y="6578537"/>
            <a:ext cx="3120346" cy="3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9" b="1" i="1" dirty="0">
                <a:solidFill>
                  <a:srgbClr val="FF0000"/>
                </a:solidFill>
                <a:latin typeface="맑은 고딕" panose="020B0503020000020004" pitchFamily="50" charset="-127"/>
              </a:rPr>
              <a:t>STRICTLY CONFIDENTIAL</a:t>
            </a:r>
            <a:endParaRPr lang="ko-KR" altLang="en-US" sz="1409" b="1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8346" y="44630"/>
            <a:ext cx="5109017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25" b="1" i="1" dirty="0">
                <a:latin typeface="맑은 고딕" panose="020B0503020000020004" pitchFamily="50" charset="-127"/>
              </a:rPr>
              <a:t>Change</a:t>
            </a:r>
            <a:r>
              <a:rPr lang="en-US" altLang="ko-KR" sz="1625" b="1" i="1" baseline="0" dirty="0">
                <a:latin typeface="맑은 고딕" panose="020B0503020000020004" pitchFamily="50" charset="-127"/>
              </a:rPr>
              <a:t> history</a:t>
            </a:r>
            <a:endParaRPr lang="ko-KR" altLang="en-US" sz="1625" b="1" i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813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0" y="652534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94600" y="6597358"/>
            <a:ext cx="2311400" cy="254752"/>
          </a:xfrm>
        </p:spPr>
        <p:txBody>
          <a:bodyPr/>
          <a:lstStyle>
            <a:lvl1pPr>
              <a:defRPr sz="1084" i="1"/>
            </a:lvl1pPr>
          </a:lstStyle>
          <a:p>
            <a:fld id="{74CF0E8D-0402-44F3-AB06-982A9A0087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8346" y="44632"/>
            <a:ext cx="5109017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25" b="1" i="1" dirty="0" err="1">
                <a:latin typeface="맑은 고딕" panose="020B0503020000020004" pitchFamily="50" charset="-127"/>
              </a:rPr>
              <a:t>Mixcomm</a:t>
            </a:r>
            <a:r>
              <a:rPr lang="en-US" altLang="ko-KR" sz="1625" b="1" i="1" dirty="0">
                <a:latin typeface="맑은 고딕" panose="020B0503020000020004" pitchFamily="50" charset="-127"/>
              </a:rPr>
              <a:t> Test</a:t>
            </a:r>
            <a:r>
              <a:rPr lang="en-US" altLang="ko-KR" sz="1625" b="1" i="1" baseline="0" dirty="0">
                <a:latin typeface="맑은 고딕" panose="020B0503020000020004" pitchFamily="50" charset="-127"/>
              </a:rPr>
              <a:t> Report</a:t>
            </a:r>
            <a:endParaRPr lang="ko-KR" altLang="en-US" sz="1625" b="1" i="1" dirty="0">
              <a:latin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392831" y="6578537"/>
            <a:ext cx="3120346" cy="3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9" b="1" i="1" dirty="0">
                <a:solidFill>
                  <a:srgbClr val="FF0000"/>
                </a:solidFill>
                <a:latin typeface="맑은 고딕" panose="020B0503020000020004" pitchFamily="50" charset="-127"/>
              </a:rPr>
              <a:t>STRICTLY CONFIDENTIAL</a:t>
            </a:r>
            <a:endParaRPr lang="ko-KR" altLang="en-US" sz="1409" b="1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0" y="908720"/>
            <a:ext cx="9906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328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0" y="652534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94600" y="6597358"/>
            <a:ext cx="2311400" cy="254752"/>
          </a:xfrm>
        </p:spPr>
        <p:txBody>
          <a:bodyPr/>
          <a:lstStyle>
            <a:lvl1pPr>
              <a:defRPr sz="1084" i="1"/>
            </a:lvl1pPr>
          </a:lstStyle>
          <a:p>
            <a:fld id="{74CF0E8D-0402-44F3-AB06-982A9A0087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8346" y="44632"/>
            <a:ext cx="5109017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25" b="1" i="1" dirty="0">
                <a:latin typeface="맑은 고딕" panose="020B0503020000020004" pitchFamily="50" charset="-127"/>
              </a:rPr>
              <a:t>Appendix.</a:t>
            </a:r>
            <a:endParaRPr lang="ko-KR" altLang="en-US" sz="1625" b="1" i="1" dirty="0">
              <a:latin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392831" y="6578537"/>
            <a:ext cx="3120346" cy="3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9" b="1" i="1" dirty="0">
                <a:solidFill>
                  <a:srgbClr val="FF0000"/>
                </a:solidFill>
                <a:latin typeface="맑은 고딕" panose="020B0503020000020004" pitchFamily="50" charset="-127"/>
              </a:rPr>
              <a:t>STRICTLY CONFIDENTIAL</a:t>
            </a:r>
            <a:endParaRPr lang="ko-KR" altLang="en-US" sz="1409" b="1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0" y="908720"/>
            <a:ext cx="9906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135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0" y="652534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8575" cmpd="sng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94600" y="6597358"/>
            <a:ext cx="2311400" cy="254752"/>
          </a:xfrm>
        </p:spPr>
        <p:txBody>
          <a:bodyPr/>
          <a:lstStyle>
            <a:lvl1pPr>
              <a:defRPr sz="1084" i="1"/>
            </a:lvl1pPr>
          </a:lstStyle>
          <a:p>
            <a:fld id="{74CF0E8D-0402-44F3-AB06-982A9A0087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8346" y="44632"/>
            <a:ext cx="5109017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25" b="1" i="1" dirty="0" err="1">
                <a:latin typeface="맑은 고딕" panose="020B0503020000020004" pitchFamily="50" charset="-127"/>
              </a:rPr>
              <a:t>Mixcomm</a:t>
            </a:r>
            <a:r>
              <a:rPr lang="en-US" altLang="ko-KR" sz="1625" b="1" i="1" dirty="0">
                <a:latin typeface="맑은 고딕" panose="020B0503020000020004" pitchFamily="50" charset="-127"/>
              </a:rPr>
              <a:t> Test</a:t>
            </a:r>
            <a:r>
              <a:rPr lang="en-US" altLang="ko-KR" sz="1625" b="1" i="1" baseline="0" dirty="0">
                <a:latin typeface="맑은 고딕" panose="020B0503020000020004" pitchFamily="50" charset="-127"/>
              </a:rPr>
              <a:t> Report</a:t>
            </a:r>
            <a:endParaRPr lang="ko-KR" altLang="en-US" sz="1625" b="1" i="1" dirty="0">
              <a:latin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392831" y="6578537"/>
            <a:ext cx="3120346" cy="3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9" b="1" i="1" dirty="0">
                <a:solidFill>
                  <a:srgbClr val="FF0000"/>
                </a:solidFill>
                <a:latin typeface="맑은 고딕" panose="020B0503020000020004" pitchFamily="50" charset="-127"/>
              </a:rPr>
              <a:t>STRICTLY CONFIDENTIAL</a:t>
            </a:r>
            <a:endParaRPr lang="ko-KR" altLang="en-US" sz="1409" b="1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051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image" Target="../media/image10.emf"/><Relationship Id="rId5" Type="http://schemas.openxmlformats.org/officeDocument/2006/relationships/slideLayout" Target="../slideLayouts/slideLayout20.xml"/><Relationship Id="rId10" Type="http://schemas.openxmlformats.org/officeDocument/2006/relationships/oleObject" Target="../embeddings/oleObject14.bin"/><Relationship Id="rId4" Type="http://schemas.openxmlformats.org/officeDocument/2006/relationships/slideLayout" Target="../slideLayouts/slideLayout19.xml"/><Relationship Id="rId9" Type="http://schemas.openxmlformats.org/officeDocument/2006/relationships/tags" Target="../tags/tag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>
            <a:extLst>
              <a:ext uri="{FF2B5EF4-FFF2-40B4-BE49-F238E27FC236}">
                <a16:creationId xmlns:a16="http://schemas.microsoft.com/office/drawing/2014/main" id="{7A4444AE-5FE9-4BCB-850B-654C56546D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5673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18" imgW="395" imgH="394" progId="TCLayout.ActiveDocument.1">
                  <p:embed/>
                </p:oleObj>
              </mc:Choice>
              <mc:Fallback>
                <p:oleObj name="think-cell 슬라이드" r:id="rId18" imgW="395" imgH="394" progId="TCLayout.ActiveDocument.1">
                  <p:embed/>
                  <p:pic>
                    <p:nvPicPr>
                      <p:cNvPr id="2" name="개체 1" hidden="1">
                        <a:extLst>
                          <a:ext uri="{FF2B5EF4-FFF2-40B4-BE49-F238E27FC236}">
                            <a16:creationId xmlns:a16="http://schemas.microsoft.com/office/drawing/2014/main" id="{7A4444AE-5FE9-4BCB-850B-654C56546D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CF7F61A0-4F72-4A62-8EE1-3DE127CC67F6}"/>
              </a:ext>
            </a:extLst>
          </p:cNvPr>
          <p:cNvGrpSpPr/>
          <p:nvPr userDrawn="1"/>
        </p:nvGrpSpPr>
        <p:grpSpPr>
          <a:xfrm>
            <a:off x="5427663" y="-323874"/>
            <a:ext cx="4478338" cy="250891"/>
            <a:chOff x="5427663" y="-323874"/>
            <a:chExt cx="4478338" cy="25089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416D74B-1382-4980-8DFD-E52AAF3582A5}"/>
                </a:ext>
              </a:extLst>
            </p:cNvPr>
            <p:cNvSpPr/>
            <p:nvPr/>
          </p:nvSpPr>
          <p:spPr>
            <a:xfrm>
              <a:off x="5427663" y="-323874"/>
              <a:ext cx="517107" cy="250891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latin typeface="Noto Sans KR" panose="020B0500000000000000" pitchFamily="34" charset="-127"/>
                  <a:ea typeface="Noto Sans KR" panose="020B0500000000000000" pitchFamily="34" charset="-127"/>
                  <a:sym typeface="Noto Sans KR" panose="020B0500000000000000" pitchFamily="34" charset="-127"/>
                </a:rPr>
                <a:t>main</a:t>
              </a:r>
              <a:endPara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E053081-D4C7-4055-B71A-A4A90CEC2E50}"/>
                </a:ext>
              </a:extLst>
            </p:cNvPr>
            <p:cNvSpPr/>
            <p:nvPr/>
          </p:nvSpPr>
          <p:spPr>
            <a:xfrm>
              <a:off x="5993553" y="-323874"/>
              <a:ext cx="517107" cy="250891"/>
            </a:xfrm>
            <a:prstGeom prst="rect">
              <a:avLst/>
            </a:prstGeom>
            <a:solidFill>
              <a:srgbClr val="0090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latin typeface="Noto Sans KR" panose="020B0500000000000000" pitchFamily="34" charset="-127"/>
                  <a:ea typeface="Noto Sans KR" panose="020B0500000000000000" pitchFamily="34" charset="-127"/>
                  <a:sym typeface="Noto Sans KR" panose="020B0500000000000000" pitchFamily="34" charset="-127"/>
                </a:rPr>
                <a:t>main</a:t>
              </a:r>
              <a:endPara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E9853F0-219B-44C4-80F0-723B8E3527D0}"/>
                </a:ext>
              </a:extLst>
            </p:cNvPr>
            <p:cNvSpPr/>
            <p:nvPr/>
          </p:nvSpPr>
          <p:spPr>
            <a:xfrm>
              <a:off x="6559443" y="-323874"/>
              <a:ext cx="517107" cy="250891"/>
            </a:xfrm>
            <a:prstGeom prst="rect">
              <a:avLst/>
            </a:prstGeom>
            <a:solidFill>
              <a:srgbClr val="009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latin typeface="Noto Sans KR" panose="020B0500000000000000" pitchFamily="34" charset="-127"/>
                  <a:ea typeface="Noto Sans KR" panose="020B0500000000000000" pitchFamily="34" charset="-127"/>
                  <a:sym typeface="Noto Sans KR" panose="020B0500000000000000" pitchFamily="34" charset="-127"/>
                </a:rPr>
                <a:t>main</a:t>
              </a:r>
              <a:endPara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D509B4E-0C91-46C1-B57F-9C81948F28BD}"/>
                </a:ext>
              </a:extLst>
            </p:cNvPr>
            <p:cNvSpPr/>
            <p:nvPr/>
          </p:nvSpPr>
          <p:spPr>
            <a:xfrm>
              <a:off x="7125334" y="-323874"/>
              <a:ext cx="517107" cy="250891"/>
            </a:xfrm>
            <a:prstGeom prst="rect">
              <a:avLst/>
            </a:prstGeom>
            <a:solidFill>
              <a:srgbClr val="0007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latin typeface="Noto Sans KR" panose="020B0500000000000000" pitchFamily="34" charset="-127"/>
                  <a:ea typeface="Noto Sans KR" panose="020B0500000000000000" pitchFamily="34" charset="-127"/>
                  <a:sym typeface="Noto Sans KR" panose="020B0500000000000000" pitchFamily="34" charset="-127"/>
                </a:rPr>
                <a:t>sub</a:t>
              </a:r>
              <a:endPara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17B4450-7B63-473D-ABAD-9CBDDFED6600}"/>
                </a:ext>
              </a:extLst>
            </p:cNvPr>
            <p:cNvSpPr/>
            <p:nvPr/>
          </p:nvSpPr>
          <p:spPr>
            <a:xfrm>
              <a:off x="7691224" y="-323874"/>
              <a:ext cx="517107" cy="250891"/>
            </a:xfrm>
            <a:prstGeom prst="rect">
              <a:avLst/>
            </a:prstGeom>
            <a:solidFill>
              <a:srgbClr val="A68F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latin typeface="Noto Sans KR" panose="020B0500000000000000" pitchFamily="34" charset="-127"/>
                  <a:ea typeface="Noto Sans KR" panose="020B0500000000000000" pitchFamily="34" charset="-127"/>
                  <a:sym typeface="Noto Sans KR" panose="020B0500000000000000" pitchFamily="34" charset="-127"/>
                </a:rPr>
                <a:t>sub</a:t>
              </a:r>
              <a:endPara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5EDCFBF-698E-45B8-B879-AFB70A27A4C7}"/>
                </a:ext>
              </a:extLst>
            </p:cNvPr>
            <p:cNvSpPr/>
            <p:nvPr/>
          </p:nvSpPr>
          <p:spPr>
            <a:xfrm>
              <a:off x="8257114" y="-323874"/>
              <a:ext cx="517107" cy="250891"/>
            </a:xfrm>
            <a:prstGeom prst="rect">
              <a:avLst/>
            </a:prstGeom>
            <a:solidFill>
              <a:srgbClr val="8889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latin typeface="Noto Sans KR" panose="020B0500000000000000" pitchFamily="34" charset="-127"/>
                  <a:ea typeface="Noto Sans KR" panose="020B0500000000000000" pitchFamily="34" charset="-127"/>
                  <a:sym typeface="Noto Sans KR" panose="020B0500000000000000" pitchFamily="34" charset="-127"/>
                </a:rPr>
                <a:t>sub</a:t>
              </a:r>
              <a:endPara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E62733D-D05E-45B6-AF34-3238BE668D6E}"/>
                </a:ext>
              </a:extLst>
            </p:cNvPr>
            <p:cNvSpPr/>
            <p:nvPr/>
          </p:nvSpPr>
          <p:spPr>
            <a:xfrm>
              <a:off x="8823004" y="-323874"/>
              <a:ext cx="517107" cy="250891"/>
            </a:xfrm>
            <a:prstGeom prst="rect">
              <a:avLst/>
            </a:prstGeom>
            <a:solidFill>
              <a:srgbClr val="7E90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>
                  <a:latin typeface="Noto Sans KR" panose="020B0500000000000000" pitchFamily="34" charset="-127"/>
                  <a:ea typeface="Noto Sans KR" panose="020B0500000000000000" pitchFamily="34" charset="-127"/>
                  <a:sym typeface="Noto Sans KR" panose="020B0500000000000000" pitchFamily="34" charset="-127"/>
                </a:rPr>
                <a:t>Sub bg</a:t>
              </a:r>
              <a:endPara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A940C07-0240-4DA7-8C74-4ADA864E6CCB}"/>
                </a:ext>
              </a:extLst>
            </p:cNvPr>
            <p:cNvSpPr/>
            <p:nvPr/>
          </p:nvSpPr>
          <p:spPr>
            <a:xfrm>
              <a:off x="9388894" y="-323874"/>
              <a:ext cx="517107" cy="250891"/>
            </a:xfrm>
            <a:prstGeom prst="rect">
              <a:avLst/>
            </a:prstGeom>
            <a:solidFill>
              <a:srgbClr val="D4E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sym typeface="Noto Sans KR" panose="020B0500000000000000" pitchFamily="34" charset="-127"/>
                </a:rPr>
                <a:t>Sub bg</a:t>
              </a:r>
              <a:endParaRPr lang="ko-KR" altLang="en-US" sz="800">
                <a:solidFill>
                  <a:schemeClr val="accent1">
                    <a:lumMod val="60000"/>
                    <a:lumOff val="4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770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700" r:id="rId3"/>
    <p:sldLayoutId id="2147483690" r:id="rId4"/>
    <p:sldLayoutId id="2147483691" r:id="rId5"/>
    <p:sldLayoutId id="2147483692" r:id="rId6"/>
    <p:sldLayoutId id="2147483696" r:id="rId7"/>
    <p:sldLayoutId id="2147483699" r:id="rId8"/>
    <p:sldLayoutId id="2147483693" r:id="rId9"/>
    <p:sldLayoutId id="2147483697" r:id="rId10"/>
    <p:sldLayoutId id="2147483694" r:id="rId11"/>
    <p:sldLayoutId id="2147483698" r:id="rId12"/>
    <p:sldLayoutId id="2147483695" r:id="rId13"/>
    <p:sldLayoutId id="2147483750" r:id="rId14"/>
    <p:sldLayoutId id="2147483751" r:id="rId15"/>
  </p:sldLayoutIdLst>
  <p:hf hdr="0" ftr="0" dt="0"/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2479AE5-B7E6-5DBC-2B46-4F1A18940D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524377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10" imgW="381" imgH="381" progId="TCLayout.ActiveDocument.1">
                  <p:embed/>
                </p:oleObj>
              </mc:Choice>
              <mc:Fallback>
                <p:oleObj name="think-cell 슬라이드" r:id="rId10" imgW="381" imgH="38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479AE5-B7E6-5DBC-2B46-4F1A18940D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6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64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6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74CF0E8D-0402-44F3-AB06-982A9A0087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46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</p:sldLayoutIdLst>
  <p:hf hdr="0" ftr="0" dt="0"/>
  <p:txStyles>
    <p:titleStyle>
      <a:lvl1pPr algn="ctr" defTabSz="990638" rtl="0" eaLnBrk="1" latinLnBrk="1" hangingPunct="1">
        <a:spcBef>
          <a:spcPct val="0"/>
        </a:spcBef>
        <a:buNone/>
        <a:defRPr sz="4767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371489" indent="-371489" algn="l" defTabSz="990638" rtl="0" eaLnBrk="1" latinLnBrk="1" hangingPunct="1">
        <a:spcBef>
          <a:spcPct val="20000"/>
        </a:spcBef>
        <a:buFont typeface="Arial" pitchFamily="34" charset="0"/>
        <a:buChar char="•"/>
        <a:defRPr sz="3467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804895" indent="-309576" algn="l" defTabSz="990638" rtl="0" eaLnBrk="1" latinLnBrk="1" hangingPunct="1">
        <a:spcBef>
          <a:spcPct val="20000"/>
        </a:spcBef>
        <a:buFont typeface="Arial" pitchFamily="34" charset="0"/>
        <a:buChar char="–"/>
        <a:defRPr sz="3034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238298" indent="-247661" algn="l" defTabSz="990638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733618" indent="-247661" algn="l" defTabSz="990638" rtl="0" eaLnBrk="1" latinLnBrk="1" hangingPunct="1">
        <a:spcBef>
          <a:spcPct val="20000"/>
        </a:spcBef>
        <a:buFont typeface="Arial" pitchFamily="34" charset="0"/>
        <a:buChar char="–"/>
        <a:defRPr sz="2167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228936" indent="-247661" algn="l" defTabSz="990638" rtl="0" eaLnBrk="1" latinLnBrk="1" hangingPunct="1">
        <a:spcBef>
          <a:spcPct val="20000"/>
        </a:spcBef>
        <a:buFont typeface="Arial" pitchFamily="34" charset="0"/>
        <a:buChar char="»"/>
        <a:defRPr sz="2167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724255" indent="-247661" algn="l" defTabSz="990638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575" indent="-247661" algn="l" defTabSz="990638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894" indent="-247661" algn="l" defTabSz="990638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213" indent="-247661" algn="l" defTabSz="990638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20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957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277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597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15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235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554" algn="l" defTabSz="990638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5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oleObject" Target="../embeddings/oleObject17.bin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emf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jpe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562DE10-D830-4849-89B3-D7F4565EF8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2218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25" imgH="424" progId="TCLayout.ActiveDocument.1">
                  <p:embed/>
                </p:oleObj>
              </mc:Choice>
              <mc:Fallback>
                <p:oleObj name="think-cell 슬라이드" r:id="rId4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62DE10-D830-4849-89B3-D7F4565EF8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4B4849-1841-49C5-6B1A-BA5DD65FB2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Incubating Center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DBA0FF2-71B8-3723-0068-D06A007E79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2025.09.11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C260EC19-3B92-D8CC-864A-E6A051C788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altLang="ko-KR" sz="2400" b="1" spc="-70" dirty="0">
                <a:ln w="6350">
                  <a:noFill/>
                </a:ln>
              </a:rPr>
              <a:t>Satcom Chipset Evaluation</a:t>
            </a:r>
            <a:endParaRPr lang="ko-KR" altLang="en-US" dirty="0"/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73EC8F9B-CA73-D2B2-7A1C-7BCDE4E6B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Confidential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64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ED921-C981-2AF3-2A97-8BB35D959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0537FEE-DF84-D837-4BF8-D9DF206D9A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7901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381" imgH="381" progId="TCLayout.ActiveDocument.1">
                  <p:embed/>
                </p:oleObj>
              </mc:Choice>
              <mc:Fallback>
                <p:oleObj name="think-cell 슬라이드" r:id="rId3" imgW="381" imgH="38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537FEE-DF84-D837-4BF8-D9DF206D9A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5A3380A-6EE6-B60B-05FD-5CEF1B169C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3153" y="3071682"/>
            <a:ext cx="4837351" cy="2794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Chipset Evaluation 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Test Evaluation Board Trace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 err="1"/>
              <a:t>VNA</a:t>
            </a:r>
            <a:r>
              <a:rPr lang="en-US" altLang="ko-KR" sz="1400" dirty="0"/>
              <a:t> (Vector Network Analyzer)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SG-PM (Signal Generator-Power Meter)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VNA-NF (Signal Analyzer-Noise Figure) Setup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Test Result Summary</a:t>
            </a:r>
            <a:endParaRPr lang="ko-KR" altLang="en-US" sz="1400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49B588A-1E99-7506-86F3-5282B0423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altLang="ko-KR" dirty="0"/>
              <a:t>Test Setup &amp; Test</a:t>
            </a:r>
            <a:r>
              <a:rPr lang="ko-KR" altLang="en-US" dirty="0"/>
              <a:t> </a:t>
            </a:r>
            <a:r>
              <a:rPr lang="en-US" altLang="ko-KR" dirty="0"/>
              <a:t>Result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938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58CCDD-4905-CD54-3B5D-6DA922E7AE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383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381" imgH="381" progId="TCLayout.ActiveDocument.1">
                  <p:embed/>
                </p:oleObj>
              </mc:Choice>
              <mc:Fallback>
                <p:oleObj name="think-cell 슬라이드" r:id="rId3" imgW="381" imgH="38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58CCDD-4905-CD54-3B5D-6DA922E7AE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94D0F24-4066-8DA6-70D6-0EF43219E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altLang="ko-KR" dirty="0"/>
              <a:t>Documents for Test Procedure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796280D-AF68-4830-A78A-1AFAC6D383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125" y="1294507"/>
            <a:ext cx="1662353" cy="23570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64847A9-223D-F214-4649-0F5ADBE8CA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7518" y="1468732"/>
            <a:ext cx="1662353" cy="23570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112F093-C832-26A5-0ED0-60EEF1BB6A9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5911" y="1642956"/>
            <a:ext cx="1660410" cy="23570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87A8EEB-C3B9-FC9B-F1E9-2222EFF92AE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4789" y="1294506"/>
            <a:ext cx="2089708" cy="27055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FB6083-3E00-A248-6522-99EC9D4E6782}"/>
              </a:ext>
            </a:extLst>
          </p:cNvPr>
          <p:cNvSpPr txBox="1"/>
          <p:nvPr/>
        </p:nvSpPr>
        <p:spPr>
          <a:xfrm>
            <a:off x="7126472" y="4091742"/>
            <a:ext cx="20863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i="1" dirty="0">
                <a:latin typeface="+mj-lt"/>
              </a:rPr>
              <a:t>[ CLI User's Guide ]</a:t>
            </a:r>
            <a:endParaRPr lang="ko-KR" altLang="en-US" sz="1300" i="1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65B6EA-9EEA-D720-1AAE-DCB566CB6A97}"/>
              </a:ext>
            </a:extLst>
          </p:cNvPr>
          <p:cNvSpPr txBox="1"/>
          <p:nvPr/>
        </p:nvSpPr>
        <p:spPr>
          <a:xfrm>
            <a:off x="1409670" y="4015907"/>
            <a:ext cx="183610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i="1" dirty="0">
                <a:latin typeface="+mj-lt"/>
              </a:rPr>
              <a:t>[ IC Datasheet ]</a:t>
            </a:r>
            <a:endParaRPr lang="ko-KR" altLang="en-US" sz="1300" i="1" dirty="0">
              <a:latin typeface="+mj-lt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BF43CCC-E4A0-B4B4-0708-A1BF87CE893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4648" y="1294506"/>
            <a:ext cx="2086343" cy="27055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2DF9009-655A-2327-48A2-9C0D5D37FF9A}"/>
              </a:ext>
            </a:extLst>
          </p:cNvPr>
          <p:cNvSpPr txBox="1"/>
          <p:nvPr/>
        </p:nvSpPr>
        <p:spPr>
          <a:xfrm>
            <a:off x="4568578" y="4091742"/>
            <a:ext cx="233932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i="1" dirty="0">
                <a:latin typeface="+mj-lt"/>
              </a:rPr>
              <a:t>[ SPI Interface User Guide ]</a:t>
            </a:r>
            <a:endParaRPr lang="ko-KR" altLang="en-US" sz="1300" i="1" dirty="0">
              <a:latin typeface="+mj-lt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69FB1407-06CF-0319-C488-3A1A27C30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Basic materials for chipset review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C8B058-A1C9-BCCC-CE5A-63A33FC5EE59}"/>
              </a:ext>
            </a:extLst>
          </p:cNvPr>
          <p:cNvSpPr txBox="1"/>
          <p:nvPr/>
        </p:nvSpPr>
        <p:spPr>
          <a:xfrm>
            <a:off x="4603316" y="6255944"/>
            <a:ext cx="20863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>
                <a:latin typeface="+mj-lt"/>
              </a:defRPr>
            </a:lvl1pPr>
          </a:lstStyle>
          <a:p>
            <a:r>
              <a:rPr lang="en-US" altLang="ko-KR" sz="1300" i="1" dirty="0"/>
              <a:t>[ PA / LNA Bias LUTs ]</a:t>
            </a:r>
            <a:endParaRPr lang="ko-KR" altLang="en-US" sz="1300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8477E9-DBB1-3351-CE7C-CA01E3FAF1FE}"/>
              </a:ext>
            </a:extLst>
          </p:cNvPr>
          <p:cNvSpPr txBox="1"/>
          <p:nvPr/>
        </p:nvSpPr>
        <p:spPr>
          <a:xfrm>
            <a:off x="7126472" y="6255944"/>
            <a:ext cx="20863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>
                <a:latin typeface="+mj-lt"/>
              </a:defRPr>
            </a:lvl1pPr>
          </a:lstStyle>
          <a:p>
            <a:r>
              <a:rPr lang="en-US" altLang="ko-KR" sz="1300" i="1" dirty="0"/>
              <a:t>[ Reference Source Code ]</a:t>
            </a:r>
            <a:endParaRPr lang="ko-KR" altLang="en-US" sz="1300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4AD578-1C75-0CF9-F814-509C1E898AF5}"/>
              </a:ext>
            </a:extLst>
          </p:cNvPr>
          <p:cNvSpPr txBox="1"/>
          <p:nvPr/>
        </p:nvSpPr>
        <p:spPr>
          <a:xfrm>
            <a:off x="663100" y="6255944"/>
            <a:ext cx="33292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>
                <a:latin typeface="+mj-lt"/>
              </a:defRPr>
            </a:lvl1pPr>
          </a:lstStyle>
          <a:p>
            <a:r>
              <a:rPr lang="en-US" altLang="ko-KR" sz="1300" i="1" dirty="0"/>
              <a:t>[ Register Map/Beam book Memory Map ]</a:t>
            </a:r>
            <a:endParaRPr lang="ko-KR" altLang="en-US" sz="1300" i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EAF77B-676F-B82A-ECB0-BF421470FAC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0" y="4521259"/>
            <a:ext cx="1386974" cy="16643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CE830A2-6B88-D16C-C113-ACDCF97BE14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2301" y="4530559"/>
            <a:ext cx="2034685" cy="16839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CA727F-A428-C976-6715-34F2E3E5828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5013" y="4545948"/>
            <a:ext cx="1761308" cy="12353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54E8718-206A-DED8-17F8-8BABD024DF1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125" y="5023702"/>
            <a:ext cx="2243720" cy="11908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Rectangle 3">
            <a:extLst>
              <a:ext uri="{FF2B5EF4-FFF2-40B4-BE49-F238E27FC236}">
                <a16:creationId xmlns:a16="http://schemas.microsoft.com/office/drawing/2014/main" id="{5DE13160-5373-9B35-92E8-DB2B4CD90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20" y="2841298"/>
            <a:ext cx="1901386" cy="553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Stampede 2731 TX</a:t>
            </a:r>
          </a:p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Blueway 1721 RX</a:t>
            </a:r>
          </a:p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Stampede </a:t>
            </a:r>
            <a:r>
              <a:rPr lang="en-US" altLang="ko-KR" sz="12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2731LP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TX</a:t>
            </a:r>
          </a:p>
        </p:txBody>
      </p:sp>
    </p:spTree>
    <p:extLst>
      <p:ext uri="{BB962C8B-B14F-4D97-AF65-F5344CB8AC3E}">
        <p14:creationId xmlns:p14="http://schemas.microsoft.com/office/powerpoint/2010/main" val="137350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449FBB1-1A73-ADD7-9E04-C364EEE82ACB}"/>
              </a:ext>
            </a:extLst>
          </p:cNvPr>
          <p:cNvGrpSpPr/>
          <p:nvPr/>
        </p:nvGrpSpPr>
        <p:grpSpPr>
          <a:xfrm>
            <a:off x="3327227" y="3312824"/>
            <a:ext cx="5785196" cy="3161442"/>
            <a:chOff x="561999" y="1148056"/>
            <a:chExt cx="6210276" cy="339373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BD1EFD2-1F5B-F239-82EC-C219EA60580B}"/>
                </a:ext>
              </a:extLst>
            </p:cNvPr>
            <p:cNvGrpSpPr/>
            <p:nvPr/>
          </p:nvGrpSpPr>
          <p:grpSpPr>
            <a:xfrm>
              <a:off x="562000" y="1148056"/>
              <a:ext cx="6210275" cy="3178982"/>
              <a:chOff x="562000" y="1148056"/>
              <a:chExt cx="8425163" cy="431276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4762FC56-C4F3-3951-942A-118262222E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562000" y="1148056"/>
                <a:ext cx="4219550" cy="43127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8F9B703C-E976-FDF9-4227-464B30D91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781550" y="1148056"/>
                <a:ext cx="4205613" cy="4312762"/>
              </a:xfrm>
              <a:prstGeom prst="rect">
                <a:avLst/>
              </a:prstGeom>
            </p:spPr>
          </p:pic>
        </p:grp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554798B-05D0-2ABF-0F54-435187DA7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999" y="4327038"/>
              <a:ext cx="3110274" cy="214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104775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•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–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·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›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latinLnBrk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(Front)</a:t>
              </a: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D88A5589-E069-2D8F-6076-F175277DA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273" y="4327038"/>
              <a:ext cx="3100002" cy="214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104775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•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–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·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›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87" lvl="1" indent="0" algn="ctr" latinLnBrk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(Back)</a:t>
              </a: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50B1E7D-7188-F4C4-5BA8-E0EEFFF8B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Satcom Chipset Evaluation Board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F04629-D400-07D6-048D-DC45D40B25AB}"/>
              </a:ext>
            </a:extLst>
          </p:cNvPr>
          <p:cNvSpPr/>
          <p:nvPr/>
        </p:nvSpPr>
        <p:spPr>
          <a:xfrm>
            <a:off x="4554365" y="4616644"/>
            <a:ext cx="36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7A8D811-B8E0-D063-649B-C67D67F06013}"/>
              </a:ext>
            </a:extLst>
          </p:cNvPr>
          <p:cNvCxnSpPr>
            <a:cxnSpLocks/>
          </p:cNvCxnSpPr>
          <p:nvPr/>
        </p:nvCxnSpPr>
        <p:spPr>
          <a:xfrm>
            <a:off x="452673" y="3648547"/>
            <a:ext cx="4114565" cy="1318741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C23B76C-1755-3BE7-951B-A984532B5F45}"/>
              </a:ext>
            </a:extLst>
          </p:cNvPr>
          <p:cNvCxnSpPr>
            <a:cxnSpLocks/>
          </p:cNvCxnSpPr>
          <p:nvPr/>
        </p:nvCxnSpPr>
        <p:spPr>
          <a:xfrm>
            <a:off x="4173648" y="1466661"/>
            <a:ext cx="731727" cy="3157727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Rectangle 3">
            <a:extLst>
              <a:ext uri="{FF2B5EF4-FFF2-40B4-BE49-F238E27FC236}">
                <a16:creationId xmlns:a16="http://schemas.microsoft.com/office/drawing/2014/main" id="{63B4FD85-17E4-BE08-9D57-33270F137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TX/RX IC evaluation board designed for UK customer, with specifications similar to Broad Market IC.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AFB039D-C120-F762-0DAA-BC73AAD73329}"/>
              </a:ext>
            </a:extLst>
          </p:cNvPr>
          <p:cNvGrpSpPr/>
          <p:nvPr/>
        </p:nvGrpSpPr>
        <p:grpSpPr>
          <a:xfrm>
            <a:off x="426186" y="1430448"/>
            <a:ext cx="3774622" cy="2245259"/>
            <a:chOff x="426186" y="1430448"/>
            <a:chExt cx="3774622" cy="2245259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FAA22D5-F64D-59C3-04FC-9B3539AA3A30}"/>
                </a:ext>
              </a:extLst>
            </p:cNvPr>
            <p:cNvSpPr/>
            <p:nvPr/>
          </p:nvSpPr>
          <p:spPr>
            <a:xfrm>
              <a:off x="426186" y="1430448"/>
              <a:ext cx="3774622" cy="22452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4196217-1059-4E3C-EC9C-0BFF2E569DEE}"/>
                </a:ext>
              </a:extLst>
            </p:cNvPr>
            <p:cNvGrpSpPr/>
            <p:nvPr/>
          </p:nvGrpSpPr>
          <p:grpSpPr>
            <a:xfrm>
              <a:off x="614695" y="1578372"/>
              <a:ext cx="3358333" cy="1989622"/>
              <a:chOff x="379305" y="1056310"/>
              <a:chExt cx="3358333" cy="1989622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0200F897-BBBF-2252-2186-312772CCE7D5}"/>
                  </a:ext>
                </a:extLst>
              </p:cNvPr>
              <p:cNvGrpSpPr/>
              <p:nvPr/>
            </p:nvGrpSpPr>
            <p:grpSpPr>
              <a:xfrm>
                <a:off x="379306" y="1056310"/>
                <a:ext cx="3358332" cy="1789789"/>
                <a:chOff x="6400030" y="4669968"/>
                <a:chExt cx="3358332" cy="1789789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97537798-DDFE-B9A6-FABA-B911F838F8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6200000">
                  <a:off x="6321905" y="4748093"/>
                  <a:ext cx="1789787" cy="1633537"/>
                </a:xfrm>
                <a:prstGeom prst="rect">
                  <a:avLst/>
                </a:prstGeom>
              </p:spPr>
            </p:pic>
            <p:pic>
              <p:nvPicPr>
                <p:cNvPr id="1032" name="Picture 8">
                  <a:extLst>
                    <a:ext uri="{FF2B5EF4-FFF2-40B4-BE49-F238E27FC236}">
                      <a16:creationId xmlns:a16="http://schemas.microsoft.com/office/drawing/2014/main" id="{77F73C9B-B790-6972-7746-4C4FCB31660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 bwMode="auto">
                <a:xfrm rot="5400000">
                  <a:off x="8046699" y="4748094"/>
                  <a:ext cx="1789789" cy="163353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F8D560C4-6297-90CC-4C2E-166A1A223A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305" y="2845877"/>
                <a:ext cx="1633539" cy="2000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1300">
                    <a:solidFill>
                      <a:schemeClr val="tx1"/>
                    </a:solidFill>
                    <a:latin typeface="+mj-lt"/>
                    <a:ea typeface="+mj-ea"/>
                    <a:cs typeface="+mn-cs"/>
                  </a:defRPr>
                </a:lvl1pPr>
                <a:lvl2pPr marL="104775" indent="-103188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buChar char="•"/>
                  <a:defRPr kumimoji="1" sz="13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209550" indent="-103188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314325" indent="-103188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buChar char="·"/>
                  <a:defRPr kumimoji="1" sz="13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420688" indent="-98425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3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877888" indent="-98425" algn="l" defTabSz="936625" rtl="0" fontAlgn="base" latinLnBrk="1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2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335088" indent="-98425" algn="l" defTabSz="936625" rtl="0" fontAlgn="base" latinLnBrk="1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2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792288" indent="-98425" algn="l" defTabSz="936625" rtl="0" fontAlgn="base" latinLnBrk="1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2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249488" indent="-98425" algn="l" defTabSz="936625" rtl="0" fontAlgn="base" latinLnBrk="1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2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latinLnBrk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(TX 2731)</a:t>
                </a:r>
              </a:p>
            </p:txBody>
          </p:sp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55CED544-0AC9-DC4E-1077-63D7D01C2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1434" y="2845877"/>
                <a:ext cx="1633539" cy="2000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1300">
                    <a:solidFill>
                      <a:schemeClr val="tx1"/>
                    </a:solidFill>
                    <a:latin typeface="+mj-lt"/>
                    <a:ea typeface="+mj-ea"/>
                    <a:cs typeface="+mn-cs"/>
                  </a:defRPr>
                </a:lvl1pPr>
                <a:lvl2pPr marL="104775" indent="-103188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buChar char="•"/>
                  <a:defRPr kumimoji="1" sz="13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209550" indent="-103188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buChar char="–"/>
                  <a:defRPr kumimoji="1" sz="1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314325" indent="-103188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buChar char="·"/>
                  <a:defRPr kumimoji="1" sz="13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420688" indent="-98425" algn="l" defTabSz="936625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3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877888" indent="-98425" algn="l" defTabSz="936625" rtl="0" fontAlgn="base" latinLnBrk="1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2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335088" indent="-98425" algn="l" defTabSz="936625" rtl="0" fontAlgn="base" latinLnBrk="1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2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792288" indent="-98425" algn="l" defTabSz="936625" rtl="0" fontAlgn="base" latinLnBrk="1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2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249488" indent="-98425" algn="l" defTabSz="936625" rtl="0" fontAlgn="base" latinLnBrk="1">
                  <a:spcBef>
                    <a:spcPct val="0"/>
                  </a:spcBef>
                  <a:spcAft>
                    <a:spcPct val="0"/>
                  </a:spcAft>
                  <a:buChar char="›"/>
                  <a:defRPr kumimoji="1" sz="12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1587" lvl="1" indent="0" algn="ctr" latinLnBrk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dirty="0"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(RX 1721)</a:t>
                </a:r>
              </a:p>
            </p:txBody>
          </p:sp>
        </p:grp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D71EF9-9F2E-B26E-83A3-FF405E0C325A}"/>
              </a:ext>
            </a:extLst>
          </p:cNvPr>
          <p:cNvSpPr/>
          <p:nvPr/>
        </p:nvSpPr>
        <p:spPr>
          <a:xfrm>
            <a:off x="905347" y="1963436"/>
            <a:ext cx="1104522" cy="4345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UK Company</a:t>
            </a:r>
            <a:endParaRPr lang="ko-KR" altLang="en-US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A746D4-8AA2-45F2-6AA0-DE2F4BCD90E1}"/>
              </a:ext>
            </a:extLst>
          </p:cNvPr>
          <p:cNvSpPr/>
          <p:nvPr/>
        </p:nvSpPr>
        <p:spPr>
          <a:xfrm>
            <a:off x="2658680" y="1963436"/>
            <a:ext cx="1104522" cy="4345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UK Company</a:t>
            </a:r>
            <a:endParaRPr lang="ko-KR" altLang="en-US" sz="1200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D7098C5-B9D5-CCA6-C8C7-4CCC6F15A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227" y="3061395"/>
            <a:ext cx="5785197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Evaluation Board</a:t>
            </a:r>
          </a:p>
        </p:txBody>
      </p:sp>
    </p:spTree>
    <p:extLst>
      <p:ext uri="{BB962C8B-B14F-4D97-AF65-F5344CB8AC3E}">
        <p14:creationId xmlns:p14="http://schemas.microsoft.com/office/powerpoint/2010/main" val="179598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46E2663-57A5-4FF0-6B02-73BE562A7A31}"/>
              </a:ext>
            </a:extLst>
          </p:cNvPr>
          <p:cNvGraphicFramePr>
            <a:graphicFrameLocks/>
          </p:cNvGraphicFramePr>
          <p:nvPr/>
        </p:nvGraphicFramePr>
        <p:xfrm>
          <a:off x="4276552" y="1867539"/>
          <a:ext cx="4919464" cy="3994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8B366F2C-578B-CE0A-F81D-79E25EEF4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339188"/>
              </p:ext>
            </p:extLst>
          </p:nvPr>
        </p:nvGraphicFramePr>
        <p:xfrm>
          <a:off x="379306" y="1867539"/>
          <a:ext cx="3784287" cy="3982145"/>
        </p:xfrm>
        <a:graphic>
          <a:graphicData uri="http://schemas.openxmlformats.org/drawingml/2006/table">
            <a:tbl>
              <a:tblPr/>
              <a:tblGrid>
                <a:gridCol w="608728">
                  <a:extLst>
                    <a:ext uri="{9D8B030D-6E8A-4147-A177-3AD203B41FA5}">
                      <a16:colId xmlns:a16="http://schemas.microsoft.com/office/drawing/2014/main" val="3300770076"/>
                    </a:ext>
                  </a:extLst>
                </a:gridCol>
                <a:gridCol w="707153">
                  <a:extLst>
                    <a:ext uri="{9D8B030D-6E8A-4147-A177-3AD203B41FA5}">
                      <a16:colId xmlns:a16="http://schemas.microsoft.com/office/drawing/2014/main" val="2594538865"/>
                    </a:ext>
                  </a:extLst>
                </a:gridCol>
                <a:gridCol w="354728">
                  <a:extLst>
                    <a:ext uri="{9D8B030D-6E8A-4147-A177-3AD203B41FA5}">
                      <a16:colId xmlns:a16="http://schemas.microsoft.com/office/drawing/2014/main" val="2295499117"/>
                    </a:ext>
                  </a:extLst>
                </a:gridCol>
                <a:gridCol w="335678">
                  <a:extLst>
                    <a:ext uri="{9D8B030D-6E8A-4147-A177-3AD203B41FA5}">
                      <a16:colId xmlns:a16="http://schemas.microsoft.com/office/drawing/2014/main" val="281642533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3438918009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306421554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105860196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440667086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154685698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3337260956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17754872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987247377"/>
                    </a:ext>
                  </a:extLst>
                </a:gridCol>
              </a:tblGrid>
              <a:tr h="30568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ka-Band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Frequency</a:t>
                      </a:r>
                    </a:p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(GHz)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RF</a:t>
                      </a:r>
                    </a:p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Common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H Pol </a:t>
                      </a:r>
                    </a:p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Channels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V Pol</a:t>
                      </a:r>
                    </a:p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Channels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674227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IO_H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IO_V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H0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H1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H2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H3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V0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V1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V2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V3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657130"/>
                  </a:ext>
                </a:extLst>
              </a:tr>
              <a:tr h="305688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Downlink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band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17.7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424856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18.5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681752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19.5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663252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20.0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1.9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1.9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1.9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1.9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099105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20.7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1.9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1.9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1.9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1.9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308672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21.2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082390"/>
                  </a:ext>
                </a:extLst>
              </a:tr>
              <a:tr h="305688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Uplink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band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27.5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036749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28.7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81096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29.5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387429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30.0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565266"/>
                  </a:ext>
                </a:extLst>
              </a:tr>
              <a:tr h="305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31.0 </a:t>
                      </a:r>
                    </a:p>
                  </a:txBody>
                  <a:tcPr marL="9089" marR="9089" marT="908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218473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0FDCE005-19B1-C956-F99C-D7AA8A0AE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Test Evaluation Board Trace Loss</a:t>
            </a:r>
            <a:endParaRPr lang="ko-KR" altLang="en-US" dirty="0"/>
          </a:p>
        </p:txBody>
      </p:sp>
      <p:sp>
        <p:nvSpPr>
          <p:cNvPr id="33" name="ColumnHeader">
            <a:extLst>
              <a:ext uri="{FF2B5EF4-FFF2-40B4-BE49-F238E27FC236}">
                <a16:creationId xmlns:a16="http://schemas.microsoft.com/office/drawing/2014/main" id="{D31DA503-3643-4788-1E15-B4E1B61234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79307" y="1417020"/>
            <a:ext cx="3784286" cy="32534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latinLnBrk="1">
              <a:defRPr/>
            </a:pPr>
            <a:r>
              <a:rPr kumimoji="1" lang="en-US" altLang="ko-KR" sz="1500" b="1" i="0" dirty="0">
                <a:solidFill>
                  <a:srgbClr val="000000"/>
                </a:solidFill>
                <a:latin typeface="+mj-lt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t>Evaluation Board Trace Loss</a:t>
            </a:r>
            <a:endParaRPr kumimoji="1" lang="en-US" sz="1500" b="1" i="0" dirty="0">
              <a:solidFill>
                <a:srgbClr val="000000"/>
              </a:solidFill>
              <a:latin typeface="+mj-lt"/>
              <a:ea typeface="Noto Sans KR" panose="020B0500000000000000" pitchFamily="34" charset="-127"/>
              <a:cs typeface="Arial" pitchFamily="34" charset="0"/>
              <a:sym typeface="Noto Sans KR" panose="020B0500000000000000" pitchFamily="34" charset="-127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89DFED3-908B-B691-35EA-156053B84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Check the RF cable and evaluation board trace loss in the frequency bands used for Ka-Band chipset verification.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933A47-9C45-F193-6A18-79778D62EAEF}"/>
              </a:ext>
            </a:extLst>
          </p:cNvPr>
          <p:cNvSpPr txBox="1"/>
          <p:nvPr/>
        </p:nvSpPr>
        <p:spPr>
          <a:xfrm>
            <a:off x="4775180" y="4364921"/>
            <a:ext cx="252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Ka-Downlink Band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5CC64E-F752-B7CF-A081-75E590658E41}"/>
              </a:ext>
            </a:extLst>
          </p:cNvPr>
          <p:cNvSpPr txBox="1"/>
          <p:nvPr/>
        </p:nvSpPr>
        <p:spPr>
          <a:xfrm>
            <a:off x="6977671" y="4364920"/>
            <a:ext cx="252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Ka-Uplink Band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0551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8C6F5-B75B-F37B-26EB-CF4D127CC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How to measure the trace loss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16B862-565D-76AF-BCCC-7EAAD9456A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6086197" y="4005786"/>
            <a:ext cx="2408910" cy="2446297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743C6ABE-88BE-7409-4AC4-98F0C269B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1961" y="6460467"/>
            <a:ext cx="289738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(CH Trace dummy)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992AF-C535-81E4-265B-5F74BEBD6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093107" y="1444715"/>
            <a:ext cx="2395091" cy="24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4E1F76C-01D0-081F-1053-4F47031D2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9413" y="1444715"/>
            <a:ext cx="2395091" cy="24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D70A7097-993C-4BBB-3524-DA496F87E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267" y="6460467"/>
            <a:ext cx="289738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587" lvl="1" indent="0" algn="ctr" latinLnBrk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(Common Trace dummy)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1CB324B-4CBB-6044-C913-740CF7CBED5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512503" y="4005786"/>
            <a:ext cx="2408910" cy="2446297"/>
          </a:xfrm>
          <a:prstGeom prst="rect">
            <a:avLst/>
          </a:prstGeom>
        </p:spPr>
      </p:pic>
      <p:sp>
        <p:nvSpPr>
          <p:cNvPr id="11" name="ColumnHeader">
            <a:extLst>
              <a:ext uri="{FF2B5EF4-FFF2-40B4-BE49-F238E27FC236}">
                <a16:creationId xmlns:a16="http://schemas.microsoft.com/office/drawing/2014/main" id="{3C3A8692-D7D2-7D93-0CA7-7C970DBFFD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0958" y="901420"/>
            <a:ext cx="4212000" cy="30995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algn="ctr">
              <a:defRPr/>
            </a:pPr>
            <a:r>
              <a:rPr kumimoji="1" lang="en-US" altLang="ko-KR" sz="1400" b="1" i="0" dirty="0">
                <a:solidFill>
                  <a:srgbClr val="000000"/>
                </a:solidFill>
                <a:latin typeface="+mj-lt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t>Common Path </a:t>
            </a:r>
          </a:p>
        </p:txBody>
      </p:sp>
      <p:sp>
        <p:nvSpPr>
          <p:cNvPr id="12" name="ColumnHeader">
            <a:extLst>
              <a:ext uri="{FF2B5EF4-FFF2-40B4-BE49-F238E27FC236}">
                <a16:creationId xmlns:a16="http://schemas.microsoft.com/office/drawing/2014/main" id="{201AFA2E-2C32-EC24-D28B-61ED2C1F93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184652" y="901420"/>
            <a:ext cx="4212000" cy="30995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algn="ctr">
              <a:defRPr/>
            </a:pPr>
            <a:r>
              <a:rPr kumimoji="1" lang="en-US" altLang="ko-KR" sz="1400" b="1" dirty="0">
                <a:solidFill>
                  <a:srgbClr val="000000"/>
                </a:solidFill>
                <a:latin typeface="+mj-lt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t>Channel Path 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68784F5-4E06-61C3-F472-7C799B432BC1}"/>
              </a:ext>
            </a:extLst>
          </p:cNvPr>
          <p:cNvGrpSpPr/>
          <p:nvPr/>
        </p:nvGrpSpPr>
        <p:grpSpPr>
          <a:xfrm>
            <a:off x="1495600" y="5384006"/>
            <a:ext cx="2400124" cy="223838"/>
            <a:chOff x="1495600" y="5384006"/>
            <a:chExt cx="2400124" cy="223838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0498F953-0335-CB77-08B2-69FCF1867ACD}"/>
                </a:ext>
              </a:extLst>
            </p:cNvPr>
            <p:cNvCxnSpPr/>
            <p:nvPr/>
          </p:nvCxnSpPr>
          <p:spPr>
            <a:xfrm>
              <a:off x="1495600" y="5400675"/>
              <a:ext cx="4808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5381E586-DF9D-8E3D-592F-5C75666BF0E0}"/>
                </a:ext>
              </a:extLst>
            </p:cNvPr>
            <p:cNvCxnSpPr/>
            <p:nvPr/>
          </p:nvCxnSpPr>
          <p:spPr>
            <a:xfrm>
              <a:off x="3414887" y="5395913"/>
              <a:ext cx="4808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51AFBEE-64D3-66D7-FE5A-4E8146667E9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974" y="5600700"/>
              <a:ext cx="971376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EBD00F0-A9F1-0D57-01B4-FA12C8851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9444" y="5384006"/>
              <a:ext cx="245269" cy="223838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0C70474-0ED0-20F8-4571-97FD485EE7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1675" y="5391150"/>
              <a:ext cx="242888" cy="20955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ADCBAA7-33DF-3C57-E98F-5F59021C260B}"/>
              </a:ext>
            </a:extLst>
          </p:cNvPr>
          <p:cNvGrpSpPr/>
          <p:nvPr/>
        </p:nvGrpSpPr>
        <p:grpSpPr>
          <a:xfrm>
            <a:off x="1773095" y="2520543"/>
            <a:ext cx="1827355" cy="168682"/>
            <a:chOff x="1495600" y="5384006"/>
            <a:chExt cx="2400124" cy="223838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A636FD7-3F90-6EA7-40FC-B992C3AC5195}"/>
                </a:ext>
              </a:extLst>
            </p:cNvPr>
            <p:cNvCxnSpPr/>
            <p:nvPr/>
          </p:nvCxnSpPr>
          <p:spPr>
            <a:xfrm>
              <a:off x="1495600" y="5400675"/>
              <a:ext cx="4808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C31F27C0-EE9F-6664-5E35-44807E84EFC8}"/>
                </a:ext>
              </a:extLst>
            </p:cNvPr>
            <p:cNvCxnSpPr/>
            <p:nvPr/>
          </p:nvCxnSpPr>
          <p:spPr>
            <a:xfrm>
              <a:off x="3414887" y="5395913"/>
              <a:ext cx="4808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74DB5588-657C-3BC1-F933-464625142644}"/>
                </a:ext>
              </a:extLst>
            </p:cNvPr>
            <p:cNvCxnSpPr>
              <a:cxnSpLocks/>
            </p:cNvCxnSpPr>
            <p:nvPr/>
          </p:nvCxnSpPr>
          <p:spPr>
            <a:xfrm>
              <a:off x="2209974" y="5600700"/>
              <a:ext cx="971376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5DF4075-57E2-C7EF-40EA-258725891C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9444" y="5384006"/>
              <a:ext cx="245269" cy="223838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C520C146-1D39-E310-3DB1-FFD84E0821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1675" y="5391150"/>
              <a:ext cx="242888" cy="20955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45A81A7-9315-D64E-6584-38C2191C5F96}"/>
              </a:ext>
            </a:extLst>
          </p:cNvPr>
          <p:cNvGrpSpPr/>
          <p:nvPr/>
        </p:nvGrpSpPr>
        <p:grpSpPr>
          <a:xfrm>
            <a:off x="7616825" y="4044950"/>
            <a:ext cx="593725" cy="2381250"/>
            <a:chOff x="7616825" y="4044950"/>
            <a:chExt cx="593725" cy="238125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7F134A15-306D-AFA2-672B-84A6AA36D787}"/>
                </a:ext>
              </a:extLst>
            </p:cNvPr>
            <p:cNvCxnSpPr>
              <a:cxnSpLocks/>
            </p:cNvCxnSpPr>
            <p:nvPr/>
          </p:nvCxnSpPr>
          <p:spPr>
            <a:xfrm>
              <a:off x="7618401" y="4977036"/>
              <a:ext cx="0" cy="515714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A30E4F78-EC45-5B86-D58C-80B6AB7598E2}"/>
                </a:ext>
              </a:extLst>
            </p:cNvPr>
            <p:cNvCxnSpPr>
              <a:cxnSpLocks/>
            </p:cNvCxnSpPr>
            <p:nvPr/>
          </p:nvCxnSpPr>
          <p:spPr>
            <a:xfrm>
              <a:off x="8196251" y="6115050"/>
              <a:ext cx="0" cy="31115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C15D224E-E71B-02E1-C61B-6AF0AFBFEE65}"/>
                </a:ext>
              </a:extLst>
            </p:cNvPr>
            <p:cNvCxnSpPr>
              <a:cxnSpLocks/>
            </p:cNvCxnSpPr>
            <p:nvPr/>
          </p:nvCxnSpPr>
          <p:spPr>
            <a:xfrm>
              <a:off x="8199426" y="4044950"/>
              <a:ext cx="0" cy="31115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8B554449-86C2-DE61-196C-5AB684DC08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1576" y="4660900"/>
              <a:ext cx="331799" cy="32385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8B4B3AB-BA66-E360-CED1-CC4B16281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7063" y="4333875"/>
              <a:ext cx="263487" cy="257175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1FB1A4F3-3FAC-4B0D-FC1F-3287F7A89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5525" y="4581525"/>
              <a:ext cx="0" cy="104775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AB53506B-B34B-1248-57FE-7750D8D9B5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825" y="5480050"/>
              <a:ext cx="323850" cy="33020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B1D5F7B-B0D8-B6A7-EFF0-7682EF38D1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42274" y="5873750"/>
              <a:ext cx="255343" cy="26035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BEF9F3E0-D34A-C7B0-C7CC-360304FB4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5216" y="5792879"/>
              <a:ext cx="0" cy="106271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BF516043-8ADA-EA3F-9A39-D1856AF774B4}"/>
              </a:ext>
            </a:extLst>
          </p:cNvPr>
          <p:cNvGrpSpPr/>
          <p:nvPr/>
        </p:nvGrpSpPr>
        <p:grpSpPr>
          <a:xfrm>
            <a:off x="7290743" y="1758950"/>
            <a:ext cx="414008" cy="1826222"/>
            <a:chOff x="7616825" y="4044950"/>
            <a:chExt cx="593725" cy="2381250"/>
          </a:xfrm>
        </p:grpSpPr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FE7F9D47-FB48-517A-387D-B361356DB668}"/>
                </a:ext>
              </a:extLst>
            </p:cNvPr>
            <p:cNvCxnSpPr>
              <a:cxnSpLocks/>
            </p:cNvCxnSpPr>
            <p:nvPr/>
          </p:nvCxnSpPr>
          <p:spPr>
            <a:xfrm>
              <a:off x="7618401" y="4977036"/>
              <a:ext cx="0" cy="515714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4B13CBBB-EDAD-00D6-A19B-50EED9955C42}"/>
                </a:ext>
              </a:extLst>
            </p:cNvPr>
            <p:cNvCxnSpPr>
              <a:cxnSpLocks/>
            </p:cNvCxnSpPr>
            <p:nvPr/>
          </p:nvCxnSpPr>
          <p:spPr>
            <a:xfrm>
              <a:off x="8196251" y="6115050"/>
              <a:ext cx="0" cy="31115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6E2E683C-10AB-039F-D26C-D0BA37955736}"/>
                </a:ext>
              </a:extLst>
            </p:cNvPr>
            <p:cNvCxnSpPr>
              <a:cxnSpLocks/>
            </p:cNvCxnSpPr>
            <p:nvPr/>
          </p:nvCxnSpPr>
          <p:spPr>
            <a:xfrm>
              <a:off x="8199426" y="4044950"/>
              <a:ext cx="0" cy="31115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5482989D-1F91-7499-C49D-775F74FE6D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1576" y="4660900"/>
              <a:ext cx="331799" cy="32385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8202666-55FA-EE35-5633-95B39948F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7063" y="4333875"/>
              <a:ext cx="263487" cy="257175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943537B8-5C7F-69C1-F59C-D1548645BA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5525" y="4581525"/>
              <a:ext cx="0" cy="104775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F8927B91-E9F8-3657-D9D3-AC1EF8F722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825" y="5480050"/>
              <a:ext cx="323850" cy="33020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639F04FC-A4E3-953B-35A5-19D0BC9AD3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42274" y="5873750"/>
              <a:ext cx="255343" cy="26035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589543FA-90CB-ADE1-5C5A-69E88D260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5216" y="5792879"/>
              <a:ext cx="0" cy="106271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C5DAB5C-343B-78DE-3785-3D4AAACB67DE}"/>
              </a:ext>
            </a:extLst>
          </p:cNvPr>
          <p:cNvGrpSpPr/>
          <p:nvPr/>
        </p:nvGrpSpPr>
        <p:grpSpPr>
          <a:xfrm>
            <a:off x="7424738" y="4041775"/>
            <a:ext cx="209550" cy="2381250"/>
            <a:chOff x="7424738" y="4041775"/>
            <a:chExt cx="209550" cy="2381250"/>
          </a:xfrm>
        </p:grpSpPr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DEB4BEC7-1641-5C31-AA57-B5BA22E2A44A}"/>
                </a:ext>
              </a:extLst>
            </p:cNvPr>
            <p:cNvCxnSpPr>
              <a:cxnSpLocks/>
            </p:cNvCxnSpPr>
            <p:nvPr/>
          </p:nvCxnSpPr>
          <p:spPr>
            <a:xfrm>
              <a:off x="7623175" y="4041775"/>
              <a:ext cx="0" cy="26352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BF882B07-8F84-4D6B-DB07-E7A613187FF0}"/>
                </a:ext>
              </a:extLst>
            </p:cNvPr>
            <p:cNvCxnSpPr>
              <a:cxnSpLocks/>
            </p:cNvCxnSpPr>
            <p:nvPr/>
          </p:nvCxnSpPr>
          <p:spPr>
            <a:xfrm>
              <a:off x="7508875" y="4314825"/>
              <a:ext cx="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B35B1547-FFAD-F3BB-6044-E968B6D00F34}"/>
                </a:ext>
              </a:extLst>
            </p:cNvPr>
            <p:cNvCxnSpPr>
              <a:cxnSpLocks/>
            </p:cNvCxnSpPr>
            <p:nvPr/>
          </p:nvCxnSpPr>
          <p:spPr>
            <a:xfrm>
              <a:off x="7613650" y="4473575"/>
              <a:ext cx="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1C9C48A6-173A-9D6C-2738-B9DADB9C0EA4}"/>
                </a:ext>
              </a:extLst>
            </p:cNvPr>
            <p:cNvCxnSpPr>
              <a:cxnSpLocks/>
            </p:cNvCxnSpPr>
            <p:nvPr/>
          </p:nvCxnSpPr>
          <p:spPr>
            <a:xfrm>
              <a:off x="7432675" y="4778375"/>
              <a:ext cx="0" cy="92392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2FFBD8BF-656A-9C3F-45C2-F1655085726C}"/>
                </a:ext>
              </a:extLst>
            </p:cNvPr>
            <p:cNvCxnSpPr>
              <a:cxnSpLocks/>
            </p:cNvCxnSpPr>
            <p:nvPr/>
          </p:nvCxnSpPr>
          <p:spPr>
            <a:xfrm>
              <a:off x="7604125" y="5848350"/>
              <a:ext cx="0" cy="14605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B48D78CE-D75A-731E-3F69-701936E16AE0}"/>
                </a:ext>
              </a:extLst>
            </p:cNvPr>
            <p:cNvCxnSpPr>
              <a:cxnSpLocks/>
            </p:cNvCxnSpPr>
            <p:nvPr/>
          </p:nvCxnSpPr>
          <p:spPr>
            <a:xfrm>
              <a:off x="7610475" y="6153150"/>
              <a:ext cx="0" cy="26987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DB1A2DE6-D46C-ECCA-CFC7-A74F6C48DDE5}"/>
                </a:ext>
              </a:extLst>
            </p:cNvPr>
            <p:cNvCxnSpPr>
              <a:cxnSpLocks/>
            </p:cNvCxnSpPr>
            <p:nvPr/>
          </p:nvCxnSpPr>
          <p:spPr>
            <a:xfrm>
              <a:off x="7499350" y="6003925"/>
              <a:ext cx="0" cy="1270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941B4D7E-7288-5DCF-678F-454260FCB006}"/>
                </a:ext>
              </a:extLst>
            </p:cNvPr>
            <p:cNvCxnSpPr>
              <a:cxnSpLocks/>
            </p:cNvCxnSpPr>
            <p:nvPr/>
          </p:nvCxnSpPr>
          <p:spPr>
            <a:xfrm>
              <a:off x="7439025" y="5686425"/>
              <a:ext cx="176213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2E8F4D1-D656-B050-CD59-79050724F0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6650" y="5976938"/>
              <a:ext cx="119063" cy="381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46580D97-6625-EECC-972B-91DF7AAE7596}"/>
                </a:ext>
              </a:extLst>
            </p:cNvPr>
            <p:cNvCxnSpPr>
              <a:cxnSpLocks/>
            </p:cNvCxnSpPr>
            <p:nvPr/>
          </p:nvCxnSpPr>
          <p:spPr>
            <a:xfrm>
              <a:off x="7500938" y="6115050"/>
              <a:ext cx="123825" cy="4762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52AE1E05-CD5F-C3CF-A97B-E30FA4C0F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4738" y="4614863"/>
              <a:ext cx="200025" cy="152399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098B6BC-C632-ECC0-EC74-1F8794EF2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9988" y="4310063"/>
              <a:ext cx="114300" cy="33337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7233BFAB-6CF1-573F-C2EF-ECE05CB9CCD1}"/>
                </a:ext>
              </a:extLst>
            </p:cNvPr>
            <p:cNvCxnSpPr>
              <a:cxnSpLocks/>
            </p:cNvCxnSpPr>
            <p:nvPr/>
          </p:nvCxnSpPr>
          <p:spPr>
            <a:xfrm>
              <a:off x="7510463" y="4476750"/>
              <a:ext cx="119062" cy="4763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F17F424C-8008-933D-9F2C-F2EBDCD66249}"/>
              </a:ext>
            </a:extLst>
          </p:cNvPr>
          <p:cNvGrpSpPr/>
          <p:nvPr/>
        </p:nvGrpSpPr>
        <p:grpSpPr>
          <a:xfrm>
            <a:off x="7231380" y="1783080"/>
            <a:ext cx="189548" cy="1821180"/>
            <a:chOff x="7424738" y="4041775"/>
            <a:chExt cx="209550" cy="2381250"/>
          </a:xfrm>
        </p:grpSpPr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BDDBDF94-9662-FC6F-4099-F59E1EF4559C}"/>
                </a:ext>
              </a:extLst>
            </p:cNvPr>
            <p:cNvCxnSpPr>
              <a:cxnSpLocks/>
            </p:cNvCxnSpPr>
            <p:nvPr/>
          </p:nvCxnSpPr>
          <p:spPr>
            <a:xfrm>
              <a:off x="7623175" y="4041775"/>
              <a:ext cx="0" cy="26352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ABD37FCD-C420-2023-F54B-6FB821F1B96B}"/>
                </a:ext>
              </a:extLst>
            </p:cNvPr>
            <p:cNvCxnSpPr>
              <a:cxnSpLocks/>
            </p:cNvCxnSpPr>
            <p:nvPr/>
          </p:nvCxnSpPr>
          <p:spPr>
            <a:xfrm>
              <a:off x="7508875" y="4314825"/>
              <a:ext cx="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BBEB4B10-4082-428E-B5EB-B72FADA475D3}"/>
                </a:ext>
              </a:extLst>
            </p:cNvPr>
            <p:cNvCxnSpPr>
              <a:cxnSpLocks/>
            </p:cNvCxnSpPr>
            <p:nvPr/>
          </p:nvCxnSpPr>
          <p:spPr>
            <a:xfrm>
              <a:off x="7613650" y="4473575"/>
              <a:ext cx="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AC8ADA4C-6DCC-6A8F-66A3-CC315D6BE824}"/>
                </a:ext>
              </a:extLst>
            </p:cNvPr>
            <p:cNvCxnSpPr>
              <a:cxnSpLocks/>
            </p:cNvCxnSpPr>
            <p:nvPr/>
          </p:nvCxnSpPr>
          <p:spPr>
            <a:xfrm>
              <a:off x="7432675" y="4778375"/>
              <a:ext cx="0" cy="92392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F0D7A273-5EB7-53EE-ECEC-5482AA10B25A}"/>
                </a:ext>
              </a:extLst>
            </p:cNvPr>
            <p:cNvCxnSpPr>
              <a:cxnSpLocks/>
            </p:cNvCxnSpPr>
            <p:nvPr/>
          </p:nvCxnSpPr>
          <p:spPr>
            <a:xfrm>
              <a:off x="7604125" y="5848350"/>
              <a:ext cx="0" cy="14605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0226EFF2-E6B9-7E81-A000-F3D1C925B867}"/>
                </a:ext>
              </a:extLst>
            </p:cNvPr>
            <p:cNvCxnSpPr>
              <a:cxnSpLocks/>
            </p:cNvCxnSpPr>
            <p:nvPr/>
          </p:nvCxnSpPr>
          <p:spPr>
            <a:xfrm>
              <a:off x="7610475" y="6153150"/>
              <a:ext cx="0" cy="26987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09A84B75-6B9D-CF07-126A-4B0F1C851C37}"/>
                </a:ext>
              </a:extLst>
            </p:cNvPr>
            <p:cNvCxnSpPr>
              <a:cxnSpLocks/>
            </p:cNvCxnSpPr>
            <p:nvPr/>
          </p:nvCxnSpPr>
          <p:spPr>
            <a:xfrm>
              <a:off x="7499350" y="6003925"/>
              <a:ext cx="0" cy="1270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30D6B9C0-2FA7-88B3-EC85-4DCA69EFA22E}"/>
                </a:ext>
              </a:extLst>
            </p:cNvPr>
            <p:cNvCxnSpPr>
              <a:cxnSpLocks/>
            </p:cNvCxnSpPr>
            <p:nvPr/>
          </p:nvCxnSpPr>
          <p:spPr>
            <a:xfrm>
              <a:off x="7439025" y="5686425"/>
              <a:ext cx="176213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F63E7E23-F0E8-0D54-3801-1F8F671F7A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6650" y="5976938"/>
              <a:ext cx="119063" cy="381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F6806B05-3E70-D605-CC3A-1CA809730B39}"/>
                </a:ext>
              </a:extLst>
            </p:cNvPr>
            <p:cNvCxnSpPr>
              <a:cxnSpLocks/>
            </p:cNvCxnSpPr>
            <p:nvPr/>
          </p:nvCxnSpPr>
          <p:spPr>
            <a:xfrm>
              <a:off x="7500938" y="6115050"/>
              <a:ext cx="123825" cy="4762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57FE6225-2885-77DF-3A6F-70103B4809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4738" y="4614863"/>
              <a:ext cx="200025" cy="152399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14D53EA8-E819-6CCC-FA0A-0AA425C331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9988" y="4310063"/>
              <a:ext cx="114300" cy="33337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E5758A7A-083A-5A8D-490E-9C5C2944A9C0}"/>
                </a:ext>
              </a:extLst>
            </p:cNvPr>
            <p:cNvCxnSpPr>
              <a:cxnSpLocks/>
            </p:cNvCxnSpPr>
            <p:nvPr/>
          </p:nvCxnSpPr>
          <p:spPr>
            <a:xfrm>
              <a:off x="7510463" y="4476750"/>
              <a:ext cx="119062" cy="4763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0EC91771-A8E5-8D0D-5477-46ECB9597E77}"/>
              </a:ext>
            </a:extLst>
          </p:cNvPr>
          <p:cNvSpPr txBox="1"/>
          <p:nvPr/>
        </p:nvSpPr>
        <p:spPr>
          <a:xfrm>
            <a:off x="1610548" y="5003417"/>
            <a:ext cx="56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B0F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➊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FBB90FC-F75B-A1EC-454D-87CA9211AEA8}"/>
              </a:ext>
            </a:extLst>
          </p:cNvPr>
          <p:cNvSpPr txBox="1"/>
          <p:nvPr/>
        </p:nvSpPr>
        <p:spPr>
          <a:xfrm>
            <a:off x="6959576" y="5660245"/>
            <a:ext cx="56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❷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2753E6C-2E52-7EC7-E489-DA9DE79D80EC}"/>
              </a:ext>
            </a:extLst>
          </p:cNvPr>
          <p:cNvSpPr txBox="1"/>
          <p:nvPr/>
        </p:nvSpPr>
        <p:spPr>
          <a:xfrm>
            <a:off x="7645905" y="4767937"/>
            <a:ext cx="56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206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➌</a:t>
            </a:r>
            <a:endParaRPr lang="ko-KR" altLang="en-US" dirty="0">
              <a:solidFill>
                <a:srgbClr val="00206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C35EDD9-8C48-E218-5156-53B5289D37D4}"/>
              </a:ext>
            </a:extLst>
          </p:cNvPr>
          <p:cNvSpPr txBox="1"/>
          <p:nvPr/>
        </p:nvSpPr>
        <p:spPr>
          <a:xfrm>
            <a:off x="2861949" y="2168174"/>
            <a:ext cx="9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B0F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➊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C4E78D7-6792-26E3-9A25-73BE74AB0C87}"/>
              </a:ext>
            </a:extLst>
          </p:cNvPr>
          <p:cNvSpPr txBox="1"/>
          <p:nvPr/>
        </p:nvSpPr>
        <p:spPr>
          <a:xfrm>
            <a:off x="6795105" y="2668558"/>
            <a:ext cx="56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❷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0BA2D62-C9F9-5F94-4A28-2499616BE0E3}"/>
              </a:ext>
            </a:extLst>
          </p:cNvPr>
          <p:cNvSpPr txBox="1"/>
          <p:nvPr/>
        </p:nvSpPr>
        <p:spPr>
          <a:xfrm>
            <a:off x="7182670" y="2668558"/>
            <a:ext cx="56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206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➌</a:t>
            </a:r>
            <a:endParaRPr lang="ko-KR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363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E4CC1-46A5-9FD0-936A-676DADFB6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VNA</a:t>
            </a:r>
            <a:r>
              <a:rPr lang="en-US" altLang="ko-KR" dirty="0"/>
              <a:t> Setup</a:t>
            </a:r>
            <a:endParaRPr lang="ko-KR" altLang="en-US" dirty="0"/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2EBE87BE-1457-730F-2E72-8268F77EA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5852342"/>
            <a:ext cx="915812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Offset Calculation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SG (Signal Generator) : Cable Loss (w/Zero Cal.) + Channel Trace Loss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Signal Analyzer : Cable</a:t>
            </a:r>
            <a:r>
              <a:rPr lang="ko-KR" altLang="en-US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Loss (w/Zero Cal.)</a:t>
            </a:r>
            <a:r>
              <a:rPr lang="ko-KR" altLang="en-US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+</a:t>
            </a:r>
            <a:r>
              <a:rPr lang="ko-KR" altLang="en-US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Common Trace Loss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CCB515-9D16-FE3D-CE23-7CFB941A5DEF}"/>
              </a:ext>
            </a:extLst>
          </p:cNvPr>
          <p:cNvSpPr/>
          <p:nvPr/>
        </p:nvSpPr>
        <p:spPr>
          <a:xfrm>
            <a:off x="379307" y="1449048"/>
            <a:ext cx="6675017" cy="416983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>
              <a:defRPr/>
            </a:pPr>
            <a:endParaRPr lang="ko-KR" altLang="en-US" sz="1463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13" name="직사각형 1112">
            <a:extLst>
              <a:ext uri="{FF2B5EF4-FFF2-40B4-BE49-F238E27FC236}">
                <a16:creationId xmlns:a16="http://schemas.microsoft.com/office/drawing/2014/main" id="{16481A08-D854-C7E5-F9E8-4CD61223231F}"/>
              </a:ext>
            </a:extLst>
          </p:cNvPr>
          <p:cNvSpPr/>
          <p:nvPr/>
        </p:nvSpPr>
        <p:spPr>
          <a:xfrm>
            <a:off x="7054324" y="1449048"/>
            <a:ext cx="2468984" cy="41698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ko-KR" altLang="en-US" sz="1463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21A2F9-2E53-1E16-57B6-A297386B8DC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744630" y="2866011"/>
            <a:ext cx="2011038" cy="1464348"/>
          </a:xfrm>
          <a:prstGeom prst="rect">
            <a:avLst/>
          </a:prstGeom>
        </p:spPr>
      </p:pic>
      <p:sp>
        <p:nvSpPr>
          <p:cNvPr id="1146" name="TextBox 1145">
            <a:extLst>
              <a:ext uri="{FF2B5EF4-FFF2-40B4-BE49-F238E27FC236}">
                <a16:creationId xmlns:a16="http://schemas.microsoft.com/office/drawing/2014/main" id="{C47971FC-AD60-AFFD-14C2-E69E87477449}"/>
              </a:ext>
            </a:extLst>
          </p:cNvPr>
          <p:cNvSpPr txBox="1"/>
          <p:nvPr/>
        </p:nvSpPr>
        <p:spPr>
          <a:xfrm>
            <a:off x="3076198" y="4334498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CH_V1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F7301FF1-948C-63D8-DA30-747D2BCCD7D5}"/>
              </a:ext>
            </a:extLst>
          </p:cNvPr>
          <p:cNvSpPr txBox="1"/>
          <p:nvPr/>
        </p:nvSpPr>
        <p:spPr>
          <a:xfrm>
            <a:off x="3352562" y="4334498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CH_H1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D7392497-A61D-CF5D-B652-DD346FB4F3F7}"/>
              </a:ext>
            </a:extLst>
          </p:cNvPr>
          <p:cNvSpPr txBox="1"/>
          <p:nvPr/>
        </p:nvSpPr>
        <p:spPr>
          <a:xfrm>
            <a:off x="3647976" y="4334498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CH_H0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8A0177C7-A36E-82C7-E41D-F419BB242C77}"/>
              </a:ext>
            </a:extLst>
          </p:cNvPr>
          <p:cNvSpPr txBox="1"/>
          <p:nvPr/>
        </p:nvSpPr>
        <p:spPr>
          <a:xfrm>
            <a:off x="3949739" y="4334498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CH_V0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08642609-C727-F71C-DCA7-F49A37194FF6}"/>
              </a:ext>
            </a:extLst>
          </p:cNvPr>
          <p:cNvSpPr txBox="1"/>
          <p:nvPr/>
        </p:nvSpPr>
        <p:spPr>
          <a:xfrm>
            <a:off x="3093396" y="2402092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CH_V3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8B0583D3-470C-1AAD-0FC3-7A9CE1B5FBB5}"/>
              </a:ext>
            </a:extLst>
          </p:cNvPr>
          <p:cNvSpPr txBox="1"/>
          <p:nvPr/>
        </p:nvSpPr>
        <p:spPr>
          <a:xfrm>
            <a:off x="3378589" y="2402092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CH_H3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A1882014-46AF-54DC-4AA7-C63B0E896EC5}"/>
              </a:ext>
            </a:extLst>
          </p:cNvPr>
          <p:cNvSpPr txBox="1"/>
          <p:nvPr/>
        </p:nvSpPr>
        <p:spPr>
          <a:xfrm>
            <a:off x="3663782" y="2402092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CH_H2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E00CAEA2-4B6D-E73D-181D-AF10065CED98}"/>
              </a:ext>
            </a:extLst>
          </p:cNvPr>
          <p:cNvSpPr txBox="1"/>
          <p:nvPr/>
        </p:nvSpPr>
        <p:spPr>
          <a:xfrm>
            <a:off x="3948976" y="2402092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CH_V2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09D3A36-92FB-CD5F-FDAE-81ACE9C78C95}"/>
              </a:ext>
            </a:extLst>
          </p:cNvPr>
          <p:cNvCxnSpPr>
            <a:cxnSpLocks/>
          </p:cNvCxnSpPr>
          <p:nvPr/>
        </p:nvCxnSpPr>
        <p:spPr>
          <a:xfrm flipV="1">
            <a:off x="2736586" y="3597788"/>
            <a:ext cx="968367" cy="4208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25052C4-414D-3EC1-7CCD-AE03E0438933}"/>
              </a:ext>
            </a:extLst>
          </p:cNvPr>
          <p:cNvGrpSpPr/>
          <p:nvPr/>
        </p:nvGrpSpPr>
        <p:grpSpPr>
          <a:xfrm>
            <a:off x="3333011" y="3630861"/>
            <a:ext cx="403061" cy="699782"/>
            <a:chOff x="4202906" y="3857625"/>
            <a:chExt cx="559594" cy="97155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8DCF4C2-6359-C1FD-04E4-25B6F57F9F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3857625"/>
              <a:ext cx="114300" cy="123825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52CABD4-031E-2F86-AE2D-5D2AE5054D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52963" y="3967163"/>
              <a:ext cx="9525" cy="452437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2E846F2-ADD0-C3E1-EAE3-AFF74F2F2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569" y="4405313"/>
              <a:ext cx="119062" cy="114300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0057B6C-358D-29D8-CC6E-ECF78F48B1AE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6" y="4512469"/>
              <a:ext cx="226219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47290F7-00B0-44DF-B153-E8880D201F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906" y="4505325"/>
              <a:ext cx="147638" cy="154781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09F43A2F-2DAD-DA07-6D43-F9F9466282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5288" y="4645819"/>
              <a:ext cx="2381" cy="183356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1" name="직선 연결선 1180">
            <a:extLst>
              <a:ext uri="{FF2B5EF4-FFF2-40B4-BE49-F238E27FC236}">
                <a16:creationId xmlns:a16="http://schemas.microsoft.com/office/drawing/2014/main" id="{F606839F-69B1-CE30-227A-655ADB0F6506}"/>
              </a:ext>
            </a:extLst>
          </p:cNvPr>
          <p:cNvCxnSpPr>
            <a:cxnSpLocks/>
          </p:cNvCxnSpPr>
          <p:nvPr/>
        </p:nvCxnSpPr>
        <p:spPr>
          <a:xfrm flipV="1">
            <a:off x="3803386" y="3599892"/>
            <a:ext cx="973931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7" name="그룹 1226">
            <a:extLst>
              <a:ext uri="{FF2B5EF4-FFF2-40B4-BE49-F238E27FC236}">
                <a16:creationId xmlns:a16="http://schemas.microsoft.com/office/drawing/2014/main" id="{B7138819-3D15-A9CE-4723-95518203A4DB}"/>
              </a:ext>
            </a:extLst>
          </p:cNvPr>
          <p:cNvGrpSpPr/>
          <p:nvPr/>
        </p:nvGrpSpPr>
        <p:grpSpPr>
          <a:xfrm>
            <a:off x="3774811" y="3622898"/>
            <a:ext cx="414337" cy="702469"/>
            <a:chOff x="3671888" y="3793331"/>
            <a:chExt cx="414337" cy="702469"/>
          </a:xfrm>
        </p:grpSpPr>
        <p:cxnSp>
          <p:nvCxnSpPr>
            <p:cNvPr id="1196" name="직선 연결선 1195">
              <a:extLst>
                <a:ext uri="{FF2B5EF4-FFF2-40B4-BE49-F238E27FC236}">
                  <a16:creationId xmlns:a16="http://schemas.microsoft.com/office/drawing/2014/main" id="{91309685-F0F5-C028-16EE-3153450CE753}"/>
                </a:ext>
              </a:extLst>
            </p:cNvPr>
            <p:cNvCxnSpPr>
              <a:cxnSpLocks/>
            </p:cNvCxnSpPr>
            <p:nvPr/>
          </p:nvCxnSpPr>
          <p:spPr>
            <a:xfrm>
              <a:off x="3671888" y="3793331"/>
              <a:ext cx="76200" cy="8096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직선 연결선 1206">
              <a:extLst>
                <a:ext uri="{FF2B5EF4-FFF2-40B4-BE49-F238E27FC236}">
                  <a16:creationId xmlns:a16="http://schemas.microsoft.com/office/drawing/2014/main" id="{A069B916-2167-A590-9AD1-B07E45D75F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0944" y="3862388"/>
              <a:ext cx="4762" cy="347662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직선 연결선 1211">
              <a:extLst>
                <a:ext uri="{FF2B5EF4-FFF2-40B4-BE49-F238E27FC236}">
                  <a16:creationId xmlns:a16="http://schemas.microsoft.com/office/drawing/2014/main" id="{D37F8ADC-A776-E334-02A9-4AD0DCDCCA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0944" y="4193381"/>
              <a:ext cx="78581" cy="7620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직선 연결선 1215">
              <a:extLst>
                <a:ext uri="{FF2B5EF4-FFF2-40B4-BE49-F238E27FC236}">
                  <a16:creationId xmlns:a16="http://schemas.microsoft.com/office/drawing/2014/main" id="{60F711CC-DE3F-C5DF-8844-445080356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7619" y="4269581"/>
              <a:ext cx="183356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직선 연결선 1219">
              <a:extLst>
                <a:ext uri="{FF2B5EF4-FFF2-40B4-BE49-F238E27FC236}">
                  <a16:creationId xmlns:a16="http://schemas.microsoft.com/office/drawing/2014/main" id="{FFFE5575-6C1F-1CF7-666A-990284F469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76688" y="4262438"/>
              <a:ext cx="109537" cy="109537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4" name="직선 연결선 1223">
              <a:extLst>
                <a:ext uri="{FF2B5EF4-FFF2-40B4-BE49-F238E27FC236}">
                  <a16:creationId xmlns:a16="http://schemas.microsoft.com/office/drawing/2014/main" id="{7C40663F-E01C-21F2-A66D-A49AC25DCE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3844" y="4360069"/>
              <a:ext cx="2381" cy="13573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FDE05BD-B60D-31AD-4F5E-18C760D69E9D}"/>
              </a:ext>
            </a:extLst>
          </p:cNvPr>
          <p:cNvGrpSpPr/>
          <p:nvPr/>
        </p:nvGrpSpPr>
        <p:grpSpPr>
          <a:xfrm rot="16200000">
            <a:off x="3075603" y="2579193"/>
            <a:ext cx="488879" cy="57509"/>
            <a:chOff x="7510565" y="3928292"/>
            <a:chExt cx="601696" cy="70780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E0AB5944-345B-2FCD-A00B-069FBF18325F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615C9F0-100F-1470-C9BC-19C7A7BCF39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320701D-ECDE-367D-7550-20763ED1BD25}"/>
              </a:ext>
            </a:extLst>
          </p:cNvPr>
          <p:cNvGrpSpPr/>
          <p:nvPr/>
        </p:nvGrpSpPr>
        <p:grpSpPr>
          <a:xfrm rot="16200000">
            <a:off x="3359524" y="2579193"/>
            <a:ext cx="488879" cy="57509"/>
            <a:chOff x="7510565" y="3928292"/>
            <a:chExt cx="601696" cy="70780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352F2A5-E945-A54A-59C8-B9958BE7B364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E16FE39-B191-F175-FD34-16D73E73800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015AB0F-5CD2-9113-7364-41D7DF9C8056}"/>
              </a:ext>
            </a:extLst>
          </p:cNvPr>
          <p:cNvGrpSpPr/>
          <p:nvPr/>
        </p:nvGrpSpPr>
        <p:grpSpPr>
          <a:xfrm rot="16200000">
            <a:off x="3643445" y="2579193"/>
            <a:ext cx="488879" cy="57509"/>
            <a:chOff x="7510565" y="3928292"/>
            <a:chExt cx="601696" cy="70780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5A1616CF-FE89-4D30-F85C-232E502557D0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BE1C4CF2-C8DB-AC72-C920-5DDFAD5E0F2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59792BF-AF58-C9C7-8704-6F9A07667248}"/>
              </a:ext>
            </a:extLst>
          </p:cNvPr>
          <p:cNvGrpSpPr/>
          <p:nvPr/>
        </p:nvGrpSpPr>
        <p:grpSpPr>
          <a:xfrm rot="16200000">
            <a:off x="3927367" y="2579193"/>
            <a:ext cx="488879" cy="57509"/>
            <a:chOff x="7510565" y="3928292"/>
            <a:chExt cx="601696" cy="70780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A80BA74-B746-7C79-484B-1E6438C53193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581C75C2-92F2-826F-96B7-1A32FA06C41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3" name="TextBox 1032">
            <a:extLst>
              <a:ext uri="{FF2B5EF4-FFF2-40B4-BE49-F238E27FC236}">
                <a16:creationId xmlns:a16="http://schemas.microsoft.com/office/drawing/2014/main" id="{2DDBE74F-8827-D1D2-1A16-81D21BA35296}"/>
              </a:ext>
            </a:extLst>
          </p:cNvPr>
          <p:cNvSpPr txBox="1"/>
          <p:nvPr/>
        </p:nvSpPr>
        <p:spPr>
          <a:xfrm>
            <a:off x="2030843" y="3363025"/>
            <a:ext cx="721311" cy="25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RF_IO_V</a:t>
            </a:r>
            <a:endParaRPr lang="en-US" altLang="ko-KR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34" name="그룹 1033">
            <a:extLst>
              <a:ext uri="{FF2B5EF4-FFF2-40B4-BE49-F238E27FC236}">
                <a16:creationId xmlns:a16="http://schemas.microsoft.com/office/drawing/2014/main" id="{FFCBE441-E7DA-256C-DB59-3FF7C55AF1B7}"/>
              </a:ext>
            </a:extLst>
          </p:cNvPr>
          <p:cNvGrpSpPr/>
          <p:nvPr/>
        </p:nvGrpSpPr>
        <p:grpSpPr>
          <a:xfrm rot="10800000">
            <a:off x="2146762" y="3577464"/>
            <a:ext cx="578465" cy="57509"/>
            <a:chOff x="7400304" y="3928292"/>
            <a:chExt cx="711957" cy="70780"/>
          </a:xfrm>
          <a:solidFill>
            <a:srgbClr val="FFC000"/>
          </a:solidFill>
        </p:grpSpPr>
        <p:sp>
          <p:nvSpPr>
            <p:cNvPr id="1035" name="타원 1034">
              <a:extLst>
                <a:ext uri="{FF2B5EF4-FFF2-40B4-BE49-F238E27FC236}">
                  <a16:creationId xmlns:a16="http://schemas.microsoft.com/office/drawing/2014/main" id="{4AF5E46A-7F3C-63EA-0FBB-84E78229AB67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36" name="직선 연결선 1035">
              <a:extLst>
                <a:ext uri="{FF2B5EF4-FFF2-40B4-BE49-F238E27FC236}">
                  <a16:creationId xmlns:a16="http://schemas.microsoft.com/office/drawing/2014/main" id="{94EA615A-3620-AA43-0CB9-01E72628A447}"/>
                </a:ext>
              </a:extLst>
            </p:cNvPr>
            <p:cNvCxnSpPr>
              <a:cxnSpLocks/>
            </p:cNvCxnSpPr>
            <p:nvPr/>
          </p:nvCxnSpPr>
          <p:spPr>
            <a:xfrm>
              <a:off x="7400304" y="3963682"/>
              <a:ext cx="641177" cy="0"/>
            </a:xfrm>
            <a:prstGeom prst="line">
              <a:avLst/>
            </a:prstGeom>
            <a:grpFill/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7" name="TextBox 1036">
            <a:extLst>
              <a:ext uri="{FF2B5EF4-FFF2-40B4-BE49-F238E27FC236}">
                <a16:creationId xmlns:a16="http://schemas.microsoft.com/office/drawing/2014/main" id="{CBCEB52D-AFA7-E487-488E-1DA965C297EC}"/>
              </a:ext>
            </a:extLst>
          </p:cNvPr>
          <p:cNvSpPr txBox="1"/>
          <p:nvPr/>
        </p:nvSpPr>
        <p:spPr>
          <a:xfrm>
            <a:off x="4756094" y="3356675"/>
            <a:ext cx="686207" cy="25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RF_IO_H</a:t>
            </a:r>
            <a:endParaRPr lang="en-US" altLang="ko-KR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38" name="그룹 1037">
            <a:extLst>
              <a:ext uri="{FF2B5EF4-FFF2-40B4-BE49-F238E27FC236}">
                <a16:creationId xmlns:a16="http://schemas.microsoft.com/office/drawing/2014/main" id="{D6A43E50-52A3-DA94-A1A5-29E1AAFB5560}"/>
              </a:ext>
            </a:extLst>
          </p:cNvPr>
          <p:cNvGrpSpPr/>
          <p:nvPr/>
        </p:nvGrpSpPr>
        <p:grpSpPr>
          <a:xfrm>
            <a:off x="4787485" y="3571115"/>
            <a:ext cx="578465" cy="57509"/>
            <a:chOff x="7400304" y="3928292"/>
            <a:chExt cx="711957" cy="70780"/>
          </a:xfrm>
          <a:solidFill>
            <a:srgbClr val="FFC000"/>
          </a:solidFill>
        </p:grpSpPr>
        <p:sp>
          <p:nvSpPr>
            <p:cNvPr id="1039" name="타원 1038">
              <a:extLst>
                <a:ext uri="{FF2B5EF4-FFF2-40B4-BE49-F238E27FC236}">
                  <a16:creationId xmlns:a16="http://schemas.microsoft.com/office/drawing/2014/main" id="{C0C1330E-2F15-666D-97B0-604062745B13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40" name="직선 연결선 1039">
              <a:extLst>
                <a:ext uri="{FF2B5EF4-FFF2-40B4-BE49-F238E27FC236}">
                  <a16:creationId xmlns:a16="http://schemas.microsoft.com/office/drawing/2014/main" id="{41318FB7-2D63-242E-4EE7-D8771AFFD58A}"/>
                </a:ext>
              </a:extLst>
            </p:cNvPr>
            <p:cNvCxnSpPr>
              <a:cxnSpLocks/>
            </p:cNvCxnSpPr>
            <p:nvPr/>
          </p:nvCxnSpPr>
          <p:spPr>
            <a:xfrm>
              <a:off x="7400304" y="3963682"/>
              <a:ext cx="641177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91F4A3-E8FD-D622-BB14-372F0312F55E}"/>
              </a:ext>
            </a:extLst>
          </p:cNvPr>
          <p:cNvGrpSpPr/>
          <p:nvPr/>
        </p:nvGrpSpPr>
        <p:grpSpPr>
          <a:xfrm rot="5400000">
            <a:off x="3088571" y="4546541"/>
            <a:ext cx="488879" cy="57509"/>
            <a:chOff x="7510565" y="3928292"/>
            <a:chExt cx="601696" cy="70780"/>
          </a:xfrm>
        </p:grpSpPr>
        <p:sp>
          <p:nvSpPr>
            <p:cNvPr id="1048" name="타원 1047">
              <a:extLst>
                <a:ext uri="{FF2B5EF4-FFF2-40B4-BE49-F238E27FC236}">
                  <a16:creationId xmlns:a16="http://schemas.microsoft.com/office/drawing/2014/main" id="{8FF911C3-75B1-EAB9-2D03-2C0311105482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49" name="직선 연결선 1048">
              <a:extLst>
                <a:ext uri="{FF2B5EF4-FFF2-40B4-BE49-F238E27FC236}">
                  <a16:creationId xmlns:a16="http://schemas.microsoft.com/office/drawing/2014/main" id="{863FFBE8-DEC8-497C-4E31-B401892FE88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0" name="그룹 1049">
            <a:extLst>
              <a:ext uri="{FF2B5EF4-FFF2-40B4-BE49-F238E27FC236}">
                <a16:creationId xmlns:a16="http://schemas.microsoft.com/office/drawing/2014/main" id="{43394C44-6E79-A20F-F671-BE93A213CDB0}"/>
              </a:ext>
            </a:extLst>
          </p:cNvPr>
          <p:cNvGrpSpPr/>
          <p:nvPr/>
        </p:nvGrpSpPr>
        <p:grpSpPr>
          <a:xfrm rot="5400000">
            <a:off x="3360528" y="4546541"/>
            <a:ext cx="488879" cy="57509"/>
            <a:chOff x="7510565" y="3928292"/>
            <a:chExt cx="601696" cy="70780"/>
          </a:xfrm>
        </p:grpSpPr>
        <p:sp>
          <p:nvSpPr>
            <p:cNvPr id="1052" name="타원 1051">
              <a:extLst>
                <a:ext uri="{FF2B5EF4-FFF2-40B4-BE49-F238E27FC236}">
                  <a16:creationId xmlns:a16="http://schemas.microsoft.com/office/drawing/2014/main" id="{56F12CDF-412F-85BE-2571-67138BC95D12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53" name="직선 연결선 1052">
              <a:extLst>
                <a:ext uri="{FF2B5EF4-FFF2-40B4-BE49-F238E27FC236}">
                  <a16:creationId xmlns:a16="http://schemas.microsoft.com/office/drawing/2014/main" id="{66403F97-83D6-83F6-79A2-6F337589408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737E5AEB-D254-9DC2-4495-C2BD6D8A641F}"/>
              </a:ext>
            </a:extLst>
          </p:cNvPr>
          <p:cNvGrpSpPr/>
          <p:nvPr/>
        </p:nvGrpSpPr>
        <p:grpSpPr>
          <a:xfrm rot="5400000">
            <a:off x="3661730" y="4546541"/>
            <a:ext cx="488879" cy="57509"/>
            <a:chOff x="7510565" y="3928292"/>
            <a:chExt cx="601696" cy="70780"/>
          </a:xfrm>
        </p:grpSpPr>
        <p:sp>
          <p:nvSpPr>
            <p:cNvPr id="1055" name="타원 1054">
              <a:extLst>
                <a:ext uri="{FF2B5EF4-FFF2-40B4-BE49-F238E27FC236}">
                  <a16:creationId xmlns:a16="http://schemas.microsoft.com/office/drawing/2014/main" id="{67187F05-B931-D8A8-FA83-FCCA600B5AFA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56" name="직선 연결선 1055">
              <a:extLst>
                <a:ext uri="{FF2B5EF4-FFF2-40B4-BE49-F238E27FC236}">
                  <a16:creationId xmlns:a16="http://schemas.microsoft.com/office/drawing/2014/main" id="{86F1C688-26D9-B06D-829A-65DCE00C4CB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7" name="그룹 1056">
            <a:extLst>
              <a:ext uri="{FF2B5EF4-FFF2-40B4-BE49-F238E27FC236}">
                <a16:creationId xmlns:a16="http://schemas.microsoft.com/office/drawing/2014/main" id="{EF5C1027-3004-E02A-74A9-93F329CC220C}"/>
              </a:ext>
            </a:extLst>
          </p:cNvPr>
          <p:cNvGrpSpPr/>
          <p:nvPr/>
        </p:nvGrpSpPr>
        <p:grpSpPr>
          <a:xfrm rot="5400000">
            <a:off x="3944558" y="4546541"/>
            <a:ext cx="488879" cy="57509"/>
            <a:chOff x="7510565" y="3928292"/>
            <a:chExt cx="601696" cy="70780"/>
          </a:xfrm>
        </p:grpSpPr>
        <p:sp>
          <p:nvSpPr>
            <p:cNvPr id="1058" name="타원 1057">
              <a:extLst>
                <a:ext uri="{FF2B5EF4-FFF2-40B4-BE49-F238E27FC236}">
                  <a16:creationId xmlns:a16="http://schemas.microsoft.com/office/drawing/2014/main" id="{9FE74F2B-B761-DC60-6AD2-89AF68DB35D5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59" name="직선 연결선 1058">
              <a:extLst>
                <a:ext uri="{FF2B5EF4-FFF2-40B4-BE49-F238E27FC236}">
                  <a16:creationId xmlns:a16="http://schemas.microsoft.com/office/drawing/2014/main" id="{1209B438-F88F-2647-5A0C-86DA6327EF2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1" name="직선 화살표 연결선 1140">
            <a:extLst>
              <a:ext uri="{FF2B5EF4-FFF2-40B4-BE49-F238E27FC236}">
                <a16:creationId xmlns:a16="http://schemas.microsoft.com/office/drawing/2014/main" id="{BDB721FE-5F49-A050-F667-9F2EF7724A09}"/>
              </a:ext>
            </a:extLst>
          </p:cNvPr>
          <p:cNvCxnSpPr>
            <a:cxnSpLocks/>
          </p:cNvCxnSpPr>
          <p:nvPr/>
        </p:nvCxnSpPr>
        <p:spPr>
          <a:xfrm flipH="1">
            <a:off x="3153304" y="3263330"/>
            <a:ext cx="7144" cy="300037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직사각형 1160">
            <a:extLst>
              <a:ext uri="{FF2B5EF4-FFF2-40B4-BE49-F238E27FC236}">
                <a16:creationId xmlns:a16="http://schemas.microsoft.com/office/drawing/2014/main" id="{DD93C2CC-2CBE-AB66-51B7-A22C79B33E72}"/>
              </a:ext>
            </a:extLst>
          </p:cNvPr>
          <p:cNvSpPr/>
          <p:nvPr/>
        </p:nvSpPr>
        <p:spPr>
          <a:xfrm>
            <a:off x="3068890" y="3013365"/>
            <a:ext cx="909998" cy="2381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9" name="직선 화살표 연결선 1228">
            <a:extLst>
              <a:ext uri="{FF2B5EF4-FFF2-40B4-BE49-F238E27FC236}">
                <a16:creationId xmlns:a16="http://schemas.microsoft.com/office/drawing/2014/main" id="{2C0252E4-8C1B-2E2C-2459-8835003C9251}"/>
              </a:ext>
            </a:extLst>
          </p:cNvPr>
          <p:cNvCxnSpPr>
            <a:cxnSpLocks/>
          </p:cNvCxnSpPr>
          <p:nvPr/>
        </p:nvCxnSpPr>
        <p:spPr>
          <a:xfrm>
            <a:off x="3817673" y="3253805"/>
            <a:ext cx="233363" cy="319087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" name="직선 화살표 연결선 1230">
            <a:extLst>
              <a:ext uri="{FF2B5EF4-FFF2-40B4-BE49-F238E27FC236}">
                <a16:creationId xmlns:a16="http://schemas.microsoft.com/office/drawing/2014/main" id="{B7D2362E-77A5-7908-2EDF-A085C58D3BF4}"/>
              </a:ext>
            </a:extLst>
          </p:cNvPr>
          <p:cNvCxnSpPr>
            <a:cxnSpLocks/>
          </p:cNvCxnSpPr>
          <p:nvPr/>
        </p:nvCxnSpPr>
        <p:spPr>
          <a:xfrm flipH="1" flipV="1">
            <a:off x="3867135" y="3784823"/>
            <a:ext cx="185488" cy="65088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3" name="직사각형 1232">
            <a:extLst>
              <a:ext uri="{FF2B5EF4-FFF2-40B4-BE49-F238E27FC236}">
                <a16:creationId xmlns:a16="http://schemas.microsoft.com/office/drawing/2014/main" id="{35449172-B83D-B0F7-C462-1CED740A0C77}"/>
              </a:ext>
            </a:extLst>
          </p:cNvPr>
          <p:cNvSpPr/>
          <p:nvPr/>
        </p:nvSpPr>
        <p:spPr>
          <a:xfrm>
            <a:off x="3970245" y="3725645"/>
            <a:ext cx="785424" cy="2381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37" name="직선 화살표 연결선 1236">
            <a:extLst>
              <a:ext uri="{FF2B5EF4-FFF2-40B4-BE49-F238E27FC236}">
                <a16:creationId xmlns:a16="http://schemas.microsoft.com/office/drawing/2014/main" id="{67E10959-E56E-53A1-3B0A-16617E2635F7}"/>
              </a:ext>
            </a:extLst>
          </p:cNvPr>
          <p:cNvCxnSpPr>
            <a:cxnSpLocks/>
          </p:cNvCxnSpPr>
          <p:nvPr/>
        </p:nvCxnSpPr>
        <p:spPr>
          <a:xfrm flipH="1">
            <a:off x="3681647" y="3854674"/>
            <a:ext cx="370976" cy="53986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89BCE4-7742-D00B-A885-903DB4D732FD}"/>
              </a:ext>
            </a:extLst>
          </p:cNvPr>
          <p:cNvSpPr txBox="1"/>
          <p:nvPr/>
        </p:nvSpPr>
        <p:spPr>
          <a:xfrm>
            <a:off x="7603183" y="2446397"/>
            <a:ext cx="144000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(1) Keysight </a:t>
            </a:r>
            <a:r>
              <a:rPr lang="en-US" altLang="ko-KR" sz="894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N5224B</a:t>
            </a: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85AD64-CBB8-B53A-A185-7535EBAEE680}"/>
              </a:ext>
            </a:extLst>
          </p:cNvPr>
          <p:cNvSpPr txBox="1"/>
          <p:nvPr/>
        </p:nvSpPr>
        <p:spPr>
          <a:xfrm>
            <a:off x="7603183" y="3768823"/>
            <a:ext cx="144000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(2) Keysight </a:t>
            </a:r>
            <a:r>
              <a:rPr lang="en-US" altLang="ko-KR" sz="894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E36312A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7F692E-955D-00D2-D894-66DE9BD7B41A}"/>
              </a:ext>
            </a:extLst>
          </p:cNvPr>
          <p:cNvSpPr txBox="1"/>
          <p:nvPr/>
        </p:nvSpPr>
        <p:spPr>
          <a:xfrm>
            <a:off x="4110039" y="2863748"/>
            <a:ext cx="74311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highlight>
                  <a:srgbClr val="F2F2F2"/>
                </a:highlight>
                <a:latin typeface="Noto Sans KR" panose="020B0500000000000000" pitchFamily="34" charset="-127"/>
                <a:ea typeface="Noto Sans KR" panose="020B0500000000000000" pitchFamily="34" charset="-127"/>
              </a:rPr>
              <a:t>Evaluation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833D22-1758-BBEB-15C5-B2558ADD910F}"/>
              </a:ext>
            </a:extLst>
          </p:cNvPr>
          <p:cNvSpPr txBox="1"/>
          <p:nvPr/>
        </p:nvSpPr>
        <p:spPr>
          <a:xfrm>
            <a:off x="379305" y="5328144"/>
            <a:ext cx="67276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00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(S-Parameter Test Block Diagram)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13B547-637A-BA4E-FDA6-3D2A5482F097}"/>
              </a:ext>
            </a:extLst>
          </p:cNvPr>
          <p:cNvSpPr txBox="1"/>
          <p:nvPr/>
        </p:nvSpPr>
        <p:spPr>
          <a:xfrm>
            <a:off x="2923289" y="3024929"/>
            <a:ext cx="1201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Common Loss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6EE90692-21E5-78CF-55A8-CB8E65364CD7}"/>
              </a:ext>
            </a:extLst>
          </p:cNvPr>
          <p:cNvSpPr txBox="1"/>
          <p:nvPr/>
        </p:nvSpPr>
        <p:spPr>
          <a:xfrm>
            <a:off x="3803386" y="3736466"/>
            <a:ext cx="1090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Channel Loss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96" name="직사각형 1095">
            <a:extLst>
              <a:ext uri="{FF2B5EF4-FFF2-40B4-BE49-F238E27FC236}">
                <a16:creationId xmlns:a16="http://schemas.microsoft.com/office/drawing/2014/main" id="{4E06924A-231C-AD46-B9D5-2F0AE7AA8913}"/>
              </a:ext>
            </a:extLst>
          </p:cNvPr>
          <p:cNvSpPr/>
          <p:nvPr/>
        </p:nvSpPr>
        <p:spPr>
          <a:xfrm>
            <a:off x="6540588" y="1985044"/>
            <a:ext cx="115410" cy="1514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ko-KR" altLang="en-US" sz="1463" dirty="0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098" name="연결선: 꺾임 1097">
            <a:extLst>
              <a:ext uri="{FF2B5EF4-FFF2-40B4-BE49-F238E27FC236}">
                <a16:creationId xmlns:a16="http://schemas.microsoft.com/office/drawing/2014/main" id="{928B455D-2262-C9F1-41EE-7CBA48EC16C8}"/>
              </a:ext>
            </a:extLst>
          </p:cNvPr>
          <p:cNvCxnSpPr>
            <a:cxnSpLocks/>
            <a:stCxn id="1101" idx="2"/>
            <a:endCxn id="1039" idx="6"/>
          </p:cNvCxnSpPr>
          <p:nvPr/>
        </p:nvCxnSpPr>
        <p:spPr>
          <a:xfrm rot="5400000">
            <a:off x="5006274" y="2496196"/>
            <a:ext cx="1463351" cy="743997"/>
          </a:xfrm>
          <a:prstGeom prst="bentConnector2">
            <a:avLst/>
          </a:prstGeom>
          <a:ln w="38100">
            <a:solidFill>
              <a:schemeClr val="tx1"/>
            </a:solidFill>
            <a:prstDash val="solid"/>
            <a:headEnd type="stealth" w="med" len="sm"/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TextBox 1098">
            <a:extLst>
              <a:ext uri="{FF2B5EF4-FFF2-40B4-BE49-F238E27FC236}">
                <a16:creationId xmlns:a16="http://schemas.microsoft.com/office/drawing/2014/main" id="{4033E289-E7E3-0005-6DEA-BDBAC93545E1}"/>
              </a:ext>
            </a:extLst>
          </p:cNvPr>
          <p:cNvSpPr txBox="1"/>
          <p:nvPr/>
        </p:nvSpPr>
        <p:spPr>
          <a:xfrm>
            <a:off x="6089553" y="2191219"/>
            <a:ext cx="546464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In/Out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01" name="직사각형 1100">
            <a:extLst>
              <a:ext uri="{FF2B5EF4-FFF2-40B4-BE49-F238E27FC236}">
                <a16:creationId xmlns:a16="http://schemas.microsoft.com/office/drawing/2014/main" id="{E9929DF8-FDF0-1CED-9216-EA88F323C858}"/>
              </a:ext>
            </a:extLst>
          </p:cNvPr>
          <p:cNvSpPr/>
          <p:nvPr/>
        </p:nvSpPr>
        <p:spPr>
          <a:xfrm>
            <a:off x="6052242" y="1985044"/>
            <a:ext cx="115410" cy="1514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ko-KR" altLang="en-US" sz="1463" dirty="0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97" name="직사각형 1096">
            <a:extLst>
              <a:ext uri="{FF2B5EF4-FFF2-40B4-BE49-F238E27FC236}">
                <a16:creationId xmlns:a16="http://schemas.microsoft.com/office/drawing/2014/main" id="{2E8F541A-2553-785C-59EF-5ADEE64604AD}"/>
              </a:ext>
            </a:extLst>
          </p:cNvPr>
          <p:cNvSpPr/>
          <p:nvPr/>
        </p:nvSpPr>
        <p:spPr>
          <a:xfrm>
            <a:off x="5791349" y="1656808"/>
            <a:ext cx="1125543" cy="399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(1) Vector Network Analyzer </a:t>
            </a:r>
          </a:p>
        </p:txBody>
      </p:sp>
      <p:cxnSp>
        <p:nvCxnSpPr>
          <p:cNvPr id="1104" name="연결선: 꺾임 1103">
            <a:extLst>
              <a:ext uri="{FF2B5EF4-FFF2-40B4-BE49-F238E27FC236}">
                <a16:creationId xmlns:a16="http://schemas.microsoft.com/office/drawing/2014/main" id="{0DF21C9C-E218-892C-7F06-40DC38D4816D}"/>
              </a:ext>
            </a:extLst>
          </p:cNvPr>
          <p:cNvCxnSpPr>
            <a:cxnSpLocks/>
            <a:stCxn id="1055" idx="6"/>
            <a:endCxn id="1096" idx="2"/>
          </p:cNvCxnSpPr>
          <p:nvPr/>
        </p:nvCxnSpPr>
        <p:spPr>
          <a:xfrm rot="5400000" flipH="1" flipV="1">
            <a:off x="3910623" y="2132065"/>
            <a:ext cx="2683216" cy="2692124"/>
          </a:xfrm>
          <a:prstGeom prst="bentConnector3">
            <a:avLst>
              <a:gd name="adj1" fmla="val -8520"/>
            </a:avLst>
          </a:prstGeom>
          <a:ln w="38100">
            <a:solidFill>
              <a:schemeClr val="tx1"/>
            </a:solidFill>
            <a:prstDash val="solid"/>
            <a:headEnd type="stealth" w="med" len="sm"/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1" name="TextBox 1110">
            <a:extLst>
              <a:ext uri="{FF2B5EF4-FFF2-40B4-BE49-F238E27FC236}">
                <a16:creationId xmlns:a16="http://schemas.microsoft.com/office/drawing/2014/main" id="{1734921B-A393-DAA1-8D7E-297ABBC20155}"/>
              </a:ext>
            </a:extLst>
          </p:cNvPr>
          <p:cNvSpPr txBox="1"/>
          <p:nvPr/>
        </p:nvSpPr>
        <p:spPr>
          <a:xfrm>
            <a:off x="4292548" y="5055439"/>
            <a:ext cx="107927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latin typeface="Noto Sans KR" panose="020B0500000000000000" pitchFamily="34" charset="-127"/>
                <a:ea typeface="Noto Sans KR" panose="020B0500000000000000" pitchFamily="34" charset="-127"/>
              </a:rPr>
              <a:t>RF Cable</a:t>
            </a:r>
            <a:endParaRPr lang="ko-KR" altLang="en-US" sz="813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626C8500-E0AA-4B5C-EB00-084434655142}"/>
              </a:ext>
            </a:extLst>
          </p:cNvPr>
          <p:cNvSpPr txBox="1"/>
          <p:nvPr/>
        </p:nvSpPr>
        <p:spPr>
          <a:xfrm>
            <a:off x="5316375" y="3607639"/>
            <a:ext cx="107927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latin typeface="Noto Sans KR" panose="020B0500000000000000" pitchFamily="34" charset="-127"/>
                <a:ea typeface="Noto Sans KR" panose="020B0500000000000000" pitchFamily="34" charset="-127"/>
              </a:rPr>
              <a:t>RF Cable</a:t>
            </a:r>
            <a:endParaRPr lang="ko-KR" altLang="en-US" sz="813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14" name="Rectangle 3">
            <a:extLst>
              <a:ext uri="{FF2B5EF4-FFF2-40B4-BE49-F238E27FC236}">
                <a16:creationId xmlns:a16="http://schemas.microsoft.com/office/drawing/2014/main" id="{A1755EAC-D566-736B-7296-8413E12EC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Measurement of S-Parameters to evaluate Return Loss and Gain across the entire frequency band.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A6B861CF-927C-57E2-D967-5C6A3DCE6737}"/>
              </a:ext>
            </a:extLst>
          </p:cNvPr>
          <p:cNvSpPr txBox="1"/>
          <p:nvPr/>
        </p:nvSpPr>
        <p:spPr>
          <a:xfrm>
            <a:off x="376599" y="6580873"/>
            <a:ext cx="91528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rPr>
              <a:t>1) </a:t>
            </a:r>
            <a:r>
              <a:rPr lang="en-US" altLang="ko-KR" sz="900" dirty="0" err="1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rPr>
              <a:t>VNA</a:t>
            </a:r>
            <a:r>
              <a:rPr lang="en-US" altLang="ko-KR" sz="900" dirty="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rPr>
              <a:t> (Vector Network Analyzer)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8C32387-B3D3-F688-ABF5-E4B506014AFA}"/>
              </a:ext>
            </a:extLst>
          </p:cNvPr>
          <p:cNvCxnSpPr>
            <a:cxnSpLocks/>
          </p:cNvCxnSpPr>
          <p:nvPr/>
        </p:nvCxnSpPr>
        <p:spPr>
          <a:xfrm flipV="1">
            <a:off x="2798609" y="2032875"/>
            <a:ext cx="0" cy="1105041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A22577E-5388-C8C8-1309-022665FAD9AF}"/>
              </a:ext>
            </a:extLst>
          </p:cNvPr>
          <p:cNvSpPr txBox="1"/>
          <p:nvPr/>
        </p:nvSpPr>
        <p:spPr>
          <a:xfrm>
            <a:off x="2135505" y="2082528"/>
            <a:ext cx="660903" cy="71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PA 4.0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I/O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ANA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DRV</a:t>
            </a: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DIG 1.0 V</a:t>
            </a:r>
            <a:endParaRPr lang="ko-KR" altLang="en-US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2C071C-C10D-40F7-4952-801249C5FF0C}"/>
              </a:ext>
            </a:extLst>
          </p:cNvPr>
          <p:cNvSpPr/>
          <p:nvPr/>
        </p:nvSpPr>
        <p:spPr>
          <a:xfrm>
            <a:off x="2365585" y="1652234"/>
            <a:ext cx="1080000" cy="40090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r>
              <a:rPr lang="en-US" altLang="ko-KR" sz="894" dirty="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(3) Power Supply</a:t>
            </a:r>
          </a:p>
          <a:p>
            <a:pPr algn="ctr" defTabSz="742950"/>
            <a:r>
              <a:rPr lang="en-US" altLang="ko-KR" sz="894" dirty="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(5-Ch)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F5761B-139A-E7D9-DEEC-0F61F619DE6C}"/>
              </a:ext>
            </a:extLst>
          </p:cNvPr>
          <p:cNvCxnSpPr>
            <a:cxnSpLocks/>
          </p:cNvCxnSpPr>
          <p:nvPr/>
        </p:nvCxnSpPr>
        <p:spPr>
          <a:xfrm flipV="1">
            <a:off x="2735776" y="2371289"/>
            <a:ext cx="142648" cy="129510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Network + Impedance Analyzers - Used Keysight Equipment">
            <a:extLst>
              <a:ext uri="{FF2B5EF4-FFF2-40B4-BE49-F238E27FC236}">
                <a16:creationId xmlns:a16="http://schemas.microsoft.com/office/drawing/2014/main" id="{A1341430-49D7-6C6F-85EB-65A17940DF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62" r="99875">
                        <a14:foregroundMark x1="30630" y1="10053" x2="64255" y2="15979"/>
                        <a14:foregroundMark x1="60262" y1="8995" x2="24205" y2="9312"/>
                        <a14:foregroundMark x1="24205" y1="9312" x2="23893" y2="96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17744" y="1575723"/>
            <a:ext cx="1440000" cy="84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E36312A KEYSIGHT TECHNOLOGIES, Bench Power Supply, DC, Programmable |  Newark Electronics">
            <a:extLst>
              <a:ext uri="{FF2B5EF4-FFF2-40B4-BE49-F238E27FC236}">
                <a16:creationId xmlns:a16="http://schemas.microsoft.com/office/drawing/2014/main" id="{411818AA-A89E-49AC-9AF6-76781CD1F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23293" y="2938491"/>
            <a:ext cx="915707" cy="61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E36312A KEYSIGHT TECHNOLOGIES, Bench Power Supply, DC, Programmable |  Newark Electronics">
            <a:extLst>
              <a:ext uri="{FF2B5EF4-FFF2-40B4-BE49-F238E27FC236}">
                <a16:creationId xmlns:a16="http://schemas.microsoft.com/office/drawing/2014/main" id="{EB5B93C7-5314-09F7-DE25-4743704100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32743" y="3113024"/>
            <a:ext cx="915707" cy="61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0559727F-4284-A939-CB3A-69E4C50283C7}"/>
              </a:ext>
            </a:extLst>
          </p:cNvPr>
          <p:cNvGrpSpPr/>
          <p:nvPr/>
        </p:nvGrpSpPr>
        <p:grpSpPr>
          <a:xfrm>
            <a:off x="3261182" y="2310108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AEA743F-95D5-A52B-FF46-C0357BBE951A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8046B102-DBA8-70B1-22D4-9C93DD0EEF62}"/>
                </a:ext>
              </a:extLst>
            </p:cNvPr>
            <p:cNvCxnSpPr>
              <a:stCxn id="47" idx="3"/>
              <a:endCxn id="47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BD29B7A7-7F91-C472-8ADE-9EE8522D58F5}"/>
                </a:ext>
              </a:extLst>
            </p:cNvPr>
            <p:cNvCxnSpPr>
              <a:cxnSpLocks/>
              <a:stCxn id="47" idx="1"/>
              <a:endCxn id="47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1F85C63-74A1-82C3-E29C-AF9FA5C71593}"/>
              </a:ext>
            </a:extLst>
          </p:cNvPr>
          <p:cNvGrpSpPr/>
          <p:nvPr/>
        </p:nvGrpSpPr>
        <p:grpSpPr>
          <a:xfrm>
            <a:off x="3545010" y="2316913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24" name="타원 1023">
              <a:extLst>
                <a:ext uri="{FF2B5EF4-FFF2-40B4-BE49-F238E27FC236}">
                  <a16:creationId xmlns:a16="http://schemas.microsoft.com/office/drawing/2014/main" id="{E0033E41-C3E6-6337-2FAC-8FE16D3B723B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25" name="직선 연결선 1024">
              <a:extLst>
                <a:ext uri="{FF2B5EF4-FFF2-40B4-BE49-F238E27FC236}">
                  <a16:creationId xmlns:a16="http://schemas.microsoft.com/office/drawing/2014/main" id="{27400D40-2BAA-D207-9876-743F0F646430}"/>
                </a:ext>
              </a:extLst>
            </p:cNvPr>
            <p:cNvCxnSpPr>
              <a:stCxn id="1024" idx="3"/>
              <a:endCxn id="1024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직선 연결선 1025">
              <a:extLst>
                <a:ext uri="{FF2B5EF4-FFF2-40B4-BE49-F238E27FC236}">
                  <a16:creationId xmlns:a16="http://schemas.microsoft.com/office/drawing/2014/main" id="{9BD33BDB-7090-3480-D2E5-BC38D0B66BA7}"/>
                </a:ext>
              </a:extLst>
            </p:cNvPr>
            <p:cNvCxnSpPr>
              <a:cxnSpLocks/>
              <a:stCxn id="1024" idx="1"/>
              <a:endCxn id="1024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B5608624-B1AA-BC7C-23AA-2F7ED04783A4}"/>
              </a:ext>
            </a:extLst>
          </p:cNvPr>
          <p:cNvGrpSpPr/>
          <p:nvPr/>
        </p:nvGrpSpPr>
        <p:grpSpPr>
          <a:xfrm>
            <a:off x="3828838" y="2323718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28" name="타원 1027">
              <a:extLst>
                <a:ext uri="{FF2B5EF4-FFF2-40B4-BE49-F238E27FC236}">
                  <a16:creationId xmlns:a16="http://schemas.microsoft.com/office/drawing/2014/main" id="{DF4A8DA4-650D-6562-B851-2021A518EF05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29" name="직선 연결선 1028">
              <a:extLst>
                <a:ext uri="{FF2B5EF4-FFF2-40B4-BE49-F238E27FC236}">
                  <a16:creationId xmlns:a16="http://schemas.microsoft.com/office/drawing/2014/main" id="{62AAD0F8-CABD-949D-D376-9D3BB02699AA}"/>
                </a:ext>
              </a:extLst>
            </p:cNvPr>
            <p:cNvCxnSpPr>
              <a:stCxn id="1028" idx="3"/>
              <a:endCxn id="1028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직선 연결선 1029">
              <a:extLst>
                <a:ext uri="{FF2B5EF4-FFF2-40B4-BE49-F238E27FC236}">
                  <a16:creationId xmlns:a16="http://schemas.microsoft.com/office/drawing/2014/main" id="{06229EB7-A6E3-E73F-A3EE-CA235B65C43C}"/>
                </a:ext>
              </a:extLst>
            </p:cNvPr>
            <p:cNvCxnSpPr>
              <a:cxnSpLocks/>
              <a:stCxn id="1028" idx="1"/>
              <a:endCxn id="1028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1" name="그룹 1030">
            <a:extLst>
              <a:ext uri="{FF2B5EF4-FFF2-40B4-BE49-F238E27FC236}">
                <a16:creationId xmlns:a16="http://schemas.microsoft.com/office/drawing/2014/main" id="{195E913A-79FF-DCCF-9A02-275CFFE43756}"/>
              </a:ext>
            </a:extLst>
          </p:cNvPr>
          <p:cNvGrpSpPr/>
          <p:nvPr/>
        </p:nvGrpSpPr>
        <p:grpSpPr>
          <a:xfrm>
            <a:off x="4112666" y="2330523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32" name="타원 1031">
              <a:extLst>
                <a:ext uri="{FF2B5EF4-FFF2-40B4-BE49-F238E27FC236}">
                  <a16:creationId xmlns:a16="http://schemas.microsoft.com/office/drawing/2014/main" id="{8ED583DE-4AF0-2B09-8C27-2B7D833E8952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1" name="직선 연결선 1040">
              <a:extLst>
                <a:ext uri="{FF2B5EF4-FFF2-40B4-BE49-F238E27FC236}">
                  <a16:creationId xmlns:a16="http://schemas.microsoft.com/office/drawing/2014/main" id="{C9822FFF-885B-81A0-63E0-00C4C4223E1B}"/>
                </a:ext>
              </a:extLst>
            </p:cNvPr>
            <p:cNvCxnSpPr>
              <a:stCxn id="1032" idx="3"/>
              <a:endCxn id="1032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직선 연결선 1041">
              <a:extLst>
                <a:ext uri="{FF2B5EF4-FFF2-40B4-BE49-F238E27FC236}">
                  <a16:creationId xmlns:a16="http://schemas.microsoft.com/office/drawing/2014/main" id="{4C622624-AC7E-DA29-4601-7B236E971838}"/>
                </a:ext>
              </a:extLst>
            </p:cNvPr>
            <p:cNvCxnSpPr>
              <a:cxnSpLocks/>
              <a:stCxn id="1032" idx="1"/>
              <a:endCxn id="1032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D799718D-8AD2-B939-7792-3E74338A7157}"/>
              </a:ext>
            </a:extLst>
          </p:cNvPr>
          <p:cNvGrpSpPr/>
          <p:nvPr/>
        </p:nvGrpSpPr>
        <p:grpSpPr>
          <a:xfrm>
            <a:off x="3276316" y="4746807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44" name="타원 1043">
              <a:extLst>
                <a:ext uri="{FF2B5EF4-FFF2-40B4-BE49-F238E27FC236}">
                  <a16:creationId xmlns:a16="http://schemas.microsoft.com/office/drawing/2014/main" id="{1141F8CF-72B4-D84A-102F-47C8B3985E49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5" name="직선 연결선 1044">
              <a:extLst>
                <a:ext uri="{FF2B5EF4-FFF2-40B4-BE49-F238E27FC236}">
                  <a16:creationId xmlns:a16="http://schemas.microsoft.com/office/drawing/2014/main" id="{2446770D-E89D-C375-00B6-7E178B5CCFA9}"/>
                </a:ext>
              </a:extLst>
            </p:cNvPr>
            <p:cNvCxnSpPr>
              <a:stCxn id="1044" idx="3"/>
              <a:endCxn id="1044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직선 연결선 1045">
              <a:extLst>
                <a:ext uri="{FF2B5EF4-FFF2-40B4-BE49-F238E27FC236}">
                  <a16:creationId xmlns:a16="http://schemas.microsoft.com/office/drawing/2014/main" id="{472F24BC-ECA0-0F4A-E776-A433C0BC975E}"/>
                </a:ext>
              </a:extLst>
            </p:cNvPr>
            <p:cNvCxnSpPr>
              <a:cxnSpLocks/>
              <a:stCxn id="1044" idx="1"/>
              <a:endCxn id="1044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1" name="그룹 1050">
            <a:extLst>
              <a:ext uri="{FF2B5EF4-FFF2-40B4-BE49-F238E27FC236}">
                <a16:creationId xmlns:a16="http://schemas.microsoft.com/office/drawing/2014/main" id="{8B3580A5-5068-D374-8A7B-DB6ADB2EE061}"/>
              </a:ext>
            </a:extLst>
          </p:cNvPr>
          <p:cNvGrpSpPr/>
          <p:nvPr/>
        </p:nvGrpSpPr>
        <p:grpSpPr>
          <a:xfrm>
            <a:off x="3543524" y="4743950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60" name="타원 1059">
              <a:extLst>
                <a:ext uri="{FF2B5EF4-FFF2-40B4-BE49-F238E27FC236}">
                  <a16:creationId xmlns:a16="http://schemas.microsoft.com/office/drawing/2014/main" id="{E7DBFBAF-13B4-BA60-2F8A-88808531AC2C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1" name="직선 연결선 1060">
              <a:extLst>
                <a:ext uri="{FF2B5EF4-FFF2-40B4-BE49-F238E27FC236}">
                  <a16:creationId xmlns:a16="http://schemas.microsoft.com/office/drawing/2014/main" id="{27416931-0DEC-9BF5-F141-1993E41FF5F6}"/>
                </a:ext>
              </a:extLst>
            </p:cNvPr>
            <p:cNvCxnSpPr>
              <a:stCxn id="1060" idx="3"/>
              <a:endCxn id="1060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직선 연결선 1061">
              <a:extLst>
                <a:ext uri="{FF2B5EF4-FFF2-40B4-BE49-F238E27FC236}">
                  <a16:creationId xmlns:a16="http://schemas.microsoft.com/office/drawing/2014/main" id="{C7F86AA4-880D-D3F1-83A1-05C3812C1184}"/>
                </a:ext>
              </a:extLst>
            </p:cNvPr>
            <p:cNvCxnSpPr>
              <a:cxnSpLocks/>
              <a:stCxn id="1060" idx="1"/>
              <a:endCxn id="1060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3" name="그룹 1062">
            <a:extLst>
              <a:ext uri="{FF2B5EF4-FFF2-40B4-BE49-F238E27FC236}">
                <a16:creationId xmlns:a16="http://schemas.microsoft.com/office/drawing/2014/main" id="{A99DC7B4-2AFB-A858-79F7-603996C77E00}"/>
              </a:ext>
            </a:extLst>
          </p:cNvPr>
          <p:cNvGrpSpPr/>
          <p:nvPr/>
        </p:nvGrpSpPr>
        <p:grpSpPr>
          <a:xfrm>
            <a:off x="4133113" y="4742666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64" name="타원 1063">
              <a:extLst>
                <a:ext uri="{FF2B5EF4-FFF2-40B4-BE49-F238E27FC236}">
                  <a16:creationId xmlns:a16="http://schemas.microsoft.com/office/drawing/2014/main" id="{C11D6A65-6A15-DF04-C2B3-6F72A07CC394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5" name="직선 연결선 1064">
              <a:extLst>
                <a:ext uri="{FF2B5EF4-FFF2-40B4-BE49-F238E27FC236}">
                  <a16:creationId xmlns:a16="http://schemas.microsoft.com/office/drawing/2014/main" id="{85E9EEB7-EAB6-3F00-0F0E-D924024ACB6F}"/>
                </a:ext>
              </a:extLst>
            </p:cNvPr>
            <p:cNvCxnSpPr>
              <a:stCxn id="1064" idx="3"/>
              <a:endCxn id="1064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직선 연결선 1065">
              <a:extLst>
                <a:ext uri="{FF2B5EF4-FFF2-40B4-BE49-F238E27FC236}">
                  <a16:creationId xmlns:a16="http://schemas.microsoft.com/office/drawing/2014/main" id="{44CD95ED-C73F-2575-A027-8868073CDFE5}"/>
                </a:ext>
              </a:extLst>
            </p:cNvPr>
            <p:cNvCxnSpPr>
              <a:cxnSpLocks/>
              <a:stCxn id="1064" idx="1"/>
              <a:endCxn id="1064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7" name="그룹 1066">
            <a:extLst>
              <a:ext uri="{FF2B5EF4-FFF2-40B4-BE49-F238E27FC236}">
                <a16:creationId xmlns:a16="http://schemas.microsoft.com/office/drawing/2014/main" id="{27F1A713-50CC-7D1B-A78D-7D575A1DC6E5}"/>
              </a:ext>
            </a:extLst>
          </p:cNvPr>
          <p:cNvGrpSpPr/>
          <p:nvPr/>
        </p:nvGrpSpPr>
        <p:grpSpPr>
          <a:xfrm>
            <a:off x="5973124" y="5357980"/>
            <a:ext cx="198010" cy="19801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68" name="타원 1067">
              <a:extLst>
                <a:ext uri="{FF2B5EF4-FFF2-40B4-BE49-F238E27FC236}">
                  <a16:creationId xmlns:a16="http://schemas.microsoft.com/office/drawing/2014/main" id="{2825E419-2A75-3B5C-A4CF-843CDE2438C6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9" name="직선 연결선 1068">
              <a:extLst>
                <a:ext uri="{FF2B5EF4-FFF2-40B4-BE49-F238E27FC236}">
                  <a16:creationId xmlns:a16="http://schemas.microsoft.com/office/drawing/2014/main" id="{65DEFDA6-EA88-0132-DCA0-1834F7C92E34}"/>
                </a:ext>
              </a:extLst>
            </p:cNvPr>
            <p:cNvCxnSpPr>
              <a:stCxn id="1068" idx="3"/>
              <a:endCxn id="1068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직선 연결선 1069">
              <a:extLst>
                <a:ext uri="{FF2B5EF4-FFF2-40B4-BE49-F238E27FC236}">
                  <a16:creationId xmlns:a16="http://schemas.microsoft.com/office/drawing/2014/main" id="{0AC890A3-858F-AB44-1FF2-682D92D0B6EB}"/>
                </a:ext>
              </a:extLst>
            </p:cNvPr>
            <p:cNvCxnSpPr>
              <a:cxnSpLocks/>
              <a:stCxn id="1068" idx="1"/>
              <a:endCxn id="1068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1" name="TextBox 1070">
            <a:extLst>
              <a:ext uri="{FF2B5EF4-FFF2-40B4-BE49-F238E27FC236}">
                <a16:creationId xmlns:a16="http://schemas.microsoft.com/office/drawing/2014/main" id="{4BE11CCC-2442-59CB-95BC-5EE54B465479}"/>
              </a:ext>
            </a:extLst>
          </p:cNvPr>
          <p:cNvSpPr txBox="1"/>
          <p:nvPr/>
        </p:nvSpPr>
        <p:spPr>
          <a:xfrm>
            <a:off x="6171134" y="5342018"/>
            <a:ext cx="900001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Termination</a:t>
            </a:r>
            <a:endParaRPr lang="ko-KR" altLang="en-US" sz="900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6905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4BCF-8DC2-80FE-8401-5A6A887C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1F27A-E408-A092-28C7-6313834B53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SG-Power Meter Setup</a:t>
            </a:r>
            <a:endParaRPr lang="ko-KR" altLang="en-US" dirty="0"/>
          </a:p>
        </p:txBody>
      </p:sp>
      <p:sp>
        <p:nvSpPr>
          <p:cNvPr id="1158" name="Rectangle 3">
            <a:extLst>
              <a:ext uri="{FF2B5EF4-FFF2-40B4-BE49-F238E27FC236}">
                <a16:creationId xmlns:a16="http://schemas.microsoft.com/office/drawing/2014/main" id="{7015C830-B696-B892-4282-12FF6DEA0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Measurement of CW and Modulation to evaluate Power, Gain and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Pdc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across the entire frequency band.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A241F8AD-1D44-D45B-E4F6-7DF13AF2FAA5}"/>
              </a:ext>
            </a:extLst>
          </p:cNvPr>
          <p:cNvSpPr txBox="1"/>
          <p:nvPr/>
        </p:nvSpPr>
        <p:spPr>
          <a:xfrm>
            <a:off x="376599" y="6580873"/>
            <a:ext cx="91528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rPr>
              <a:t>1) SG-SA (Signal Generator – Analyzer)</a:t>
            </a:r>
          </a:p>
        </p:txBody>
      </p:sp>
      <p:sp>
        <p:nvSpPr>
          <p:cNvPr id="1166" name="사각형: 둥근 모서리 1165">
            <a:extLst>
              <a:ext uri="{FF2B5EF4-FFF2-40B4-BE49-F238E27FC236}">
                <a16:creationId xmlns:a16="http://schemas.microsoft.com/office/drawing/2014/main" id="{41F5D54E-DDD5-69D1-8344-BDA2F037B2E3}"/>
              </a:ext>
            </a:extLst>
          </p:cNvPr>
          <p:cNvSpPr/>
          <p:nvPr/>
        </p:nvSpPr>
        <p:spPr>
          <a:xfrm>
            <a:off x="379307" y="1449047"/>
            <a:ext cx="6675017" cy="416983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>
              <a:defRPr/>
            </a:pPr>
            <a:endParaRPr lang="ko-KR" altLang="en-US" sz="1463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67" name="직사각형 1166">
            <a:extLst>
              <a:ext uri="{FF2B5EF4-FFF2-40B4-BE49-F238E27FC236}">
                <a16:creationId xmlns:a16="http://schemas.microsoft.com/office/drawing/2014/main" id="{78F210DC-048E-D17E-024D-7ECD52F72161}"/>
              </a:ext>
            </a:extLst>
          </p:cNvPr>
          <p:cNvSpPr/>
          <p:nvPr/>
        </p:nvSpPr>
        <p:spPr>
          <a:xfrm>
            <a:off x="7054324" y="1449047"/>
            <a:ext cx="2468984" cy="41698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ko-KR" altLang="en-US" sz="1463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168" name="그림 1167">
            <a:extLst>
              <a:ext uri="{FF2B5EF4-FFF2-40B4-BE49-F238E27FC236}">
                <a16:creationId xmlns:a16="http://schemas.microsoft.com/office/drawing/2014/main" id="{70DA1428-00D0-A20C-1B7A-D18C73FC9B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744630" y="2866010"/>
            <a:ext cx="2011038" cy="1464348"/>
          </a:xfrm>
          <a:prstGeom prst="rect">
            <a:avLst/>
          </a:prstGeom>
        </p:spPr>
      </p:pic>
      <p:sp>
        <p:nvSpPr>
          <p:cNvPr id="1169" name="TextBox 1168">
            <a:extLst>
              <a:ext uri="{FF2B5EF4-FFF2-40B4-BE49-F238E27FC236}">
                <a16:creationId xmlns:a16="http://schemas.microsoft.com/office/drawing/2014/main" id="{46842023-F3FC-F863-7239-A00D5670A947}"/>
              </a:ext>
            </a:extLst>
          </p:cNvPr>
          <p:cNvSpPr txBox="1"/>
          <p:nvPr/>
        </p:nvSpPr>
        <p:spPr>
          <a:xfrm>
            <a:off x="3076198" y="4334497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CH_V1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C0196194-F13C-6CC7-04DD-E465C4AEC811}"/>
              </a:ext>
            </a:extLst>
          </p:cNvPr>
          <p:cNvSpPr txBox="1"/>
          <p:nvPr/>
        </p:nvSpPr>
        <p:spPr>
          <a:xfrm>
            <a:off x="3352562" y="4334497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CH_H1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33CC2355-B66A-7D92-6F68-C6F520BBFA5B}"/>
              </a:ext>
            </a:extLst>
          </p:cNvPr>
          <p:cNvSpPr txBox="1"/>
          <p:nvPr/>
        </p:nvSpPr>
        <p:spPr>
          <a:xfrm>
            <a:off x="3647976" y="4334497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CH_H0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9FC2259-12EE-D20C-6D18-16FD070DB790}"/>
              </a:ext>
            </a:extLst>
          </p:cNvPr>
          <p:cNvSpPr txBox="1"/>
          <p:nvPr/>
        </p:nvSpPr>
        <p:spPr>
          <a:xfrm>
            <a:off x="3949739" y="4334497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CH_V0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4F30231F-25DB-94FD-B0D1-0E643A7A32EA}"/>
              </a:ext>
            </a:extLst>
          </p:cNvPr>
          <p:cNvSpPr txBox="1"/>
          <p:nvPr/>
        </p:nvSpPr>
        <p:spPr>
          <a:xfrm>
            <a:off x="3093396" y="2402091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CH_V3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764082E2-295B-D0D1-8BD7-7E6AB76BD9D8}"/>
              </a:ext>
            </a:extLst>
          </p:cNvPr>
          <p:cNvSpPr txBox="1"/>
          <p:nvPr/>
        </p:nvSpPr>
        <p:spPr>
          <a:xfrm>
            <a:off x="3378589" y="2402091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CH_H3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4C1ECF81-72FC-1F72-6609-69ECB2DF6D39}"/>
              </a:ext>
            </a:extLst>
          </p:cNvPr>
          <p:cNvSpPr txBox="1"/>
          <p:nvPr/>
        </p:nvSpPr>
        <p:spPr>
          <a:xfrm>
            <a:off x="3663782" y="2402091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CH_H2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FB191E04-F9B5-8FCF-8F37-A7321F50D5CC}"/>
              </a:ext>
            </a:extLst>
          </p:cNvPr>
          <p:cNvSpPr txBox="1"/>
          <p:nvPr/>
        </p:nvSpPr>
        <p:spPr>
          <a:xfrm>
            <a:off x="3948976" y="2402091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CH_V2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186" name="그룹 1185">
            <a:extLst>
              <a:ext uri="{FF2B5EF4-FFF2-40B4-BE49-F238E27FC236}">
                <a16:creationId xmlns:a16="http://schemas.microsoft.com/office/drawing/2014/main" id="{C3FBEA16-7757-F799-D4F1-5D59D337F4C5}"/>
              </a:ext>
            </a:extLst>
          </p:cNvPr>
          <p:cNvGrpSpPr/>
          <p:nvPr/>
        </p:nvGrpSpPr>
        <p:grpSpPr>
          <a:xfrm>
            <a:off x="482229" y="1653696"/>
            <a:ext cx="966281" cy="399600"/>
            <a:chOff x="815292" y="1824130"/>
            <a:chExt cx="966281" cy="399600"/>
          </a:xfrm>
        </p:grpSpPr>
        <p:sp>
          <p:nvSpPr>
            <p:cNvPr id="1305" name="직사각형 1304">
              <a:extLst>
                <a:ext uri="{FF2B5EF4-FFF2-40B4-BE49-F238E27FC236}">
                  <a16:creationId xmlns:a16="http://schemas.microsoft.com/office/drawing/2014/main" id="{943C61DF-4047-8D9A-6E35-56BB0FE5D1E9}"/>
                </a:ext>
              </a:extLst>
            </p:cNvPr>
            <p:cNvSpPr/>
            <p:nvPr/>
          </p:nvSpPr>
          <p:spPr>
            <a:xfrm>
              <a:off x="1666163" y="1948848"/>
              <a:ext cx="115410" cy="15147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/>
              <a:endParaRPr lang="ko-KR" altLang="en-US" sz="1463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1306" name="직사각형 1305">
              <a:extLst>
                <a:ext uri="{FF2B5EF4-FFF2-40B4-BE49-F238E27FC236}">
                  <a16:creationId xmlns:a16="http://schemas.microsoft.com/office/drawing/2014/main" id="{72C7696E-5732-F2F9-CD1F-955E4B603C0F}"/>
                </a:ext>
              </a:extLst>
            </p:cNvPr>
            <p:cNvSpPr/>
            <p:nvPr/>
          </p:nvSpPr>
          <p:spPr>
            <a:xfrm>
              <a:off x="815292" y="1824130"/>
              <a:ext cx="900000" cy="3996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/>
              <a:r>
                <a:rPr lang="en-US" altLang="ko-KR" sz="894" dirty="0">
                  <a:solidFill>
                    <a:schemeClr val="tx1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(1)</a:t>
              </a:r>
            </a:p>
            <a:p>
              <a:pPr algn="ctr" defTabSz="742950"/>
              <a:r>
                <a:rPr lang="en-US" altLang="ko-KR" sz="894" dirty="0">
                  <a:solidFill>
                    <a:schemeClr val="tx1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Power Meter</a:t>
              </a:r>
            </a:p>
          </p:txBody>
        </p:sp>
      </p:grpSp>
      <p:cxnSp>
        <p:nvCxnSpPr>
          <p:cNvPr id="1187" name="직선 연결선 1186">
            <a:extLst>
              <a:ext uri="{FF2B5EF4-FFF2-40B4-BE49-F238E27FC236}">
                <a16:creationId xmlns:a16="http://schemas.microsoft.com/office/drawing/2014/main" id="{47F7D3E0-CE41-FA39-8956-10496BC3D909}"/>
              </a:ext>
            </a:extLst>
          </p:cNvPr>
          <p:cNvCxnSpPr>
            <a:cxnSpLocks/>
          </p:cNvCxnSpPr>
          <p:nvPr/>
        </p:nvCxnSpPr>
        <p:spPr>
          <a:xfrm flipV="1">
            <a:off x="2736586" y="3597787"/>
            <a:ext cx="968367" cy="4208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" name="그룹 1187">
            <a:extLst>
              <a:ext uri="{FF2B5EF4-FFF2-40B4-BE49-F238E27FC236}">
                <a16:creationId xmlns:a16="http://schemas.microsoft.com/office/drawing/2014/main" id="{9BBA0BF6-5B18-BFC1-AF16-F8449B9EE56D}"/>
              </a:ext>
            </a:extLst>
          </p:cNvPr>
          <p:cNvGrpSpPr/>
          <p:nvPr/>
        </p:nvGrpSpPr>
        <p:grpSpPr>
          <a:xfrm>
            <a:off x="3333011" y="3630860"/>
            <a:ext cx="403061" cy="699782"/>
            <a:chOff x="4202906" y="3857625"/>
            <a:chExt cx="559594" cy="971550"/>
          </a:xfrm>
        </p:grpSpPr>
        <p:cxnSp>
          <p:nvCxnSpPr>
            <p:cNvPr id="1299" name="직선 연결선 1298">
              <a:extLst>
                <a:ext uri="{FF2B5EF4-FFF2-40B4-BE49-F238E27FC236}">
                  <a16:creationId xmlns:a16="http://schemas.microsoft.com/office/drawing/2014/main" id="{B7926BC7-A822-B57B-614C-D06E2C842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3857625"/>
              <a:ext cx="114300" cy="123825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직선 연결선 1299">
              <a:extLst>
                <a:ext uri="{FF2B5EF4-FFF2-40B4-BE49-F238E27FC236}">
                  <a16:creationId xmlns:a16="http://schemas.microsoft.com/office/drawing/2014/main" id="{A9C4AF0A-8377-C9A2-3B70-7FC67753A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52963" y="3967163"/>
              <a:ext cx="9525" cy="452437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1" name="직선 연결선 1300">
              <a:extLst>
                <a:ext uri="{FF2B5EF4-FFF2-40B4-BE49-F238E27FC236}">
                  <a16:creationId xmlns:a16="http://schemas.microsoft.com/office/drawing/2014/main" id="{FB48E080-9FB1-0CB6-3B40-591C31A495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569" y="4405313"/>
              <a:ext cx="119062" cy="114300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2" name="직선 연결선 1301">
              <a:extLst>
                <a:ext uri="{FF2B5EF4-FFF2-40B4-BE49-F238E27FC236}">
                  <a16:creationId xmlns:a16="http://schemas.microsoft.com/office/drawing/2014/main" id="{A5BDCDAE-1A23-FE46-1FB7-472E3F98BA94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6" y="4512469"/>
              <a:ext cx="226219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3" name="직선 연결선 1302">
              <a:extLst>
                <a:ext uri="{FF2B5EF4-FFF2-40B4-BE49-F238E27FC236}">
                  <a16:creationId xmlns:a16="http://schemas.microsoft.com/office/drawing/2014/main" id="{313C5D9A-53D5-4242-65FD-E7BA742B3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906" y="4505325"/>
              <a:ext cx="147638" cy="154781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4" name="직선 연결선 1303">
              <a:extLst>
                <a:ext uri="{FF2B5EF4-FFF2-40B4-BE49-F238E27FC236}">
                  <a16:creationId xmlns:a16="http://schemas.microsoft.com/office/drawing/2014/main" id="{ED2708DD-A050-2588-F3CD-547719BFF9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5288" y="4645819"/>
              <a:ext cx="2381" cy="183356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9" name="직선 연결선 1188">
            <a:extLst>
              <a:ext uri="{FF2B5EF4-FFF2-40B4-BE49-F238E27FC236}">
                <a16:creationId xmlns:a16="http://schemas.microsoft.com/office/drawing/2014/main" id="{D61D99B6-6B45-DEAD-EDBF-A09C0716A403}"/>
              </a:ext>
            </a:extLst>
          </p:cNvPr>
          <p:cNvCxnSpPr>
            <a:cxnSpLocks/>
          </p:cNvCxnSpPr>
          <p:nvPr/>
        </p:nvCxnSpPr>
        <p:spPr>
          <a:xfrm flipV="1">
            <a:off x="3803386" y="3599891"/>
            <a:ext cx="973931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0" name="그룹 1189">
            <a:extLst>
              <a:ext uri="{FF2B5EF4-FFF2-40B4-BE49-F238E27FC236}">
                <a16:creationId xmlns:a16="http://schemas.microsoft.com/office/drawing/2014/main" id="{8B3230BF-637C-4359-605E-73636A41A5A9}"/>
              </a:ext>
            </a:extLst>
          </p:cNvPr>
          <p:cNvGrpSpPr/>
          <p:nvPr/>
        </p:nvGrpSpPr>
        <p:grpSpPr>
          <a:xfrm>
            <a:off x="3774811" y="3622897"/>
            <a:ext cx="414337" cy="702469"/>
            <a:chOff x="3671888" y="3793331"/>
            <a:chExt cx="414337" cy="702469"/>
          </a:xfrm>
        </p:grpSpPr>
        <p:cxnSp>
          <p:nvCxnSpPr>
            <p:cNvPr id="1293" name="직선 연결선 1292">
              <a:extLst>
                <a:ext uri="{FF2B5EF4-FFF2-40B4-BE49-F238E27FC236}">
                  <a16:creationId xmlns:a16="http://schemas.microsoft.com/office/drawing/2014/main" id="{51833210-AA34-56C3-2870-AA2C1055173A}"/>
                </a:ext>
              </a:extLst>
            </p:cNvPr>
            <p:cNvCxnSpPr>
              <a:cxnSpLocks/>
            </p:cNvCxnSpPr>
            <p:nvPr/>
          </p:nvCxnSpPr>
          <p:spPr>
            <a:xfrm>
              <a:off x="3671888" y="3793331"/>
              <a:ext cx="76200" cy="8096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직선 연결선 1293">
              <a:extLst>
                <a:ext uri="{FF2B5EF4-FFF2-40B4-BE49-F238E27FC236}">
                  <a16:creationId xmlns:a16="http://schemas.microsoft.com/office/drawing/2014/main" id="{822B9B75-C506-F4DE-705F-D7FB9B9B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0944" y="3862388"/>
              <a:ext cx="4762" cy="347662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직선 연결선 1294">
              <a:extLst>
                <a:ext uri="{FF2B5EF4-FFF2-40B4-BE49-F238E27FC236}">
                  <a16:creationId xmlns:a16="http://schemas.microsoft.com/office/drawing/2014/main" id="{E68084F5-A8D5-47C2-CAEF-91C376F30E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0944" y="4193381"/>
              <a:ext cx="78581" cy="7620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6" name="직선 연결선 1295">
              <a:extLst>
                <a:ext uri="{FF2B5EF4-FFF2-40B4-BE49-F238E27FC236}">
                  <a16:creationId xmlns:a16="http://schemas.microsoft.com/office/drawing/2014/main" id="{8EAA50F4-44D5-3A95-EC62-358725279C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7619" y="4269581"/>
              <a:ext cx="183356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7" name="직선 연결선 1296">
              <a:extLst>
                <a:ext uri="{FF2B5EF4-FFF2-40B4-BE49-F238E27FC236}">
                  <a16:creationId xmlns:a16="http://schemas.microsoft.com/office/drawing/2014/main" id="{34416EBD-B093-00B0-83CB-B32274BE77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76688" y="4262438"/>
              <a:ext cx="109537" cy="109537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8" name="직선 연결선 1297">
              <a:extLst>
                <a:ext uri="{FF2B5EF4-FFF2-40B4-BE49-F238E27FC236}">
                  <a16:creationId xmlns:a16="http://schemas.microsoft.com/office/drawing/2014/main" id="{88C2ED62-4A85-5947-94CF-CA650302B9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3844" y="4360069"/>
              <a:ext cx="2381" cy="13573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1" name="그룹 1190">
            <a:extLst>
              <a:ext uri="{FF2B5EF4-FFF2-40B4-BE49-F238E27FC236}">
                <a16:creationId xmlns:a16="http://schemas.microsoft.com/office/drawing/2014/main" id="{832EF817-2DA3-46AF-9590-A20DCDF5FC68}"/>
              </a:ext>
            </a:extLst>
          </p:cNvPr>
          <p:cNvGrpSpPr/>
          <p:nvPr/>
        </p:nvGrpSpPr>
        <p:grpSpPr>
          <a:xfrm>
            <a:off x="482229" y="4386789"/>
            <a:ext cx="966281" cy="400909"/>
            <a:chOff x="815292" y="4557223"/>
            <a:chExt cx="966281" cy="400909"/>
          </a:xfrm>
        </p:grpSpPr>
        <p:sp>
          <p:nvSpPr>
            <p:cNvPr id="1291" name="직사각형 1290">
              <a:extLst>
                <a:ext uri="{FF2B5EF4-FFF2-40B4-BE49-F238E27FC236}">
                  <a16:creationId xmlns:a16="http://schemas.microsoft.com/office/drawing/2014/main" id="{2983F8AC-B222-3243-79D3-E60E618C46A9}"/>
                </a:ext>
              </a:extLst>
            </p:cNvPr>
            <p:cNvSpPr/>
            <p:nvPr/>
          </p:nvSpPr>
          <p:spPr>
            <a:xfrm>
              <a:off x="1666163" y="4681940"/>
              <a:ext cx="115410" cy="15147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/>
              <a:endParaRPr lang="ko-KR" altLang="en-US" sz="1463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1292" name="직사각형 1291">
              <a:extLst>
                <a:ext uri="{FF2B5EF4-FFF2-40B4-BE49-F238E27FC236}">
                  <a16:creationId xmlns:a16="http://schemas.microsoft.com/office/drawing/2014/main" id="{7249E397-36CD-42D7-F2D1-021FA6F31638}"/>
                </a:ext>
              </a:extLst>
            </p:cNvPr>
            <p:cNvSpPr/>
            <p:nvPr/>
          </p:nvSpPr>
          <p:spPr>
            <a:xfrm>
              <a:off x="815292" y="4557223"/>
              <a:ext cx="900000" cy="4009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/>
              <a:r>
                <a:rPr lang="en-US" altLang="ko-KR" sz="894" dirty="0">
                  <a:solidFill>
                    <a:schemeClr val="tx1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(2) Signal Generator</a:t>
              </a:r>
            </a:p>
          </p:txBody>
        </p:sp>
      </p:grpSp>
      <p:grpSp>
        <p:nvGrpSpPr>
          <p:cNvPr id="1192" name="그룹 1191">
            <a:extLst>
              <a:ext uri="{FF2B5EF4-FFF2-40B4-BE49-F238E27FC236}">
                <a16:creationId xmlns:a16="http://schemas.microsoft.com/office/drawing/2014/main" id="{2086C796-5E42-4385-ACDC-DE076B9E7BE0}"/>
              </a:ext>
            </a:extLst>
          </p:cNvPr>
          <p:cNvGrpSpPr/>
          <p:nvPr/>
        </p:nvGrpSpPr>
        <p:grpSpPr>
          <a:xfrm rot="16200000">
            <a:off x="3075603" y="2579192"/>
            <a:ext cx="488879" cy="57509"/>
            <a:chOff x="7510565" y="3928292"/>
            <a:chExt cx="601696" cy="70780"/>
          </a:xfrm>
        </p:grpSpPr>
        <p:sp>
          <p:nvSpPr>
            <p:cNvPr id="1289" name="타원 1288">
              <a:extLst>
                <a:ext uri="{FF2B5EF4-FFF2-40B4-BE49-F238E27FC236}">
                  <a16:creationId xmlns:a16="http://schemas.microsoft.com/office/drawing/2014/main" id="{04F76B48-D30F-1CD2-29DC-C501DC7E3F8B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90" name="직선 연결선 1289">
              <a:extLst>
                <a:ext uri="{FF2B5EF4-FFF2-40B4-BE49-F238E27FC236}">
                  <a16:creationId xmlns:a16="http://schemas.microsoft.com/office/drawing/2014/main" id="{49DBD03C-778D-72AA-4568-348CEF22FCD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862FF18B-A92B-5167-8335-B585C688623D}"/>
              </a:ext>
            </a:extLst>
          </p:cNvPr>
          <p:cNvGrpSpPr/>
          <p:nvPr/>
        </p:nvGrpSpPr>
        <p:grpSpPr>
          <a:xfrm rot="16200000">
            <a:off x="3359524" y="2579192"/>
            <a:ext cx="488879" cy="57509"/>
            <a:chOff x="7510565" y="3928292"/>
            <a:chExt cx="601696" cy="70780"/>
          </a:xfrm>
        </p:grpSpPr>
        <p:sp>
          <p:nvSpPr>
            <p:cNvPr id="1287" name="타원 1286">
              <a:extLst>
                <a:ext uri="{FF2B5EF4-FFF2-40B4-BE49-F238E27FC236}">
                  <a16:creationId xmlns:a16="http://schemas.microsoft.com/office/drawing/2014/main" id="{88570769-3F76-7899-066D-4E99194D9267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88" name="직선 연결선 1287">
              <a:extLst>
                <a:ext uri="{FF2B5EF4-FFF2-40B4-BE49-F238E27FC236}">
                  <a16:creationId xmlns:a16="http://schemas.microsoft.com/office/drawing/2014/main" id="{15AAC8C1-1B64-8658-40BB-4C08A7DA2CE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4" name="그룹 1193">
            <a:extLst>
              <a:ext uri="{FF2B5EF4-FFF2-40B4-BE49-F238E27FC236}">
                <a16:creationId xmlns:a16="http://schemas.microsoft.com/office/drawing/2014/main" id="{287830EB-EFCE-D7D6-531C-02534986EEAF}"/>
              </a:ext>
            </a:extLst>
          </p:cNvPr>
          <p:cNvGrpSpPr/>
          <p:nvPr/>
        </p:nvGrpSpPr>
        <p:grpSpPr>
          <a:xfrm rot="16200000">
            <a:off x="3643445" y="2579192"/>
            <a:ext cx="488879" cy="57509"/>
            <a:chOff x="7510565" y="3928292"/>
            <a:chExt cx="601696" cy="70780"/>
          </a:xfrm>
        </p:grpSpPr>
        <p:sp>
          <p:nvSpPr>
            <p:cNvPr id="1285" name="타원 1284">
              <a:extLst>
                <a:ext uri="{FF2B5EF4-FFF2-40B4-BE49-F238E27FC236}">
                  <a16:creationId xmlns:a16="http://schemas.microsoft.com/office/drawing/2014/main" id="{F85A14BB-D0DE-7C00-27D5-13ACA3153C0A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86" name="직선 연결선 1285">
              <a:extLst>
                <a:ext uri="{FF2B5EF4-FFF2-40B4-BE49-F238E27FC236}">
                  <a16:creationId xmlns:a16="http://schemas.microsoft.com/office/drawing/2014/main" id="{FEEB7752-4A50-EE68-A740-5804D7238560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5" name="그룹 1194">
            <a:extLst>
              <a:ext uri="{FF2B5EF4-FFF2-40B4-BE49-F238E27FC236}">
                <a16:creationId xmlns:a16="http://schemas.microsoft.com/office/drawing/2014/main" id="{7CE75425-9CDE-C08E-19EB-86EF5D591200}"/>
              </a:ext>
            </a:extLst>
          </p:cNvPr>
          <p:cNvGrpSpPr/>
          <p:nvPr/>
        </p:nvGrpSpPr>
        <p:grpSpPr>
          <a:xfrm rot="16200000">
            <a:off x="3927367" y="2579192"/>
            <a:ext cx="488879" cy="57509"/>
            <a:chOff x="7510565" y="3928292"/>
            <a:chExt cx="601696" cy="70780"/>
          </a:xfrm>
        </p:grpSpPr>
        <p:sp>
          <p:nvSpPr>
            <p:cNvPr id="1283" name="타원 1282">
              <a:extLst>
                <a:ext uri="{FF2B5EF4-FFF2-40B4-BE49-F238E27FC236}">
                  <a16:creationId xmlns:a16="http://schemas.microsoft.com/office/drawing/2014/main" id="{1915FD9C-D1CF-9A4D-22BF-02F7BEA04379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84" name="직선 연결선 1283">
              <a:extLst>
                <a:ext uri="{FF2B5EF4-FFF2-40B4-BE49-F238E27FC236}">
                  <a16:creationId xmlns:a16="http://schemas.microsoft.com/office/drawing/2014/main" id="{B4CCB4A4-2667-AA36-C77D-54D31BC7748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7" name="그룹 1196">
            <a:extLst>
              <a:ext uri="{FF2B5EF4-FFF2-40B4-BE49-F238E27FC236}">
                <a16:creationId xmlns:a16="http://schemas.microsoft.com/office/drawing/2014/main" id="{A0E097F3-4598-C6C3-31C2-C2C1195CF97B}"/>
              </a:ext>
            </a:extLst>
          </p:cNvPr>
          <p:cNvGrpSpPr/>
          <p:nvPr/>
        </p:nvGrpSpPr>
        <p:grpSpPr>
          <a:xfrm>
            <a:off x="5980138" y="1653697"/>
            <a:ext cx="970358" cy="400909"/>
            <a:chOff x="744934" y="1824131"/>
            <a:chExt cx="970358" cy="400909"/>
          </a:xfrm>
        </p:grpSpPr>
        <p:sp>
          <p:nvSpPr>
            <p:cNvPr id="1281" name="직사각형 1280">
              <a:extLst>
                <a:ext uri="{FF2B5EF4-FFF2-40B4-BE49-F238E27FC236}">
                  <a16:creationId xmlns:a16="http://schemas.microsoft.com/office/drawing/2014/main" id="{38545090-A9B8-43F1-3E91-C96ED33E0AB5}"/>
                </a:ext>
              </a:extLst>
            </p:cNvPr>
            <p:cNvSpPr/>
            <p:nvPr/>
          </p:nvSpPr>
          <p:spPr>
            <a:xfrm>
              <a:off x="744934" y="1948848"/>
              <a:ext cx="115410" cy="15147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/>
              <a:endParaRPr lang="ko-KR" altLang="en-US" sz="1463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1282" name="직사각형 1281">
              <a:extLst>
                <a:ext uri="{FF2B5EF4-FFF2-40B4-BE49-F238E27FC236}">
                  <a16:creationId xmlns:a16="http://schemas.microsoft.com/office/drawing/2014/main" id="{28BF90F0-26E3-37F4-FE60-53EF213CF8B4}"/>
                </a:ext>
              </a:extLst>
            </p:cNvPr>
            <p:cNvSpPr/>
            <p:nvPr/>
          </p:nvSpPr>
          <p:spPr>
            <a:xfrm>
              <a:off x="815292" y="1824131"/>
              <a:ext cx="900000" cy="4009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/>
              <a:r>
                <a:rPr lang="en-US" altLang="ko-KR" sz="894" dirty="0">
                  <a:solidFill>
                    <a:schemeClr val="tx1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Signal Generator</a:t>
              </a:r>
            </a:p>
          </p:txBody>
        </p:sp>
      </p:grpSp>
      <p:grpSp>
        <p:nvGrpSpPr>
          <p:cNvPr id="1198" name="그룹 1197">
            <a:extLst>
              <a:ext uri="{FF2B5EF4-FFF2-40B4-BE49-F238E27FC236}">
                <a16:creationId xmlns:a16="http://schemas.microsoft.com/office/drawing/2014/main" id="{3655E0F6-AE89-BD0E-546E-FE0B70F847C5}"/>
              </a:ext>
            </a:extLst>
          </p:cNvPr>
          <p:cNvGrpSpPr/>
          <p:nvPr/>
        </p:nvGrpSpPr>
        <p:grpSpPr>
          <a:xfrm>
            <a:off x="5980138" y="4386788"/>
            <a:ext cx="970358" cy="399600"/>
            <a:chOff x="744934" y="4557222"/>
            <a:chExt cx="970358" cy="399600"/>
          </a:xfrm>
        </p:grpSpPr>
        <p:sp>
          <p:nvSpPr>
            <p:cNvPr id="1279" name="직사각형 1278">
              <a:extLst>
                <a:ext uri="{FF2B5EF4-FFF2-40B4-BE49-F238E27FC236}">
                  <a16:creationId xmlns:a16="http://schemas.microsoft.com/office/drawing/2014/main" id="{4CB47BBF-806F-F31F-91D4-F1CCECD65A7C}"/>
                </a:ext>
              </a:extLst>
            </p:cNvPr>
            <p:cNvSpPr/>
            <p:nvPr/>
          </p:nvSpPr>
          <p:spPr>
            <a:xfrm>
              <a:off x="744934" y="4681940"/>
              <a:ext cx="115410" cy="15147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/>
              <a:endParaRPr lang="ko-KR" altLang="en-US" sz="1463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1280" name="직사각형 1279">
              <a:extLst>
                <a:ext uri="{FF2B5EF4-FFF2-40B4-BE49-F238E27FC236}">
                  <a16:creationId xmlns:a16="http://schemas.microsoft.com/office/drawing/2014/main" id="{9F551C54-6FEC-BAA5-B013-C61E71FA007B}"/>
                </a:ext>
              </a:extLst>
            </p:cNvPr>
            <p:cNvSpPr/>
            <p:nvPr/>
          </p:nvSpPr>
          <p:spPr>
            <a:xfrm>
              <a:off x="815292" y="4557222"/>
              <a:ext cx="900000" cy="3996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/>
              <a:r>
                <a:rPr lang="en-US" altLang="ko-KR" sz="894" dirty="0">
                  <a:solidFill>
                    <a:schemeClr val="tx1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Power Meter</a:t>
              </a:r>
            </a:p>
          </p:txBody>
        </p:sp>
      </p:grpSp>
      <p:sp>
        <p:nvSpPr>
          <p:cNvPr id="1199" name="TextBox 1198">
            <a:extLst>
              <a:ext uri="{FF2B5EF4-FFF2-40B4-BE49-F238E27FC236}">
                <a16:creationId xmlns:a16="http://schemas.microsoft.com/office/drawing/2014/main" id="{C1180FF3-5FCD-5716-0CC6-A4CEF1B67FFB}"/>
              </a:ext>
            </a:extLst>
          </p:cNvPr>
          <p:cNvSpPr txBox="1"/>
          <p:nvPr/>
        </p:nvSpPr>
        <p:spPr>
          <a:xfrm>
            <a:off x="2030843" y="3363024"/>
            <a:ext cx="721311" cy="25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RF_IO_V</a:t>
            </a:r>
            <a:endParaRPr lang="en-US" altLang="ko-KR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200" name="그룹 1199">
            <a:extLst>
              <a:ext uri="{FF2B5EF4-FFF2-40B4-BE49-F238E27FC236}">
                <a16:creationId xmlns:a16="http://schemas.microsoft.com/office/drawing/2014/main" id="{0D2032F3-CB48-B77F-694B-F484AEC7CBC7}"/>
              </a:ext>
            </a:extLst>
          </p:cNvPr>
          <p:cNvGrpSpPr/>
          <p:nvPr/>
        </p:nvGrpSpPr>
        <p:grpSpPr>
          <a:xfrm rot="10800000">
            <a:off x="2146762" y="3577463"/>
            <a:ext cx="578465" cy="57509"/>
            <a:chOff x="7400304" y="3928292"/>
            <a:chExt cx="711957" cy="70780"/>
          </a:xfrm>
          <a:solidFill>
            <a:srgbClr val="FFC000"/>
          </a:solidFill>
        </p:grpSpPr>
        <p:sp>
          <p:nvSpPr>
            <p:cNvPr id="1277" name="타원 1276">
              <a:extLst>
                <a:ext uri="{FF2B5EF4-FFF2-40B4-BE49-F238E27FC236}">
                  <a16:creationId xmlns:a16="http://schemas.microsoft.com/office/drawing/2014/main" id="{7E7EA2FE-0F45-5144-95C4-56B53B290AC4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78" name="직선 연결선 1277">
              <a:extLst>
                <a:ext uri="{FF2B5EF4-FFF2-40B4-BE49-F238E27FC236}">
                  <a16:creationId xmlns:a16="http://schemas.microsoft.com/office/drawing/2014/main" id="{2CF19C33-DEBA-84EF-3945-AD3FD36280DE}"/>
                </a:ext>
              </a:extLst>
            </p:cNvPr>
            <p:cNvCxnSpPr>
              <a:cxnSpLocks/>
            </p:cNvCxnSpPr>
            <p:nvPr/>
          </p:nvCxnSpPr>
          <p:spPr>
            <a:xfrm>
              <a:off x="7400304" y="3963682"/>
              <a:ext cx="641177" cy="0"/>
            </a:xfrm>
            <a:prstGeom prst="line">
              <a:avLst/>
            </a:prstGeom>
            <a:grpFill/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1" name="TextBox 1200">
            <a:extLst>
              <a:ext uri="{FF2B5EF4-FFF2-40B4-BE49-F238E27FC236}">
                <a16:creationId xmlns:a16="http://schemas.microsoft.com/office/drawing/2014/main" id="{818008AB-7513-44D4-84E4-6C72650F7004}"/>
              </a:ext>
            </a:extLst>
          </p:cNvPr>
          <p:cNvSpPr txBox="1"/>
          <p:nvPr/>
        </p:nvSpPr>
        <p:spPr>
          <a:xfrm>
            <a:off x="4756094" y="3356674"/>
            <a:ext cx="686207" cy="25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RF_IO_H</a:t>
            </a:r>
            <a:endParaRPr lang="en-US" altLang="ko-KR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202" name="그룹 1201">
            <a:extLst>
              <a:ext uri="{FF2B5EF4-FFF2-40B4-BE49-F238E27FC236}">
                <a16:creationId xmlns:a16="http://schemas.microsoft.com/office/drawing/2014/main" id="{0DD76172-E066-B487-A283-3D610DEC9C1A}"/>
              </a:ext>
            </a:extLst>
          </p:cNvPr>
          <p:cNvGrpSpPr/>
          <p:nvPr/>
        </p:nvGrpSpPr>
        <p:grpSpPr>
          <a:xfrm>
            <a:off x="4787485" y="3571114"/>
            <a:ext cx="578465" cy="57509"/>
            <a:chOff x="7400304" y="3928292"/>
            <a:chExt cx="711957" cy="70780"/>
          </a:xfrm>
          <a:solidFill>
            <a:srgbClr val="FFC000"/>
          </a:solidFill>
        </p:grpSpPr>
        <p:sp>
          <p:nvSpPr>
            <p:cNvPr id="1275" name="타원 1274">
              <a:extLst>
                <a:ext uri="{FF2B5EF4-FFF2-40B4-BE49-F238E27FC236}">
                  <a16:creationId xmlns:a16="http://schemas.microsoft.com/office/drawing/2014/main" id="{EF67A073-955E-43E2-F670-5F8A826E7175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76" name="직선 연결선 1275">
              <a:extLst>
                <a:ext uri="{FF2B5EF4-FFF2-40B4-BE49-F238E27FC236}">
                  <a16:creationId xmlns:a16="http://schemas.microsoft.com/office/drawing/2014/main" id="{61395372-EC58-F7E7-2A35-605A67E17920}"/>
                </a:ext>
              </a:extLst>
            </p:cNvPr>
            <p:cNvCxnSpPr>
              <a:cxnSpLocks/>
            </p:cNvCxnSpPr>
            <p:nvPr/>
          </p:nvCxnSpPr>
          <p:spPr>
            <a:xfrm>
              <a:off x="7400304" y="3963682"/>
              <a:ext cx="641177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03" name="연결선: 꺾임 1202">
            <a:extLst>
              <a:ext uri="{FF2B5EF4-FFF2-40B4-BE49-F238E27FC236}">
                <a16:creationId xmlns:a16="http://schemas.microsoft.com/office/drawing/2014/main" id="{588B4BB5-95E8-A780-67FB-D89B3137F738}"/>
              </a:ext>
            </a:extLst>
          </p:cNvPr>
          <p:cNvCxnSpPr>
            <a:cxnSpLocks/>
            <a:stCxn id="1305" idx="3"/>
            <a:endCxn id="25" idx="3"/>
          </p:cNvCxnSpPr>
          <p:nvPr/>
        </p:nvCxnSpPr>
        <p:spPr>
          <a:xfrm>
            <a:off x="1448510" y="1854152"/>
            <a:ext cx="347102" cy="262033"/>
          </a:xfrm>
          <a:prstGeom prst="bentConnector2">
            <a:avLst/>
          </a:prstGeom>
          <a:ln w="38100">
            <a:solidFill>
              <a:srgbClr val="0070C0"/>
            </a:solidFill>
            <a:prstDash val="solid"/>
            <a:headEnd type="stealth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4" name="그룹 1203">
            <a:extLst>
              <a:ext uri="{FF2B5EF4-FFF2-40B4-BE49-F238E27FC236}">
                <a16:creationId xmlns:a16="http://schemas.microsoft.com/office/drawing/2014/main" id="{B811B8D2-360E-99A8-B723-2C0A77B39B88}"/>
              </a:ext>
            </a:extLst>
          </p:cNvPr>
          <p:cNvGrpSpPr/>
          <p:nvPr/>
        </p:nvGrpSpPr>
        <p:grpSpPr>
          <a:xfrm rot="5400000">
            <a:off x="3088571" y="4546540"/>
            <a:ext cx="488879" cy="57509"/>
            <a:chOff x="7510565" y="3928292"/>
            <a:chExt cx="601696" cy="70780"/>
          </a:xfrm>
        </p:grpSpPr>
        <p:sp>
          <p:nvSpPr>
            <p:cNvPr id="1273" name="타원 1272">
              <a:extLst>
                <a:ext uri="{FF2B5EF4-FFF2-40B4-BE49-F238E27FC236}">
                  <a16:creationId xmlns:a16="http://schemas.microsoft.com/office/drawing/2014/main" id="{7DA62452-36EF-31D4-7449-94B191144E3B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74" name="직선 연결선 1273">
              <a:extLst>
                <a:ext uri="{FF2B5EF4-FFF2-40B4-BE49-F238E27FC236}">
                  <a16:creationId xmlns:a16="http://schemas.microsoft.com/office/drawing/2014/main" id="{F141F40A-5FE9-AA22-D65C-DBE42092F14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5" name="그룹 1204">
            <a:extLst>
              <a:ext uri="{FF2B5EF4-FFF2-40B4-BE49-F238E27FC236}">
                <a16:creationId xmlns:a16="http://schemas.microsoft.com/office/drawing/2014/main" id="{78DE483F-0D30-D502-C3EF-8CED14F00C12}"/>
              </a:ext>
            </a:extLst>
          </p:cNvPr>
          <p:cNvGrpSpPr/>
          <p:nvPr/>
        </p:nvGrpSpPr>
        <p:grpSpPr>
          <a:xfrm rot="5400000">
            <a:off x="3360528" y="4546540"/>
            <a:ext cx="488879" cy="57509"/>
            <a:chOff x="7510565" y="3928292"/>
            <a:chExt cx="601696" cy="70780"/>
          </a:xfrm>
        </p:grpSpPr>
        <p:sp>
          <p:nvSpPr>
            <p:cNvPr id="1271" name="타원 1270">
              <a:extLst>
                <a:ext uri="{FF2B5EF4-FFF2-40B4-BE49-F238E27FC236}">
                  <a16:creationId xmlns:a16="http://schemas.microsoft.com/office/drawing/2014/main" id="{6548EC7D-5549-BA4B-1113-6472D5FE1BDF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72" name="직선 연결선 1271">
              <a:extLst>
                <a:ext uri="{FF2B5EF4-FFF2-40B4-BE49-F238E27FC236}">
                  <a16:creationId xmlns:a16="http://schemas.microsoft.com/office/drawing/2014/main" id="{C0B42D1E-94C6-A787-FC8A-56BD472748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6" name="그룹 1205">
            <a:extLst>
              <a:ext uri="{FF2B5EF4-FFF2-40B4-BE49-F238E27FC236}">
                <a16:creationId xmlns:a16="http://schemas.microsoft.com/office/drawing/2014/main" id="{F39091F9-55E9-7451-677F-33FF807FF747}"/>
              </a:ext>
            </a:extLst>
          </p:cNvPr>
          <p:cNvGrpSpPr/>
          <p:nvPr/>
        </p:nvGrpSpPr>
        <p:grpSpPr>
          <a:xfrm rot="5400000">
            <a:off x="3661730" y="4546540"/>
            <a:ext cx="488879" cy="57509"/>
            <a:chOff x="7510565" y="3928292"/>
            <a:chExt cx="601696" cy="70780"/>
          </a:xfrm>
        </p:grpSpPr>
        <p:sp>
          <p:nvSpPr>
            <p:cNvPr id="1269" name="타원 1268">
              <a:extLst>
                <a:ext uri="{FF2B5EF4-FFF2-40B4-BE49-F238E27FC236}">
                  <a16:creationId xmlns:a16="http://schemas.microsoft.com/office/drawing/2014/main" id="{D1A4FA89-4AEA-487E-C7D5-4AD2090DC456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70" name="직선 연결선 1269">
              <a:extLst>
                <a:ext uri="{FF2B5EF4-FFF2-40B4-BE49-F238E27FC236}">
                  <a16:creationId xmlns:a16="http://schemas.microsoft.com/office/drawing/2014/main" id="{AC1D0FF5-65AF-28D4-A485-D84E29DCE0D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8" name="그룹 1207">
            <a:extLst>
              <a:ext uri="{FF2B5EF4-FFF2-40B4-BE49-F238E27FC236}">
                <a16:creationId xmlns:a16="http://schemas.microsoft.com/office/drawing/2014/main" id="{1FC0AAB7-28CD-8AFF-8B46-534006A67D9A}"/>
              </a:ext>
            </a:extLst>
          </p:cNvPr>
          <p:cNvGrpSpPr/>
          <p:nvPr/>
        </p:nvGrpSpPr>
        <p:grpSpPr>
          <a:xfrm rot="5400000">
            <a:off x="3944558" y="4546540"/>
            <a:ext cx="488879" cy="57509"/>
            <a:chOff x="7510565" y="3928292"/>
            <a:chExt cx="601696" cy="70780"/>
          </a:xfrm>
        </p:grpSpPr>
        <p:sp>
          <p:nvSpPr>
            <p:cNvPr id="1267" name="타원 1266">
              <a:extLst>
                <a:ext uri="{FF2B5EF4-FFF2-40B4-BE49-F238E27FC236}">
                  <a16:creationId xmlns:a16="http://schemas.microsoft.com/office/drawing/2014/main" id="{61401BF1-CCE0-D36F-2CCF-548027387EC8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268" name="직선 연결선 1267">
              <a:extLst>
                <a:ext uri="{FF2B5EF4-FFF2-40B4-BE49-F238E27FC236}">
                  <a16:creationId xmlns:a16="http://schemas.microsoft.com/office/drawing/2014/main" id="{4562C6EF-18D8-9FA6-8314-3AF9325D1E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09" name="연결선: 꺾임 1208">
            <a:extLst>
              <a:ext uri="{FF2B5EF4-FFF2-40B4-BE49-F238E27FC236}">
                <a16:creationId xmlns:a16="http://schemas.microsoft.com/office/drawing/2014/main" id="{A0CA5996-EBE9-30B2-0542-3E35C394EC44}"/>
              </a:ext>
            </a:extLst>
          </p:cNvPr>
          <p:cNvCxnSpPr>
            <a:cxnSpLocks/>
            <a:stCxn id="1267" idx="6"/>
            <a:endCxn id="1291" idx="3"/>
          </p:cNvCxnSpPr>
          <p:nvPr/>
        </p:nvCxnSpPr>
        <p:spPr>
          <a:xfrm rot="5400000" flipH="1">
            <a:off x="2702509" y="3333246"/>
            <a:ext cx="232490" cy="2740487"/>
          </a:xfrm>
          <a:prstGeom prst="bentConnector4">
            <a:avLst>
              <a:gd name="adj1" fmla="val -139297"/>
              <a:gd name="adj2" fmla="val 50525"/>
            </a:avLst>
          </a:prstGeom>
          <a:ln w="38100">
            <a:solidFill>
              <a:srgbClr val="0070C0"/>
            </a:solidFill>
            <a:prstDash val="solid"/>
            <a:headEnd type="stealth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연결선: 꺾임 1209">
            <a:extLst>
              <a:ext uri="{FF2B5EF4-FFF2-40B4-BE49-F238E27FC236}">
                <a16:creationId xmlns:a16="http://schemas.microsoft.com/office/drawing/2014/main" id="{17632E52-326A-5E52-12AB-6E98E04355D6}"/>
              </a:ext>
            </a:extLst>
          </p:cNvPr>
          <p:cNvCxnSpPr>
            <a:cxnSpLocks/>
            <a:stCxn id="1269" idx="6"/>
            <a:endCxn id="15" idx="1"/>
          </p:cNvCxnSpPr>
          <p:nvPr/>
        </p:nvCxnSpPr>
        <p:spPr>
          <a:xfrm rot="16200000" flipH="1">
            <a:off x="4367521" y="4358381"/>
            <a:ext cx="215557" cy="1138261"/>
          </a:xfrm>
          <a:prstGeom prst="bentConnector2">
            <a:avLst/>
          </a:prstGeom>
          <a:ln w="38100">
            <a:solidFill>
              <a:schemeClr val="tx1"/>
            </a:solidFill>
            <a:prstDash val="solid"/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연결선: 꺾임 1210">
            <a:extLst>
              <a:ext uri="{FF2B5EF4-FFF2-40B4-BE49-F238E27FC236}">
                <a16:creationId xmlns:a16="http://schemas.microsoft.com/office/drawing/2014/main" id="{605141CC-AFB2-D4D1-C7F2-68EBB412FEB0}"/>
              </a:ext>
            </a:extLst>
          </p:cNvPr>
          <p:cNvCxnSpPr>
            <a:cxnSpLocks/>
            <a:stCxn id="1281" idx="1"/>
            <a:endCxn id="1275" idx="6"/>
          </p:cNvCxnSpPr>
          <p:nvPr/>
        </p:nvCxnSpPr>
        <p:spPr>
          <a:xfrm rot="10800000" flipV="1">
            <a:off x="5365950" y="1854151"/>
            <a:ext cx="614188" cy="17457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olid"/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직선 화살표 연결선 1212">
            <a:extLst>
              <a:ext uri="{FF2B5EF4-FFF2-40B4-BE49-F238E27FC236}">
                <a16:creationId xmlns:a16="http://schemas.microsoft.com/office/drawing/2014/main" id="{00D61265-0452-39BC-3856-79790553F866}"/>
              </a:ext>
            </a:extLst>
          </p:cNvPr>
          <p:cNvCxnSpPr>
            <a:cxnSpLocks/>
          </p:cNvCxnSpPr>
          <p:nvPr/>
        </p:nvCxnSpPr>
        <p:spPr>
          <a:xfrm flipH="1">
            <a:off x="3153304" y="3263329"/>
            <a:ext cx="7144" cy="300037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4" name="직사각형 1213">
            <a:extLst>
              <a:ext uri="{FF2B5EF4-FFF2-40B4-BE49-F238E27FC236}">
                <a16:creationId xmlns:a16="http://schemas.microsoft.com/office/drawing/2014/main" id="{D087621C-7804-7ED7-82E4-E2BEB501FE66}"/>
              </a:ext>
            </a:extLst>
          </p:cNvPr>
          <p:cNvSpPr/>
          <p:nvPr/>
        </p:nvSpPr>
        <p:spPr>
          <a:xfrm>
            <a:off x="3068890" y="3013364"/>
            <a:ext cx="909998" cy="2381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4E84A6B5-21B0-61E6-45D6-BECE71040015}"/>
              </a:ext>
            </a:extLst>
          </p:cNvPr>
          <p:cNvSpPr txBox="1"/>
          <p:nvPr/>
        </p:nvSpPr>
        <p:spPr>
          <a:xfrm>
            <a:off x="1682319" y="1795262"/>
            <a:ext cx="546464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In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E586946-586A-3B13-B4AC-39489843E2E9}"/>
              </a:ext>
            </a:extLst>
          </p:cNvPr>
          <p:cNvSpPr txBox="1"/>
          <p:nvPr/>
        </p:nvSpPr>
        <p:spPr>
          <a:xfrm>
            <a:off x="5198013" y="1795262"/>
            <a:ext cx="546464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Out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648658D2-BE21-29FC-56F2-B506F18CABA5}"/>
              </a:ext>
            </a:extLst>
          </p:cNvPr>
          <p:cNvSpPr txBox="1"/>
          <p:nvPr/>
        </p:nvSpPr>
        <p:spPr>
          <a:xfrm>
            <a:off x="1435206" y="4628158"/>
            <a:ext cx="546464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Out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65C4E020-6F0B-42A2-AEA3-CCAAAEB8B408}"/>
              </a:ext>
            </a:extLst>
          </p:cNvPr>
          <p:cNvSpPr txBox="1"/>
          <p:nvPr/>
        </p:nvSpPr>
        <p:spPr>
          <a:xfrm>
            <a:off x="5408432" y="4537624"/>
            <a:ext cx="546464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In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98D63D95-6417-D2F1-47AB-D1D83C073A22}"/>
              </a:ext>
            </a:extLst>
          </p:cNvPr>
          <p:cNvSpPr txBox="1"/>
          <p:nvPr/>
        </p:nvSpPr>
        <p:spPr>
          <a:xfrm>
            <a:off x="5426872" y="2504922"/>
            <a:ext cx="107927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RF Cable</a:t>
            </a:r>
            <a:endParaRPr lang="ko-KR" altLang="en-US" sz="813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9B94B1CD-B000-1F5A-6400-19F158559072}"/>
              </a:ext>
            </a:extLst>
          </p:cNvPr>
          <p:cNvSpPr txBox="1"/>
          <p:nvPr/>
        </p:nvSpPr>
        <p:spPr>
          <a:xfrm>
            <a:off x="2663867" y="5144338"/>
            <a:ext cx="107927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latin typeface="Noto Sans KR" panose="020B0500000000000000" pitchFamily="34" charset="-127"/>
                <a:ea typeface="Noto Sans KR" panose="020B0500000000000000" pitchFamily="34" charset="-127"/>
              </a:rPr>
              <a:t>RF Cable</a:t>
            </a:r>
          </a:p>
        </p:txBody>
      </p:sp>
      <p:cxnSp>
        <p:nvCxnSpPr>
          <p:cNvPr id="1226" name="직선 화살표 연결선 1225">
            <a:extLst>
              <a:ext uri="{FF2B5EF4-FFF2-40B4-BE49-F238E27FC236}">
                <a16:creationId xmlns:a16="http://schemas.microsoft.com/office/drawing/2014/main" id="{090D82EA-4D95-8C6E-368E-55924527CD92}"/>
              </a:ext>
            </a:extLst>
          </p:cNvPr>
          <p:cNvCxnSpPr>
            <a:cxnSpLocks/>
          </p:cNvCxnSpPr>
          <p:nvPr/>
        </p:nvCxnSpPr>
        <p:spPr>
          <a:xfrm>
            <a:off x="3817673" y="3253804"/>
            <a:ext cx="233363" cy="319087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직선 화살표 연결선 1227">
            <a:extLst>
              <a:ext uri="{FF2B5EF4-FFF2-40B4-BE49-F238E27FC236}">
                <a16:creationId xmlns:a16="http://schemas.microsoft.com/office/drawing/2014/main" id="{565885DC-B035-2BFC-D4DD-1804B0E189FF}"/>
              </a:ext>
            </a:extLst>
          </p:cNvPr>
          <p:cNvCxnSpPr>
            <a:cxnSpLocks/>
          </p:cNvCxnSpPr>
          <p:nvPr/>
        </p:nvCxnSpPr>
        <p:spPr>
          <a:xfrm flipH="1" flipV="1">
            <a:off x="3867135" y="3784822"/>
            <a:ext cx="185488" cy="65088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" name="직사각형 1229">
            <a:extLst>
              <a:ext uri="{FF2B5EF4-FFF2-40B4-BE49-F238E27FC236}">
                <a16:creationId xmlns:a16="http://schemas.microsoft.com/office/drawing/2014/main" id="{24E481D8-998E-3918-6F2B-A0B5E75F3B1C}"/>
              </a:ext>
            </a:extLst>
          </p:cNvPr>
          <p:cNvSpPr/>
          <p:nvPr/>
        </p:nvSpPr>
        <p:spPr>
          <a:xfrm>
            <a:off x="3970245" y="3725644"/>
            <a:ext cx="785424" cy="2381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32" name="직선 화살표 연결선 1231">
            <a:extLst>
              <a:ext uri="{FF2B5EF4-FFF2-40B4-BE49-F238E27FC236}">
                <a16:creationId xmlns:a16="http://schemas.microsoft.com/office/drawing/2014/main" id="{FCCC4688-449C-8CF4-370F-EBDB13FD9AD0}"/>
              </a:ext>
            </a:extLst>
          </p:cNvPr>
          <p:cNvCxnSpPr>
            <a:cxnSpLocks/>
          </p:cNvCxnSpPr>
          <p:nvPr/>
        </p:nvCxnSpPr>
        <p:spPr>
          <a:xfrm flipH="1">
            <a:off x="3681647" y="3854673"/>
            <a:ext cx="370976" cy="53986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F438872-DE4A-6810-500B-FDDD3D36797D}"/>
              </a:ext>
            </a:extLst>
          </p:cNvPr>
          <p:cNvSpPr txBox="1"/>
          <p:nvPr/>
        </p:nvSpPr>
        <p:spPr>
          <a:xfrm>
            <a:off x="542863" y="3710204"/>
            <a:ext cx="1440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00" dirty="0">
                <a:solidFill>
                  <a:srgbClr val="0070C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Receiver Path</a:t>
            </a:r>
            <a:endParaRPr lang="ko-KR" altLang="en-US" sz="1300" dirty="0">
              <a:solidFill>
                <a:srgbClr val="0070C0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4B390694-4A7A-AB8A-0514-39FA6B04AB0B}"/>
              </a:ext>
            </a:extLst>
          </p:cNvPr>
          <p:cNvSpPr txBox="1"/>
          <p:nvPr/>
        </p:nvSpPr>
        <p:spPr>
          <a:xfrm>
            <a:off x="5298250" y="3710204"/>
            <a:ext cx="1440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Transmit Path</a:t>
            </a:r>
            <a:endParaRPr lang="ko-KR" altLang="en-US" sz="13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F8E8BB80-A4BC-A588-3B25-CC0A6B286B60}"/>
              </a:ext>
            </a:extLst>
          </p:cNvPr>
          <p:cNvSpPr txBox="1"/>
          <p:nvPr/>
        </p:nvSpPr>
        <p:spPr>
          <a:xfrm>
            <a:off x="4110039" y="2863747"/>
            <a:ext cx="74311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highlight>
                  <a:srgbClr val="F2F2F2"/>
                </a:highlight>
                <a:latin typeface="Noto Sans KR" panose="020B0500000000000000" pitchFamily="34" charset="-127"/>
                <a:ea typeface="Noto Sans KR" panose="020B0500000000000000" pitchFamily="34" charset="-127"/>
              </a:rPr>
              <a:t>Evaluation</a:t>
            </a: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92286A35-DF7E-5747-0EBD-6E929E6B3305}"/>
              </a:ext>
            </a:extLst>
          </p:cNvPr>
          <p:cNvSpPr txBox="1"/>
          <p:nvPr/>
        </p:nvSpPr>
        <p:spPr>
          <a:xfrm>
            <a:off x="7626102" y="2777788"/>
            <a:ext cx="1440000" cy="50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ctr" defTabSz="742950" fontAlgn="base" latinLnBrk="0">
              <a:spcBef>
                <a:spcPct val="0"/>
              </a:spcBef>
              <a:spcAft>
                <a:spcPct val="0"/>
              </a:spcAft>
              <a:buAutoNum type="arabicParenBoth"/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Keysight </a:t>
            </a:r>
            <a:r>
              <a:rPr lang="en-US" altLang="ko-KR" sz="894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N1914A</a:t>
            </a:r>
            <a:endParaRPr lang="en-US" altLang="ko-KR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(w/ </a:t>
            </a:r>
            <a:r>
              <a:rPr lang="en-US" altLang="ko-KR" sz="894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N8488</a:t>
            </a: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Power Sensor)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A97C4A50-F999-9E79-9B2A-CC4EB6A81E4D}"/>
              </a:ext>
            </a:extLst>
          </p:cNvPr>
          <p:cNvSpPr txBox="1"/>
          <p:nvPr/>
        </p:nvSpPr>
        <p:spPr>
          <a:xfrm>
            <a:off x="7626102" y="3935085"/>
            <a:ext cx="144000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(2) Rohde </a:t>
            </a:r>
            <a:r>
              <a:rPr lang="en-US" altLang="ko-KR" sz="894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SMF100A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6A743A-6747-DC42-C1D1-896635336E61}"/>
              </a:ext>
            </a:extLst>
          </p:cNvPr>
          <p:cNvCxnSpPr>
            <a:cxnSpLocks/>
          </p:cNvCxnSpPr>
          <p:nvPr/>
        </p:nvCxnSpPr>
        <p:spPr>
          <a:xfrm flipV="1">
            <a:off x="2798609" y="2032875"/>
            <a:ext cx="0" cy="1105041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1B3F4BB-9DC8-4CD2-D069-AF157F77DA70}"/>
              </a:ext>
            </a:extLst>
          </p:cNvPr>
          <p:cNvSpPr txBox="1"/>
          <p:nvPr/>
        </p:nvSpPr>
        <p:spPr>
          <a:xfrm>
            <a:off x="2135505" y="2082528"/>
            <a:ext cx="660903" cy="71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PA 4.0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I/O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ANA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DRV</a:t>
            </a: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DIG 1.0 V</a:t>
            </a:r>
            <a:endParaRPr lang="ko-KR" altLang="en-US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49D853-2836-115A-DF3E-0BF6CD7C6062}"/>
              </a:ext>
            </a:extLst>
          </p:cNvPr>
          <p:cNvSpPr/>
          <p:nvPr/>
        </p:nvSpPr>
        <p:spPr>
          <a:xfrm>
            <a:off x="2365585" y="1652234"/>
            <a:ext cx="1080000" cy="40090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r>
              <a:rPr lang="en-US" altLang="ko-KR" sz="894" dirty="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(3) Power Supply</a:t>
            </a:r>
          </a:p>
          <a:p>
            <a:pPr algn="ctr" defTabSz="742950"/>
            <a:r>
              <a:rPr lang="en-US" altLang="ko-KR" sz="894" dirty="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(5-Ch)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2DB4566-0376-6C28-839D-DDBA207ECDAB}"/>
              </a:ext>
            </a:extLst>
          </p:cNvPr>
          <p:cNvCxnSpPr>
            <a:cxnSpLocks/>
          </p:cNvCxnSpPr>
          <p:nvPr/>
        </p:nvCxnSpPr>
        <p:spPr>
          <a:xfrm flipV="1">
            <a:off x="2735776" y="2371289"/>
            <a:ext cx="142648" cy="129510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&amp;S®SMF100A microwave signal generator">
            <a:extLst>
              <a:ext uri="{FF2B5EF4-FFF2-40B4-BE49-F238E27FC236}">
                <a16:creationId xmlns:a16="http://schemas.microsoft.com/office/drawing/2014/main" id="{33709C17-CD86-3D0D-AC22-E065A9602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24218" y="3440241"/>
            <a:ext cx="1440000" cy="4536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460F5D-73E8-FE4A-8B3E-97BCF431FB32}"/>
              </a:ext>
            </a:extLst>
          </p:cNvPr>
          <p:cNvSpPr txBox="1"/>
          <p:nvPr/>
        </p:nvSpPr>
        <p:spPr>
          <a:xfrm>
            <a:off x="7603183" y="5161746"/>
            <a:ext cx="144000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(3) Keysight </a:t>
            </a:r>
            <a:r>
              <a:rPr lang="en-US" altLang="ko-KR" sz="894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E36312A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7367A6A-01BD-876F-FE67-81DFB723D4B7}"/>
              </a:ext>
            </a:extLst>
          </p:cNvPr>
          <p:cNvGrpSpPr/>
          <p:nvPr/>
        </p:nvGrpSpPr>
        <p:grpSpPr>
          <a:xfrm>
            <a:off x="7623293" y="4299559"/>
            <a:ext cx="1425157" cy="785004"/>
            <a:chOff x="7623293" y="3668425"/>
            <a:chExt cx="1425157" cy="785004"/>
          </a:xfrm>
        </p:grpSpPr>
        <p:pic>
          <p:nvPicPr>
            <p:cNvPr id="9" name="Picture 8" descr="E36312A KEYSIGHT TECHNOLOGIES, Bench Power Supply, DC, Programmable |  Newark Electronics">
              <a:extLst>
                <a:ext uri="{FF2B5EF4-FFF2-40B4-BE49-F238E27FC236}">
                  <a16:creationId xmlns:a16="http://schemas.microsoft.com/office/drawing/2014/main" id="{A0BE8DD9-A0B1-21AD-DD8C-EB52D2B6FE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623293" y="3668425"/>
              <a:ext cx="915707" cy="6104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E36312A KEYSIGHT TECHNOLOGIES, Bench Power Supply, DC, Programmable |  Newark Electronics">
              <a:extLst>
                <a:ext uri="{FF2B5EF4-FFF2-40B4-BE49-F238E27FC236}">
                  <a16:creationId xmlns:a16="http://schemas.microsoft.com/office/drawing/2014/main" id="{46133F18-A084-30C0-9788-BD98E89273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132743" y="3842958"/>
              <a:ext cx="915707" cy="6104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2" descr="Keysight N1914A EPM Series RF Power Meter">
            <a:extLst>
              <a:ext uri="{FF2B5EF4-FFF2-40B4-BE49-F238E27FC236}">
                <a16:creationId xmlns:a16="http://schemas.microsoft.com/office/drawing/2014/main" id="{3CC29602-4C27-4713-6FD2-70D0B78EB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4219" y="1580084"/>
            <a:ext cx="1440000" cy="6041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14EAFBC-4758-0C0A-55E4-FD8612525E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67421" y="2225393"/>
            <a:ext cx="597851" cy="41372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934FD6-4B26-B14F-AD82-9459B118405F}"/>
              </a:ext>
            </a:extLst>
          </p:cNvPr>
          <p:cNvSpPr/>
          <p:nvPr/>
        </p:nvSpPr>
        <p:spPr>
          <a:xfrm>
            <a:off x="5044430" y="4959553"/>
            <a:ext cx="115410" cy="1514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56" i="1" dirty="0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13D939-2BFD-6C86-940F-908A9931FF18}"/>
              </a:ext>
            </a:extLst>
          </p:cNvPr>
          <p:cNvSpPr/>
          <p:nvPr/>
        </p:nvSpPr>
        <p:spPr>
          <a:xfrm flipH="1">
            <a:off x="5094681" y="4929835"/>
            <a:ext cx="585069" cy="21091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Sensor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254728C6-27EB-C870-BCDC-38569DC68157}"/>
              </a:ext>
            </a:extLst>
          </p:cNvPr>
          <p:cNvCxnSpPr>
            <a:cxnSpLocks/>
            <a:stCxn id="16" idx="1"/>
            <a:endCxn id="1279" idx="1"/>
          </p:cNvCxnSpPr>
          <p:nvPr/>
        </p:nvCxnSpPr>
        <p:spPr>
          <a:xfrm flipV="1">
            <a:off x="5679750" y="4587244"/>
            <a:ext cx="300388" cy="44804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olid"/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A46C83-D360-4F53-DB56-7CC4C9408C96}"/>
              </a:ext>
            </a:extLst>
          </p:cNvPr>
          <p:cNvSpPr txBox="1"/>
          <p:nvPr/>
        </p:nvSpPr>
        <p:spPr>
          <a:xfrm>
            <a:off x="4202880" y="4761331"/>
            <a:ext cx="675810" cy="483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FF00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Direct</a:t>
            </a:r>
          </a:p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FF00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Connect</a:t>
            </a:r>
            <a:endParaRPr lang="ko-KR" altLang="en-US" sz="900" dirty="0">
              <a:solidFill>
                <a:srgbClr val="FF0000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B9F4AF2-9987-2BD4-8508-38E61B7CB0F9}"/>
              </a:ext>
            </a:extLst>
          </p:cNvPr>
          <p:cNvGrpSpPr/>
          <p:nvPr/>
        </p:nvGrpSpPr>
        <p:grpSpPr>
          <a:xfrm>
            <a:off x="1689412" y="2116184"/>
            <a:ext cx="212400" cy="758444"/>
            <a:chOff x="-374778" y="1844580"/>
            <a:chExt cx="212400" cy="75844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329A8E7-5602-2C8C-75E1-2636D8015782}"/>
                </a:ext>
              </a:extLst>
            </p:cNvPr>
            <p:cNvSpPr/>
            <p:nvPr/>
          </p:nvSpPr>
          <p:spPr>
            <a:xfrm rot="5400000">
              <a:off x="-331924" y="2469581"/>
              <a:ext cx="115410" cy="15147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78A749A-05A4-69E4-E629-9370893F5A7B}"/>
                </a:ext>
              </a:extLst>
            </p:cNvPr>
            <p:cNvSpPr/>
            <p:nvPr/>
          </p:nvSpPr>
          <p:spPr>
            <a:xfrm rot="5400000" flipH="1">
              <a:off x="-618947" y="2088749"/>
              <a:ext cx="700737" cy="212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94" dirty="0">
                  <a:solidFill>
                    <a:prstClr val="black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Sensor</a:t>
              </a:r>
            </a:p>
          </p:txBody>
        </p:sp>
      </p:grp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179FFE28-9993-8E57-B5C3-AF4894F015D6}"/>
              </a:ext>
            </a:extLst>
          </p:cNvPr>
          <p:cNvCxnSpPr>
            <a:cxnSpLocks/>
            <a:stCxn id="24" idx="3"/>
            <a:endCxn id="1277" idx="6"/>
          </p:cNvCxnSpPr>
          <p:nvPr/>
        </p:nvCxnSpPr>
        <p:spPr>
          <a:xfrm rot="16200000" flipH="1">
            <a:off x="1602572" y="3062026"/>
            <a:ext cx="731589" cy="356791"/>
          </a:xfrm>
          <a:prstGeom prst="bentConnector2">
            <a:avLst/>
          </a:prstGeom>
          <a:ln w="38100">
            <a:solidFill>
              <a:srgbClr val="0070C0"/>
            </a:solidFill>
            <a:prstDash val="solid"/>
            <a:headEnd type="stealth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A421944-0EF2-E301-BDEB-24B6AD2FBC87}"/>
              </a:ext>
            </a:extLst>
          </p:cNvPr>
          <p:cNvSpPr txBox="1"/>
          <p:nvPr/>
        </p:nvSpPr>
        <p:spPr>
          <a:xfrm rot="5400000">
            <a:off x="1474980" y="3017893"/>
            <a:ext cx="675810" cy="483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FF00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Direct</a:t>
            </a:r>
          </a:p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FF00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Connect</a:t>
            </a:r>
            <a:endParaRPr lang="ko-KR" altLang="en-US" sz="900" dirty="0">
              <a:solidFill>
                <a:srgbClr val="FF0000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3C2832-6392-429A-52FD-F5EF41C898C8}"/>
              </a:ext>
            </a:extLst>
          </p:cNvPr>
          <p:cNvSpPr txBox="1"/>
          <p:nvPr/>
        </p:nvSpPr>
        <p:spPr>
          <a:xfrm>
            <a:off x="4957316" y="5133106"/>
            <a:ext cx="8238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7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*w/ 10 dB Attn</a:t>
            </a:r>
            <a:endParaRPr lang="ko-KR" altLang="en-US" sz="7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FBBD11-292C-AFF1-9891-110793CD3D09}"/>
              </a:ext>
            </a:extLst>
          </p:cNvPr>
          <p:cNvSpPr txBox="1"/>
          <p:nvPr/>
        </p:nvSpPr>
        <p:spPr>
          <a:xfrm rot="5400000">
            <a:off x="1184175" y="2346279"/>
            <a:ext cx="8238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7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*w/ 10 dB Attn</a:t>
            </a:r>
            <a:endParaRPr lang="ko-KR" altLang="en-US" sz="7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88E740B2-DD66-36C8-4676-A9DCC00E6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5852342"/>
            <a:ext cx="915812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Offset Calculation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SG (Signal Generator) : Cable Loss (w/Zero Cal.) + Channel Trace Loss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Signal Analyzer : Cable</a:t>
            </a:r>
            <a:r>
              <a:rPr lang="ko-KR" altLang="en-US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Loss (w/Zero Cal.)</a:t>
            </a:r>
            <a:r>
              <a:rPr lang="ko-KR" altLang="en-US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+</a:t>
            </a:r>
            <a:r>
              <a:rPr lang="ko-KR" altLang="en-US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Common Trace Loss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7D0ABFD-60BA-A125-FDDF-D89F35937257}"/>
              </a:ext>
            </a:extLst>
          </p:cNvPr>
          <p:cNvGrpSpPr/>
          <p:nvPr/>
        </p:nvGrpSpPr>
        <p:grpSpPr>
          <a:xfrm>
            <a:off x="5973124" y="5357980"/>
            <a:ext cx="198010" cy="19801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AEE1029-1897-8C9C-FE87-5F635A657FFE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516DE17-90E7-814D-F8C1-FE52682B90C5}"/>
                </a:ext>
              </a:extLst>
            </p:cNvPr>
            <p:cNvCxnSpPr>
              <a:stCxn id="17" idx="3"/>
              <a:endCxn id="17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4F09BD6-B86B-C10B-8FFB-F603417655EB}"/>
                </a:ext>
              </a:extLst>
            </p:cNvPr>
            <p:cNvCxnSpPr>
              <a:cxnSpLocks/>
              <a:stCxn id="17" idx="1"/>
              <a:endCxn id="17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113A268-0501-C475-875F-A9D31438730C}"/>
              </a:ext>
            </a:extLst>
          </p:cNvPr>
          <p:cNvSpPr txBox="1"/>
          <p:nvPr/>
        </p:nvSpPr>
        <p:spPr>
          <a:xfrm>
            <a:off x="6171134" y="5342018"/>
            <a:ext cx="900001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Termination</a:t>
            </a:r>
            <a:endParaRPr lang="ko-KR" altLang="en-US" sz="900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6D99FDE-17E9-E8EB-D225-8B507CF0ABB6}"/>
              </a:ext>
            </a:extLst>
          </p:cNvPr>
          <p:cNvGrpSpPr/>
          <p:nvPr/>
        </p:nvGrpSpPr>
        <p:grpSpPr>
          <a:xfrm>
            <a:off x="3261182" y="2310108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48A5CD1-C3EB-AE3E-DBA6-A5175BA8A65F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81AD021-4937-F280-F312-BB3E9CCAA1B4}"/>
                </a:ext>
              </a:extLst>
            </p:cNvPr>
            <p:cNvCxnSpPr>
              <a:stCxn id="27" idx="3"/>
              <a:endCxn id="27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A1810DA-42FE-E6D6-8918-D45528CBCF8A}"/>
                </a:ext>
              </a:extLst>
            </p:cNvPr>
            <p:cNvCxnSpPr>
              <a:cxnSpLocks/>
              <a:stCxn id="27" idx="1"/>
              <a:endCxn id="27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A3064D5-3A55-1B6A-2378-9FDDBD7A50C3}"/>
              </a:ext>
            </a:extLst>
          </p:cNvPr>
          <p:cNvGrpSpPr/>
          <p:nvPr/>
        </p:nvGrpSpPr>
        <p:grpSpPr>
          <a:xfrm>
            <a:off x="3545010" y="2316913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64E82FAF-8B61-89D3-2D93-AAA8416F3A33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F32A432-6C28-74BC-C97E-1933D5F508EA}"/>
                </a:ext>
              </a:extLst>
            </p:cNvPr>
            <p:cNvCxnSpPr>
              <a:stCxn id="33" idx="3"/>
              <a:endCxn id="33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519892A4-13EE-5296-CD58-6606DD71E8A5}"/>
                </a:ext>
              </a:extLst>
            </p:cNvPr>
            <p:cNvCxnSpPr>
              <a:cxnSpLocks/>
              <a:stCxn id="33" idx="1"/>
              <a:endCxn id="33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582599F-AA17-4C44-B173-AAEF997DFA25}"/>
              </a:ext>
            </a:extLst>
          </p:cNvPr>
          <p:cNvGrpSpPr/>
          <p:nvPr/>
        </p:nvGrpSpPr>
        <p:grpSpPr>
          <a:xfrm>
            <a:off x="3828838" y="2323718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8E47A61-F48C-68C3-E09B-74013E608AD2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409F8E7-7802-5110-65ED-0784DDDAA808}"/>
                </a:ext>
              </a:extLst>
            </p:cNvPr>
            <p:cNvCxnSpPr>
              <a:stCxn id="39" idx="3"/>
              <a:endCxn id="39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6AF61870-FE64-A702-5D4D-098860835C95}"/>
                </a:ext>
              </a:extLst>
            </p:cNvPr>
            <p:cNvCxnSpPr>
              <a:cxnSpLocks/>
              <a:stCxn id="39" idx="1"/>
              <a:endCxn id="39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2143535-60E8-9C00-C771-83F641662745}"/>
              </a:ext>
            </a:extLst>
          </p:cNvPr>
          <p:cNvGrpSpPr/>
          <p:nvPr/>
        </p:nvGrpSpPr>
        <p:grpSpPr>
          <a:xfrm>
            <a:off x="4112666" y="2330523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EE7F209-3863-E143-D76E-C3C2251524A1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BD70426-1FEE-D7EF-A35E-B17576179CFC}"/>
                </a:ext>
              </a:extLst>
            </p:cNvPr>
            <p:cNvCxnSpPr>
              <a:stCxn id="44" idx="3"/>
              <a:endCxn id="44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CA0584E3-9376-9721-EB87-762591DBAC3A}"/>
                </a:ext>
              </a:extLst>
            </p:cNvPr>
            <p:cNvCxnSpPr>
              <a:cxnSpLocks/>
              <a:stCxn id="44" idx="1"/>
              <a:endCxn id="44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32A4B8E-D3D3-8F83-6BA8-46E5CC5B83EA}"/>
              </a:ext>
            </a:extLst>
          </p:cNvPr>
          <p:cNvGrpSpPr/>
          <p:nvPr/>
        </p:nvGrpSpPr>
        <p:grpSpPr>
          <a:xfrm>
            <a:off x="3276316" y="4746807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BEED1FF4-5964-975B-8CF8-CF91BF168DBE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E398DC0-16D8-E78B-A564-5CB4E32A17E7}"/>
                </a:ext>
              </a:extLst>
            </p:cNvPr>
            <p:cNvCxnSpPr>
              <a:stCxn id="48" idx="3"/>
              <a:endCxn id="48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A1403A35-1002-3682-5C10-55F0A6368A3F}"/>
                </a:ext>
              </a:extLst>
            </p:cNvPr>
            <p:cNvCxnSpPr>
              <a:cxnSpLocks/>
              <a:stCxn id="48" idx="1"/>
              <a:endCxn id="48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A73F6E9-BC58-6DEB-F1E7-F507CBB61E41}"/>
              </a:ext>
            </a:extLst>
          </p:cNvPr>
          <p:cNvGrpSpPr/>
          <p:nvPr/>
        </p:nvGrpSpPr>
        <p:grpSpPr>
          <a:xfrm>
            <a:off x="3543524" y="4743950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76878CA-9956-12AB-749D-69342B28E9FF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91FE11B3-E58C-B84B-2CEB-014289DADE86}"/>
                </a:ext>
              </a:extLst>
            </p:cNvPr>
            <p:cNvCxnSpPr>
              <a:stCxn id="52" idx="3"/>
              <a:endCxn id="52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28FDE41C-957A-EC95-FD45-D1C02398EC86}"/>
                </a:ext>
              </a:extLst>
            </p:cNvPr>
            <p:cNvCxnSpPr>
              <a:cxnSpLocks/>
              <a:stCxn id="52" idx="1"/>
              <a:endCxn id="52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9D9863F-1DD7-1394-9EC1-15C6A9590E08}"/>
              </a:ext>
            </a:extLst>
          </p:cNvPr>
          <p:cNvSpPr txBox="1"/>
          <p:nvPr/>
        </p:nvSpPr>
        <p:spPr>
          <a:xfrm>
            <a:off x="379305" y="5328144"/>
            <a:ext cx="67276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00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(Tx and Rx Test Block Diagram)</a:t>
            </a:r>
          </a:p>
        </p:txBody>
      </p:sp>
      <p:grpSp>
        <p:nvGrpSpPr>
          <p:cNvPr id="1175" name="그룹 1174">
            <a:extLst>
              <a:ext uri="{FF2B5EF4-FFF2-40B4-BE49-F238E27FC236}">
                <a16:creationId xmlns:a16="http://schemas.microsoft.com/office/drawing/2014/main" id="{3A26E310-DB69-C04F-C5BB-565C65CE0B89}"/>
              </a:ext>
            </a:extLst>
          </p:cNvPr>
          <p:cNvGrpSpPr/>
          <p:nvPr/>
        </p:nvGrpSpPr>
        <p:grpSpPr>
          <a:xfrm>
            <a:off x="6283381" y="5811778"/>
            <a:ext cx="3035079" cy="609013"/>
            <a:chOff x="6283381" y="5811778"/>
            <a:chExt cx="3035079" cy="609013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71CEE9DD-2D5F-B2D9-743E-5DF933C1B53A}"/>
                </a:ext>
              </a:extLst>
            </p:cNvPr>
            <p:cNvGrpSpPr/>
            <p:nvPr/>
          </p:nvGrpSpPr>
          <p:grpSpPr>
            <a:xfrm>
              <a:off x="8612083" y="5822074"/>
              <a:ext cx="706377" cy="399600"/>
              <a:chOff x="744934" y="4557222"/>
              <a:chExt cx="706377" cy="399600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ADCEA633-A135-C7C9-156E-B79A01BF43A5}"/>
                  </a:ext>
                </a:extLst>
              </p:cNvPr>
              <p:cNvSpPr/>
              <p:nvPr/>
            </p:nvSpPr>
            <p:spPr>
              <a:xfrm>
                <a:off x="744934" y="4681940"/>
                <a:ext cx="115410" cy="15147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2950"/>
                <a:endParaRPr lang="ko-KR" altLang="en-US" sz="1463">
                  <a:solidFill>
                    <a:prstClr val="white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97341AA7-64ED-EE63-1AE5-810515C02F5B}"/>
                  </a:ext>
                </a:extLst>
              </p:cNvPr>
              <p:cNvSpPr/>
              <p:nvPr/>
            </p:nvSpPr>
            <p:spPr>
              <a:xfrm>
                <a:off x="815292" y="4557222"/>
                <a:ext cx="636019" cy="399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2950"/>
                <a:r>
                  <a:rPr lang="en-US" altLang="ko-KR" sz="894" dirty="0">
                    <a:solidFill>
                      <a:schemeClr val="tx1"/>
                    </a:solidFill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Power Meter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7B2B2D72-ACDB-4EFD-D8CC-5247923B7B1F}"/>
                </a:ext>
              </a:extLst>
            </p:cNvPr>
            <p:cNvGrpSpPr/>
            <p:nvPr/>
          </p:nvGrpSpPr>
          <p:grpSpPr>
            <a:xfrm>
              <a:off x="6283381" y="5821420"/>
              <a:ext cx="839063" cy="400909"/>
              <a:chOff x="942510" y="4557223"/>
              <a:chExt cx="839063" cy="400909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D9A307C5-94CD-EC57-2411-F027ABB80A1F}"/>
                  </a:ext>
                </a:extLst>
              </p:cNvPr>
              <p:cNvSpPr/>
              <p:nvPr/>
            </p:nvSpPr>
            <p:spPr>
              <a:xfrm>
                <a:off x="1666163" y="4681940"/>
                <a:ext cx="115410" cy="15147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2950"/>
                <a:endParaRPr lang="ko-KR" altLang="en-US" sz="1463">
                  <a:solidFill>
                    <a:prstClr val="white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257F0469-B172-C110-5AD3-42F9712FECEA}"/>
                  </a:ext>
                </a:extLst>
              </p:cNvPr>
              <p:cNvSpPr/>
              <p:nvPr/>
            </p:nvSpPr>
            <p:spPr>
              <a:xfrm>
                <a:off x="942510" y="4557223"/>
                <a:ext cx="772782" cy="40090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2950"/>
                <a:r>
                  <a:rPr lang="en-US" altLang="ko-KR" sz="894" dirty="0">
                    <a:solidFill>
                      <a:schemeClr val="tx1"/>
                    </a:solidFill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Signal Generator</a:t>
                </a:r>
              </a:p>
            </p:txBody>
          </p:sp>
        </p:grpSp>
        <p:cxnSp>
          <p:nvCxnSpPr>
            <p:cNvPr id="1152" name="직선 화살표 연결선 1151">
              <a:extLst>
                <a:ext uri="{FF2B5EF4-FFF2-40B4-BE49-F238E27FC236}">
                  <a16:creationId xmlns:a16="http://schemas.microsoft.com/office/drawing/2014/main" id="{35AABD7B-C99C-CC37-D3DF-5B3D054DA620}"/>
                </a:ext>
              </a:extLst>
            </p:cNvPr>
            <p:cNvCxnSpPr>
              <a:cxnSpLocks/>
            </p:cNvCxnSpPr>
            <p:nvPr/>
          </p:nvCxnSpPr>
          <p:spPr>
            <a:xfrm>
              <a:off x="7122444" y="6021874"/>
              <a:ext cx="71950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810BDF83-5135-2F83-2DE9-6C5CF9608186}"/>
                </a:ext>
              </a:extLst>
            </p:cNvPr>
            <p:cNvSpPr txBox="1"/>
            <p:nvPr/>
          </p:nvSpPr>
          <p:spPr>
            <a:xfrm>
              <a:off x="6942563" y="5811778"/>
              <a:ext cx="1079270" cy="2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13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RF Cable</a:t>
              </a:r>
            </a:p>
          </p:txBody>
        </p:sp>
        <p:sp>
          <p:nvSpPr>
            <p:cNvPr id="1156" name="Rectangle 3">
              <a:extLst>
                <a:ext uri="{FF2B5EF4-FFF2-40B4-BE49-F238E27FC236}">
                  <a16:creationId xmlns:a16="http://schemas.microsoft.com/office/drawing/2014/main" id="{32944E44-75CB-6139-0644-9A5A32FED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9414" y="6236125"/>
              <a:ext cx="1422670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104775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•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–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·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latinLnBrk="1" hangingPunct="0">
                <a:spcBef>
                  <a:spcPct val="0"/>
                </a:spcBef>
                <a:spcAft>
                  <a:spcPct val="0"/>
                </a:spcAft>
                <a:buChar char="›"/>
                <a:defRPr kumimoji="1" sz="13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fontAlgn="base" latinLnBrk="1">
                <a:spcBef>
                  <a:spcPct val="0"/>
                </a:spcBef>
                <a:spcAft>
                  <a:spcPct val="0"/>
                </a:spcAft>
                <a:buChar char="›"/>
                <a:defRPr kumimoji="1"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200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Zero-Calibration</a:t>
              </a:r>
            </a:p>
          </p:txBody>
        </p:sp>
        <p:grpSp>
          <p:nvGrpSpPr>
            <p:cNvPr id="1164" name="그룹 1163">
              <a:extLst>
                <a:ext uri="{FF2B5EF4-FFF2-40B4-BE49-F238E27FC236}">
                  <a16:creationId xmlns:a16="http://schemas.microsoft.com/office/drawing/2014/main" id="{C9ADF6BC-AE90-8AA1-BB93-D78E0A24D8D4}"/>
                </a:ext>
              </a:extLst>
            </p:cNvPr>
            <p:cNvGrpSpPr/>
            <p:nvPr/>
          </p:nvGrpSpPr>
          <p:grpSpPr>
            <a:xfrm>
              <a:off x="7841952" y="5916419"/>
              <a:ext cx="635320" cy="210911"/>
              <a:chOff x="10567289" y="5746886"/>
              <a:chExt cx="635320" cy="210911"/>
            </a:xfrm>
          </p:grpSpPr>
          <p:sp>
            <p:nvSpPr>
              <p:cNvPr id="1159" name="직사각형 1158">
                <a:extLst>
                  <a:ext uri="{FF2B5EF4-FFF2-40B4-BE49-F238E27FC236}">
                    <a16:creationId xmlns:a16="http://schemas.microsoft.com/office/drawing/2014/main" id="{F8B41091-634F-ABE9-4ABB-9785A8F6CF75}"/>
                  </a:ext>
                </a:extLst>
              </p:cNvPr>
              <p:cNvSpPr/>
              <p:nvPr/>
            </p:nvSpPr>
            <p:spPr>
              <a:xfrm>
                <a:off x="10567289" y="5776604"/>
                <a:ext cx="115410" cy="15147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295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ko-KR" altLang="en-US" sz="1056" i="1" dirty="0">
                  <a:solidFill>
                    <a:prstClr val="white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  <p:sp>
            <p:nvSpPr>
              <p:cNvPr id="1160" name="직사각형 1159">
                <a:extLst>
                  <a:ext uri="{FF2B5EF4-FFF2-40B4-BE49-F238E27FC236}">
                    <a16:creationId xmlns:a16="http://schemas.microsoft.com/office/drawing/2014/main" id="{A843CAC6-6B25-51E5-3CD4-F00C53CD1A14}"/>
                  </a:ext>
                </a:extLst>
              </p:cNvPr>
              <p:cNvSpPr/>
              <p:nvPr/>
            </p:nvSpPr>
            <p:spPr>
              <a:xfrm flipH="1">
                <a:off x="10617540" y="5746886"/>
                <a:ext cx="585069" cy="210911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295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ko-KR" sz="894" dirty="0">
                    <a:solidFill>
                      <a:prstClr val="black"/>
                    </a:solidFill>
                    <a:latin typeface="Noto Sans KR" panose="020B0500000000000000" pitchFamily="34" charset="-127"/>
                    <a:ea typeface="Noto Sans KR" panose="020B0500000000000000" pitchFamily="34" charset="-127"/>
                  </a:rPr>
                  <a:t>Sensor</a:t>
                </a:r>
              </a:p>
            </p:txBody>
          </p:sp>
        </p:grpSp>
        <p:cxnSp>
          <p:nvCxnSpPr>
            <p:cNvPr id="1165" name="연결선: 꺾임 1164">
              <a:extLst>
                <a:ext uri="{FF2B5EF4-FFF2-40B4-BE49-F238E27FC236}">
                  <a16:creationId xmlns:a16="http://schemas.microsoft.com/office/drawing/2014/main" id="{A7D1A134-D469-1980-1448-46999357B6E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477273" y="6021546"/>
              <a:ext cx="134811" cy="65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8" name="TextBox 1177">
            <a:extLst>
              <a:ext uri="{FF2B5EF4-FFF2-40B4-BE49-F238E27FC236}">
                <a16:creationId xmlns:a16="http://schemas.microsoft.com/office/drawing/2014/main" id="{026563FE-1366-287E-B517-A895FBFE06DB}"/>
              </a:ext>
            </a:extLst>
          </p:cNvPr>
          <p:cNvSpPr txBox="1"/>
          <p:nvPr/>
        </p:nvSpPr>
        <p:spPr>
          <a:xfrm>
            <a:off x="2923289" y="3024929"/>
            <a:ext cx="1201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Common Loss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64DF46E6-AB45-8105-12AA-6633B932A76F}"/>
              </a:ext>
            </a:extLst>
          </p:cNvPr>
          <p:cNvSpPr txBox="1"/>
          <p:nvPr/>
        </p:nvSpPr>
        <p:spPr>
          <a:xfrm>
            <a:off x="3803386" y="3736466"/>
            <a:ext cx="1090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Channel Loss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073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직사각형 1112">
            <a:extLst>
              <a:ext uri="{FF2B5EF4-FFF2-40B4-BE49-F238E27FC236}">
                <a16:creationId xmlns:a16="http://schemas.microsoft.com/office/drawing/2014/main" id="{16481A08-D854-C7E5-F9E8-4CD61223231F}"/>
              </a:ext>
            </a:extLst>
          </p:cNvPr>
          <p:cNvSpPr/>
          <p:nvPr/>
        </p:nvSpPr>
        <p:spPr>
          <a:xfrm>
            <a:off x="7054324" y="1449048"/>
            <a:ext cx="2468984" cy="41698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ko-KR" altLang="en-US" sz="1463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9" name="Picture 2" descr="R&amp;amp;S®ZNA vector network analyzers, front view">
            <a:extLst>
              <a:ext uri="{FF2B5EF4-FFF2-40B4-BE49-F238E27FC236}">
                <a16:creationId xmlns:a16="http://schemas.microsoft.com/office/drawing/2014/main" id="{68135FC0-0E2C-50B8-97C8-3E96F88DA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4184" y="1533936"/>
            <a:ext cx="1727796" cy="9718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CE4CC1-46A5-9FD0-936A-676DADFB6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VNA</a:t>
            </a:r>
            <a:r>
              <a:rPr lang="en-US" altLang="ko-KR" dirty="0"/>
              <a:t>-NF Setup </a:t>
            </a:r>
            <a:endParaRPr lang="ko-KR" altLang="en-US" dirty="0"/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2EBE87BE-1457-730F-2E72-8268F77EA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5852342"/>
            <a:ext cx="915812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Measurement procedure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S-Parameter Calibration(ZV-Z55), Power Calibration(NRP50S), Receiver Noise Calibration(50Ω termination)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Hook up DUT (P1</a:t>
            </a:r>
            <a:r>
              <a:rPr lang="ko-KR" altLang="en-US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→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in, out</a:t>
            </a:r>
            <a:r>
              <a:rPr lang="ko-KR" altLang="en-US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→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P2), Read NF and Gain; NF21, b2/a1, NF2R, ND2 …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CCB515-9D16-FE3D-CE23-7CFB941A5DEF}"/>
              </a:ext>
            </a:extLst>
          </p:cNvPr>
          <p:cNvSpPr/>
          <p:nvPr/>
        </p:nvSpPr>
        <p:spPr>
          <a:xfrm>
            <a:off x="379307" y="1449048"/>
            <a:ext cx="6675017" cy="416983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>
              <a:defRPr/>
            </a:pPr>
            <a:endParaRPr lang="ko-KR" altLang="en-US" sz="1463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21A2F9-2E53-1E16-57B6-A297386B8D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744630" y="2866011"/>
            <a:ext cx="2011038" cy="1464348"/>
          </a:xfrm>
          <a:prstGeom prst="rect">
            <a:avLst/>
          </a:prstGeom>
        </p:spPr>
      </p:pic>
      <p:sp>
        <p:nvSpPr>
          <p:cNvPr id="1146" name="TextBox 1145">
            <a:extLst>
              <a:ext uri="{FF2B5EF4-FFF2-40B4-BE49-F238E27FC236}">
                <a16:creationId xmlns:a16="http://schemas.microsoft.com/office/drawing/2014/main" id="{C47971FC-AD60-AFFD-14C2-E69E87477449}"/>
              </a:ext>
            </a:extLst>
          </p:cNvPr>
          <p:cNvSpPr txBox="1"/>
          <p:nvPr/>
        </p:nvSpPr>
        <p:spPr>
          <a:xfrm>
            <a:off x="3076198" y="4334498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CH_V1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F7301FF1-948C-63D8-DA30-747D2BCCD7D5}"/>
              </a:ext>
            </a:extLst>
          </p:cNvPr>
          <p:cNvSpPr txBox="1"/>
          <p:nvPr/>
        </p:nvSpPr>
        <p:spPr>
          <a:xfrm>
            <a:off x="3352562" y="4334498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CH_H1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D7392497-A61D-CF5D-B652-DD346FB4F3F7}"/>
              </a:ext>
            </a:extLst>
          </p:cNvPr>
          <p:cNvSpPr txBox="1"/>
          <p:nvPr/>
        </p:nvSpPr>
        <p:spPr>
          <a:xfrm>
            <a:off x="3647976" y="4334498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CH_H0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8A0177C7-A36E-82C7-E41D-F419BB242C77}"/>
              </a:ext>
            </a:extLst>
          </p:cNvPr>
          <p:cNvSpPr txBox="1"/>
          <p:nvPr/>
        </p:nvSpPr>
        <p:spPr>
          <a:xfrm>
            <a:off x="3949739" y="4334498"/>
            <a:ext cx="322268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94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CH_V0</a:t>
            </a:r>
            <a:endParaRPr lang="ko-KR" altLang="en-US" sz="894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08642609-C727-F71C-DCA7-F49A37194FF6}"/>
              </a:ext>
            </a:extLst>
          </p:cNvPr>
          <p:cNvSpPr txBox="1"/>
          <p:nvPr/>
        </p:nvSpPr>
        <p:spPr>
          <a:xfrm>
            <a:off x="3093396" y="2402092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CH_V3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8B0583D3-470C-1AAD-0FC3-7A9CE1B5FBB5}"/>
              </a:ext>
            </a:extLst>
          </p:cNvPr>
          <p:cNvSpPr txBox="1"/>
          <p:nvPr/>
        </p:nvSpPr>
        <p:spPr>
          <a:xfrm>
            <a:off x="3378589" y="2402092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CH_H3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A1882014-46AF-54DC-4AA7-C63B0E896EC5}"/>
              </a:ext>
            </a:extLst>
          </p:cNvPr>
          <p:cNvSpPr txBox="1"/>
          <p:nvPr/>
        </p:nvSpPr>
        <p:spPr>
          <a:xfrm>
            <a:off x="3663782" y="2402092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CH_H2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E00CAEA2-4B6D-E73D-181D-AF10065CED98}"/>
              </a:ext>
            </a:extLst>
          </p:cNvPr>
          <p:cNvSpPr txBox="1"/>
          <p:nvPr/>
        </p:nvSpPr>
        <p:spPr>
          <a:xfrm>
            <a:off x="3948976" y="2402092"/>
            <a:ext cx="307777" cy="6282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defTabSz="742950"/>
            <a:r>
              <a:rPr lang="en-US" altLang="ko-KR" sz="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CH_V2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09D3A36-92FB-CD5F-FDAE-81ACE9C78C95}"/>
              </a:ext>
            </a:extLst>
          </p:cNvPr>
          <p:cNvCxnSpPr>
            <a:cxnSpLocks/>
          </p:cNvCxnSpPr>
          <p:nvPr/>
        </p:nvCxnSpPr>
        <p:spPr>
          <a:xfrm flipV="1">
            <a:off x="2736586" y="3597788"/>
            <a:ext cx="968367" cy="4208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25052C4-414D-3EC1-7CCD-AE03E0438933}"/>
              </a:ext>
            </a:extLst>
          </p:cNvPr>
          <p:cNvGrpSpPr/>
          <p:nvPr/>
        </p:nvGrpSpPr>
        <p:grpSpPr>
          <a:xfrm>
            <a:off x="3333011" y="3630861"/>
            <a:ext cx="403061" cy="699782"/>
            <a:chOff x="4202906" y="3857625"/>
            <a:chExt cx="559594" cy="97155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8DCF4C2-6359-C1FD-04E4-25B6F57F9F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3857625"/>
              <a:ext cx="114300" cy="123825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52CABD4-031E-2F86-AE2D-5D2AE5054D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52963" y="3967163"/>
              <a:ext cx="9525" cy="452437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2E846F2-ADD0-C3E1-EAE3-AFF74F2F2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569" y="4405313"/>
              <a:ext cx="119062" cy="114300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0057B6C-358D-29D8-CC6E-ECF78F48B1AE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6" y="4512469"/>
              <a:ext cx="226219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47290F7-00B0-44DF-B153-E8880D201F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906" y="4505325"/>
              <a:ext cx="147638" cy="154781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09F43A2F-2DAD-DA07-6D43-F9F9466282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5288" y="4645819"/>
              <a:ext cx="2381" cy="183356"/>
            </a:xfrm>
            <a:prstGeom prst="line">
              <a:avLst/>
            </a:pr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1" name="직선 연결선 1180">
            <a:extLst>
              <a:ext uri="{FF2B5EF4-FFF2-40B4-BE49-F238E27FC236}">
                <a16:creationId xmlns:a16="http://schemas.microsoft.com/office/drawing/2014/main" id="{F606839F-69B1-CE30-227A-655ADB0F6506}"/>
              </a:ext>
            </a:extLst>
          </p:cNvPr>
          <p:cNvCxnSpPr>
            <a:cxnSpLocks/>
          </p:cNvCxnSpPr>
          <p:nvPr/>
        </p:nvCxnSpPr>
        <p:spPr>
          <a:xfrm flipV="1">
            <a:off x="3803386" y="3599892"/>
            <a:ext cx="973931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7" name="그룹 1226">
            <a:extLst>
              <a:ext uri="{FF2B5EF4-FFF2-40B4-BE49-F238E27FC236}">
                <a16:creationId xmlns:a16="http://schemas.microsoft.com/office/drawing/2014/main" id="{B7138819-3D15-A9CE-4723-95518203A4DB}"/>
              </a:ext>
            </a:extLst>
          </p:cNvPr>
          <p:cNvGrpSpPr/>
          <p:nvPr/>
        </p:nvGrpSpPr>
        <p:grpSpPr>
          <a:xfrm>
            <a:off x="3774811" y="3622898"/>
            <a:ext cx="414337" cy="702469"/>
            <a:chOff x="3671888" y="3793331"/>
            <a:chExt cx="414337" cy="702469"/>
          </a:xfrm>
        </p:grpSpPr>
        <p:cxnSp>
          <p:nvCxnSpPr>
            <p:cNvPr id="1196" name="직선 연결선 1195">
              <a:extLst>
                <a:ext uri="{FF2B5EF4-FFF2-40B4-BE49-F238E27FC236}">
                  <a16:creationId xmlns:a16="http://schemas.microsoft.com/office/drawing/2014/main" id="{91309685-F0F5-C028-16EE-3153450CE753}"/>
                </a:ext>
              </a:extLst>
            </p:cNvPr>
            <p:cNvCxnSpPr>
              <a:cxnSpLocks/>
            </p:cNvCxnSpPr>
            <p:nvPr/>
          </p:nvCxnSpPr>
          <p:spPr>
            <a:xfrm>
              <a:off x="3671888" y="3793331"/>
              <a:ext cx="76200" cy="8096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직선 연결선 1206">
              <a:extLst>
                <a:ext uri="{FF2B5EF4-FFF2-40B4-BE49-F238E27FC236}">
                  <a16:creationId xmlns:a16="http://schemas.microsoft.com/office/drawing/2014/main" id="{A069B916-2167-A590-9AD1-B07E45D75F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0944" y="3862388"/>
              <a:ext cx="4762" cy="347662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직선 연결선 1211">
              <a:extLst>
                <a:ext uri="{FF2B5EF4-FFF2-40B4-BE49-F238E27FC236}">
                  <a16:creationId xmlns:a16="http://schemas.microsoft.com/office/drawing/2014/main" id="{D37F8ADC-A776-E334-02A9-4AD0DCDCCA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0944" y="4193381"/>
              <a:ext cx="78581" cy="7620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직선 연결선 1215">
              <a:extLst>
                <a:ext uri="{FF2B5EF4-FFF2-40B4-BE49-F238E27FC236}">
                  <a16:creationId xmlns:a16="http://schemas.microsoft.com/office/drawing/2014/main" id="{60F711CC-DE3F-C5DF-8844-445080356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7619" y="4269581"/>
              <a:ext cx="183356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직선 연결선 1219">
              <a:extLst>
                <a:ext uri="{FF2B5EF4-FFF2-40B4-BE49-F238E27FC236}">
                  <a16:creationId xmlns:a16="http://schemas.microsoft.com/office/drawing/2014/main" id="{FFFE5575-6C1F-1CF7-666A-990284F469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76688" y="4262438"/>
              <a:ext cx="109537" cy="109537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4" name="직선 연결선 1223">
              <a:extLst>
                <a:ext uri="{FF2B5EF4-FFF2-40B4-BE49-F238E27FC236}">
                  <a16:creationId xmlns:a16="http://schemas.microsoft.com/office/drawing/2014/main" id="{7C40663F-E01C-21F2-A66D-A49AC25DCE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3844" y="4360069"/>
              <a:ext cx="2381" cy="13573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FDE05BD-B60D-31AD-4F5E-18C760D69E9D}"/>
              </a:ext>
            </a:extLst>
          </p:cNvPr>
          <p:cNvGrpSpPr/>
          <p:nvPr/>
        </p:nvGrpSpPr>
        <p:grpSpPr>
          <a:xfrm rot="16200000">
            <a:off x="3075603" y="2579193"/>
            <a:ext cx="488879" cy="57509"/>
            <a:chOff x="7510565" y="3928292"/>
            <a:chExt cx="601696" cy="70780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E0AB5944-345B-2FCD-A00B-069FBF18325F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615C9F0-100F-1470-C9BC-19C7A7BCF39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320701D-ECDE-367D-7550-20763ED1BD25}"/>
              </a:ext>
            </a:extLst>
          </p:cNvPr>
          <p:cNvGrpSpPr/>
          <p:nvPr/>
        </p:nvGrpSpPr>
        <p:grpSpPr>
          <a:xfrm rot="16200000">
            <a:off x="3359524" y="2579193"/>
            <a:ext cx="488879" cy="57509"/>
            <a:chOff x="7510565" y="3928292"/>
            <a:chExt cx="601696" cy="70780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352F2A5-E945-A54A-59C8-B9958BE7B364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E16FE39-B191-F175-FD34-16D73E73800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015AB0F-5CD2-9113-7364-41D7DF9C8056}"/>
              </a:ext>
            </a:extLst>
          </p:cNvPr>
          <p:cNvGrpSpPr/>
          <p:nvPr/>
        </p:nvGrpSpPr>
        <p:grpSpPr>
          <a:xfrm rot="16200000">
            <a:off x="3643445" y="2579193"/>
            <a:ext cx="488879" cy="57509"/>
            <a:chOff x="7510565" y="3928292"/>
            <a:chExt cx="601696" cy="70780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5A1616CF-FE89-4D30-F85C-232E502557D0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BE1C4CF2-C8DB-AC72-C920-5DDFAD5E0F2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59792BF-AF58-C9C7-8704-6F9A07667248}"/>
              </a:ext>
            </a:extLst>
          </p:cNvPr>
          <p:cNvGrpSpPr/>
          <p:nvPr/>
        </p:nvGrpSpPr>
        <p:grpSpPr>
          <a:xfrm rot="16200000">
            <a:off x="3927367" y="2579193"/>
            <a:ext cx="488879" cy="57509"/>
            <a:chOff x="7510565" y="3928292"/>
            <a:chExt cx="601696" cy="70780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A80BA74-B746-7C79-484B-1E6438C53193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581C75C2-92F2-826F-96B7-1A32FA06C41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3" name="TextBox 1032">
            <a:extLst>
              <a:ext uri="{FF2B5EF4-FFF2-40B4-BE49-F238E27FC236}">
                <a16:creationId xmlns:a16="http://schemas.microsoft.com/office/drawing/2014/main" id="{2DDBE74F-8827-D1D2-1A16-81D21BA35296}"/>
              </a:ext>
            </a:extLst>
          </p:cNvPr>
          <p:cNvSpPr txBox="1"/>
          <p:nvPr/>
        </p:nvSpPr>
        <p:spPr>
          <a:xfrm>
            <a:off x="2030843" y="3363025"/>
            <a:ext cx="721311" cy="25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RF_IO_V</a:t>
            </a:r>
            <a:endParaRPr lang="en-US" altLang="ko-KR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34" name="그룹 1033">
            <a:extLst>
              <a:ext uri="{FF2B5EF4-FFF2-40B4-BE49-F238E27FC236}">
                <a16:creationId xmlns:a16="http://schemas.microsoft.com/office/drawing/2014/main" id="{FFCBE441-E7DA-256C-DB59-3FF7C55AF1B7}"/>
              </a:ext>
            </a:extLst>
          </p:cNvPr>
          <p:cNvGrpSpPr/>
          <p:nvPr/>
        </p:nvGrpSpPr>
        <p:grpSpPr>
          <a:xfrm rot="10800000">
            <a:off x="2146762" y="3577464"/>
            <a:ext cx="578465" cy="57509"/>
            <a:chOff x="7400304" y="3928292"/>
            <a:chExt cx="711957" cy="70780"/>
          </a:xfrm>
          <a:solidFill>
            <a:srgbClr val="FFC000"/>
          </a:solidFill>
        </p:grpSpPr>
        <p:sp>
          <p:nvSpPr>
            <p:cNvPr id="1035" name="타원 1034">
              <a:extLst>
                <a:ext uri="{FF2B5EF4-FFF2-40B4-BE49-F238E27FC236}">
                  <a16:creationId xmlns:a16="http://schemas.microsoft.com/office/drawing/2014/main" id="{4AF5E46A-7F3C-63EA-0FBB-84E78229AB67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36" name="직선 연결선 1035">
              <a:extLst>
                <a:ext uri="{FF2B5EF4-FFF2-40B4-BE49-F238E27FC236}">
                  <a16:creationId xmlns:a16="http://schemas.microsoft.com/office/drawing/2014/main" id="{94EA615A-3620-AA43-0CB9-01E72628A447}"/>
                </a:ext>
              </a:extLst>
            </p:cNvPr>
            <p:cNvCxnSpPr>
              <a:cxnSpLocks/>
            </p:cNvCxnSpPr>
            <p:nvPr/>
          </p:nvCxnSpPr>
          <p:spPr>
            <a:xfrm>
              <a:off x="7400304" y="3963682"/>
              <a:ext cx="641177" cy="0"/>
            </a:xfrm>
            <a:prstGeom prst="line">
              <a:avLst/>
            </a:prstGeom>
            <a:grpFill/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7" name="TextBox 1036">
            <a:extLst>
              <a:ext uri="{FF2B5EF4-FFF2-40B4-BE49-F238E27FC236}">
                <a16:creationId xmlns:a16="http://schemas.microsoft.com/office/drawing/2014/main" id="{CBCEB52D-AFA7-E487-488E-1DA965C297EC}"/>
              </a:ext>
            </a:extLst>
          </p:cNvPr>
          <p:cNvSpPr txBox="1"/>
          <p:nvPr/>
        </p:nvSpPr>
        <p:spPr>
          <a:xfrm>
            <a:off x="4756094" y="3356675"/>
            <a:ext cx="686207" cy="25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RF_IO_H</a:t>
            </a:r>
            <a:endParaRPr lang="en-US" altLang="ko-KR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038" name="그룹 1037">
            <a:extLst>
              <a:ext uri="{FF2B5EF4-FFF2-40B4-BE49-F238E27FC236}">
                <a16:creationId xmlns:a16="http://schemas.microsoft.com/office/drawing/2014/main" id="{D6A43E50-52A3-DA94-A1A5-29E1AAFB5560}"/>
              </a:ext>
            </a:extLst>
          </p:cNvPr>
          <p:cNvGrpSpPr/>
          <p:nvPr/>
        </p:nvGrpSpPr>
        <p:grpSpPr>
          <a:xfrm>
            <a:off x="4787485" y="3571115"/>
            <a:ext cx="578465" cy="57509"/>
            <a:chOff x="7400304" y="3928292"/>
            <a:chExt cx="711957" cy="70780"/>
          </a:xfrm>
          <a:solidFill>
            <a:srgbClr val="FFC000"/>
          </a:solidFill>
        </p:grpSpPr>
        <p:sp>
          <p:nvSpPr>
            <p:cNvPr id="1039" name="타원 1038">
              <a:extLst>
                <a:ext uri="{FF2B5EF4-FFF2-40B4-BE49-F238E27FC236}">
                  <a16:creationId xmlns:a16="http://schemas.microsoft.com/office/drawing/2014/main" id="{C0C1330E-2F15-666D-97B0-604062745B13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40" name="직선 연결선 1039">
              <a:extLst>
                <a:ext uri="{FF2B5EF4-FFF2-40B4-BE49-F238E27FC236}">
                  <a16:creationId xmlns:a16="http://schemas.microsoft.com/office/drawing/2014/main" id="{41318FB7-2D63-242E-4EE7-D8771AFFD58A}"/>
                </a:ext>
              </a:extLst>
            </p:cNvPr>
            <p:cNvCxnSpPr>
              <a:cxnSpLocks/>
            </p:cNvCxnSpPr>
            <p:nvPr/>
          </p:nvCxnSpPr>
          <p:spPr>
            <a:xfrm>
              <a:off x="7400304" y="3963682"/>
              <a:ext cx="641177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91F4A3-E8FD-D622-BB14-372F0312F55E}"/>
              </a:ext>
            </a:extLst>
          </p:cNvPr>
          <p:cNvGrpSpPr/>
          <p:nvPr/>
        </p:nvGrpSpPr>
        <p:grpSpPr>
          <a:xfrm rot="5400000">
            <a:off x="3088571" y="4546541"/>
            <a:ext cx="488879" cy="57509"/>
            <a:chOff x="7510565" y="3928292"/>
            <a:chExt cx="601696" cy="70780"/>
          </a:xfrm>
        </p:grpSpPr>
        <p:sp>
          <p:nvSpPr>
            <p:cNvPr id="1048" name="타원 1047">
              <a:extLst>
                <a:ext uri="{FF2B5EF4-FFF2-40B4-BE49-F238E27FC236}">
                  <a16:creationId xmlns:a16="http://schemas.microsoft.com/office/drawing/2014/main" id="{8FF911C3-75B1-EAB9-2D03-2C0311105482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49" name="직선 연결선 1048">
              <a:extLst>
                <a:ext uri="{FF2B5EF4-FFF2-40B4-BE49-F238E27FC236}">
                  <a16:creationId xmlns:a16="http://schemas.microsoft.com/office/drawing/2014/main" id="{863FFBE8-DEC8-497C-4E31-B401892FE88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0" name="그룹 1049">
            <a:extLst>
              <a:ext uri="{FF2B5EF4-FFF2-40B4-BE49-F238E27FC236}">
                <a16:creationId xmlns:a16="http://schemas.microsoft.com/office/drawing/2014/main" id="{43394C44-6E79-A20F-F671-BE93A213CDB0}"/>
              </a:ext>
            </a:extLst>
          </p:cNvPr>
          <p:cNvGrpSpPr/>
          <p:nvPr/>
        </p:nvGrpSpPr>
        <p:grpSpPr>
          <a:xfrm rot="5400000">
            <a:off x="3360528" y="4546541"/>
            <a:ext cx="488879" cy="57509"/>
            <a:chOff x="7510565" y="3928292"/>
            <a:chExt cx="601696" cy="70780"/>
          </a:xfrm>
        </p:grpSpPr>
        <p:sp>
          <p:nvSpPr>
            <p:cNvPr id="1052" name="타원 1051">
              <a:extLst>
                <a:ext uri="{FF2B5EF4-FFF2-40B4-BE49-F238E27FC236}">
                  <a16:creationId xmlns:a16="http://schemas.microsoft.com/office/drawing/2014/main" id="{56F12CDF-412F-85BE-2571-67138BC95D12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53" name="직선 연결선 1052">
              <a:extLst>
                <a:ext uri="{FF2B5EF4-FFF2-40B4-BE49-F238E27FC236}">
                  <a16:creationId xmlns:a16="http://schemas.microsoft.com/office/drawing/2014/main" id="{66403F97-83D6-83F6-79A2-6F337589408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737E5AEB-D254-9DC2-4495-C2BD6D8A641F}"/>
              </a:ext>
            </a:extLst>
          </p:cNvPr>
          <p:cNvGrpSpPr/>
          <p:nvPr/>
        </p:nvGrpSpPr>
        <p:grpSpPr>
          <a:xfrm rot="5400000">
            <a:off x="3661730" y="4546541"/>
            <a:ext cx="488879" cy="57509"/>
            <a:chOff x="7510565" y="3928292"/>
            <a:chExt cx="601696" cy="70780"/>
          </a:xfrm>
        </p:grpSpPr>
        <p:sp>
          <p:nvSpPr>
            <p:cNvPr id="1055" name="타원 1054">
              <a:extLst>
                <a:ext uri="{FF2B5EF4-FFF2-40B4-BE49-F238E27FC236}">
                  <a16:creationId xmlns:a16="http://schemas.microsoft.com/office/drawing/2014/main" id="{67187F05-B931-D8A8-FA83-FCCA600B5AFA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56" name="직선 연결선 1055">
              <a:extLst>
                <a:ext uri="{FF2B5EF4-FFF2-40B4-BE49-F238E27FC236}">
                  <a16:creationId xmlns:a16="http://schemas.microsoft.com/office/drawing/2014/main" id="{86F1C688-26D9-B06D-829A-65DCE00C4CB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7" name="그룹 1056">
            <a:extLst>
              <a:ext uri="{FF2B5EF4-FFF2-40B4-BE49-F238E27FC236}">
                <a16:creationId xmlns:a16="http://schemas.microsoft.com/office/drawing/2014/main" id="{EF5C1027-3004-E02A-74A9-93F329CC220C}"/>
              </a:ext>
            </a:extLst>
          </p:cNvPr>
          <p:cNvGrpSpPr/>
          <p:nvPr/>
        </p:nvGrpSpPr>
        <p:grpSpPr>
          <a:xfrm rot="5400000">
            <a:off x="3944558" y="4546541"/>
            <a:ext cx="488879" cy="57509"/>
            <a:chOff x="7510565" y="3928292"/>
            <a:chExt cx="601696" cy="70780"/>
          </a:xfrm>
        </p:grpSpPr>
        <p:sp>
          <p:nvSpPr>
            <p:cNvPr id="1058" name="타원 1057">
              <a:extLst>
                <a:ext uri="{FF2B5EF4-FFF2-40B4-BE49-F238E27FC236}">
                  <a16:creationId xmlns:a16="http://schemas.microsoft.com/office/drawing/2014/main" id="{9FE74F2B-B761-DC60-6AD2-89AF68DB35D5}"/>
                </a:ext>
              </a:extLst>
            </p:cNvPr>
            <p:cNvSpPr/>
            <p:nvPr/>
          </p:nvSpPr>
          <p:spPr>
            <a:xfrm>
              <a:off x="8041481" y="3928292"/>
              <a:ext cx="70780" cy="707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295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056" i="1" dirty="0">
                <a:solidFill>
                  <a:prstClr val="white"/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cxnSp>
          <p:nvCxnSpPr>
            <p:cNvPr id="1059" name="직선 연결선 1058">
              <a:extLst>
                <a:ext uri="{FF2B5EF4-FFF2-40B4-BE49-F238E27FC236}">
                  <a16:creationId xmlns:a16="http://schemas.microsoft.com/office/drawing/2014/main" id="{1209B438-F88F-2647-5A0C-86DA6327EF2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776023" y="3698223"/>
              <a:ext cx="0" cy="53091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1" name="직선 화살표 연결선 1140">
            <a:extLst>
              <a:ext uri="{FF2B5EF4-FFF2-40B4-BE49-F238E27FC236}">
                <a16:creationId xmlns:a16="http://schemas.microsoft.com/office/drawing/2014/main" id="{BDB721FE-5F49-A050-F667-9F2EF7724A09}"/>
              </a:ext>
            </a:extLst>
          </p:cNvPr>
          <p:cNvCxnSpPr>
            <a:cxnSpLocks/>
          </p:cNvCxnSpPr>
          <p:nvPr/>
        </p:nvCxnSpPr>
        <p:spPr>
          <a:xfrm flipH="1">
            <a:off x="3153304" y="3263330"/>
            <a:ext cx="7144" cy="300037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직사각형 1160">
            <a:extLst>
              <a:ext uri="{FF2B5EF4-FFF2-40B4-BE49-F238E27FC236}">
                <a16:creationId xmlns:a16="http://schemas.microsoft.com/office/drawing/2014/main" id="{DD93C2CC-2CBE-AB66-51B7-A22C79B33E72}"/>
              </a:ext>
            </a:extLst>
          </p:cNvPr>
          <p:cNvSpPr/>
          <p:nvPr/>
        </p:nvSpPr>
        <p:spPr>
          <a:xfrm>
            <a:off x="3068890" y="3013365"/>
            <a:ext cx="909998" cy="2381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9" name="직선 화살표 연결선 1228">
            <a:extLst>
              <a:ext uri="{FF2B5EF4-FFF2-40B4-BE49-F238E27FC236}">
                <a16:creationId xmlns:a16="http://schemas.microsoft.com/office/drawing/2014/main" id="{2C0252E4-8C1B-2E2C-2459-8835003C9251}"/>
              </a:ext>
            </a:extLst>
          </p:cNvPr>
          <p:cNvCxnSpPr>
            <a:cxnSpLocks/>
          </p:cNvCxnSpPr>
          <p:nvPr/>
        </p:nvCxnSpPr>
        <p:spPr>
          <a:xfrm>
            <a:off x="3817673" y="3253805"/>
            <a:ext cx="233363" cy="319087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" name="직선 화살표 연결선 1230">
            <a:extLst>
              <a:ext uri="{FF2B5EF4-FFF2-40B4-BE49-F238E27FC236}">
                <a16:creationId xmlns:a16="http://schemas.microsoft.com/office/drawing/2014/main" id="{B7D2362E-77A5-7908-2EDF-A085C58D3BF4}"/>
              </a:ext>
            </a:extLst>
          </p:cNvPr>
          <p:cNvCxnSpPr>
            <a:cxnSpLocks/>
          </p:cNvCxnSpPr>
          <p:nvPr/>
        </p:nvCxnSpPr>
        <p:spPr>
          <a:xfrm flipH="1" flipV="1">
            <a:off x="3867135" y="3784823"/>
            <a:ext cx="185488" cy="65088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3" name="직사각형 1232">
            <a:extLst>
              <a:ext uri="{FF2B5EF4-FFF2-40B4-BE49-F238E27FC236}">
                <a16:creationId xmlns:a16="http://schemas.microsoft.com/office/drawing/2014/main" id="{35449172-B83D-B0F7-C462-1CED740A0C77}"/>
              </a:ext>
            </a:extLst>
          </p:cNvPr>
          <p:cNvSpPr/>
          <p:nvPr/>
        </p:nvSpPr>
        <p:spPr>
          <a:xfrm>
            <a:off x="3970245" y="3725645"/>
            <a:ext cx="785424" cy="2381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37" name="직선 화살표 연결선 1236">
            <a:extLst>
              <a:ext uri="{FF2B5EF4-FFF2-40B4-BE49-F238E27FC236}">
                <a16:creationId xmlns:a16="http://schemas.microsoft.com/office/drawing/2014/main" id="{67E10959-E56E-53A1-3B0A-16617E2635F7}"/>
              </a:ext>
            </a:extLst>
          </p:cNvPr>
          <p:cNvCxnSpPr>
            <a:cxnSpLocks/>
          </p:cNvCxnSpPr>
          <p:nvPr/>
        </p:nvCxnSpPr>
        <p:spPr>
          <a:xfrm flipH="1">
            <a:off x="3681647" y="3854674"/>
            <a:ext cx="370976" cy="53986"/>
          </a:xfrm>
          <a:prstGeom prst="straightConnector1">
            <a:avLst/>
          </a:prstGeom>
          <a:ln w="1270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89BCE4-7742-D00B-A885-903DB4D732FD}"/>
              </a:ext>
            </a:extLst>
          </p:cNvPr>
          <p:cNvSpPr txBox="1"/>
          <p:nvPr/>
        </p:nvSpPr>
        <p:spPr>
          <a:xfrm>
            <a:off x="7603183" y="2446397"/>
            <a:ext cx="144000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(1) Rodhe ZNA 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85AD64-CBB8-B53A-A185-7535EBAEE680}"/>
              </a:ext>
            </a:extLst>
          </p:cNvPr>
          <p:cNvSpPr txBox="1"/>
          <p:nvPr/>
        </p:nvSpPr>
        <p:spPr>
          <a:xfrm>
            <a:off x="7603183" y="3768823"/>
            <a:ext cx="144000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(2) Rodhe ZV-Z55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7F692E-955D-00D2-D894-66DE9BD7B41A}"/>
              </a:ext>
            </a:extLst>
          </p:cNvPr>
          <p:cNvSpPr txBox="1"/>
          <p:nvPr/>
        </p:nvSpPr>
        <p:spPr>
          <a:xfrm>
            <a:off x="4110039" y="2863748"/>
            <a:ext cx="74311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highlight>
                  <a:srgbClr val="F2F2F2"/>
                </a:highlight>
                <a:latin typeface="Noto Sans KR" panose="020B0500000000000000" pitchFamily="34" charset="-127"/>
                <a:ea typeface="Noto Sans KR" panose="020B0500000000000000" pitchFamily="34" charset="-127"/>
              </a:rPr>
              <a:t>Evaluation</a:t>
            </a:r>
          </a:p>
        </p:txBody>
      </p:sp>
      <p:sp>
        <p:nvSpPr>
          <p:cNvPr id="1096" name="직사각형 1095">
            <a:extLst>
              <a:ext uri="{FF2B5EF4-FFF2-40B4-BE49-F238E27FC236}">
                <a16:creationId xmlns:a16="http://schemas.microsoft.com/office/drawing/2014/main" id="{4E06924A-231C-AD46-B9D5-2F0AE7AA8913}"/>
              </a:ext>
            </a:extLst>
          </p:cNvPr>
          <p:cNvSpPr/>
          <p:nvPr/>
        </p:nvSpPr>
        <p:spPr>
          <a:xfrm>
            <a:off x="6540588" y="1985044"/>
            <a:ext cx="115410" cy="1514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ko-KR" altLang="en-US" sz="1463" dirty="0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098" name="연결선: 꺾임 1097">
            <a:extLst>
              <a:ext uri="{FF2B5EF4-FFF2-40B4-BE49-F238E27FC236}">
                <a16:creationId xmlns:a16="http://schemas.microsoft.com/office/drawing/2014/main" id="{928B455D-2262-C9F1-41EE-7CBA48EC16C8}"/>
              </a:ext>
            </a:extLst>
          </p:cNvPr>
          <p:cNvCxnSpPr>
            <a:cxnSpLocks/>
            <a:stCxn id="1101" idx="2"/>
            <a:endCxn id="1039" idx="6"/>
          </p:cNvCxnSpPr>
          <p:nvPr/>
        </p:nvCxnSpPr>
        <p:spPr>
          <a:xfrm rot="5400000">
            <a:off x="5006274" y="2496196"/>
            <a:ext cx="1463351" cy="743997"/>
          </a:xfrm>
          <a:prstGeom prst="bentConnector2">
            <a:avLst/>
          </a:prstGeom>
          <a:ln w="38100">
            <a:solidFill>
              <a:schemeClr val="tx1"/>
            </a:solidFill>
            <a:prstDash val="solid"/>
            <a:headEnd type="stealth" w="med" len="sm"/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TextBox 1098">
            <a:extLst>
              <a:ext uri="{FF2B5EF4-FFF2-40B4-BE49-F238E27FC236}">
                <a16:creationId xmlns:a16="http://schemas.microsoft.com/office/drawing/2014/main" id="{4033E289-E7E3-0005-6DEA-BDBAC93545E1}"/>
              </a:ext>
            </a:extLst>
          </p:cNvPr>
          <p:cNvSpPr txBox="1"/>
          <p:nvPr/>
        </p:nvSpPr>
        <p:spPr>
          <a:xfrm>
            <a:off x="6089553" y="2191219"/>
            <a:ext cx="546464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In/Out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01" name="직사각형 1100">
            <a:extLst>
              <a:ext uri="{FF2B5EF4-FFF2-40B4-BE49-F238E27FC236}">
                <a16:creationId xmlns:a16="http://schemas.microsoft.com/office/drawing/2014/main" id="{E9929DF8-FDF0-1CED-9216-EA88F323C858}"/>
              </a:ext>
            </a:extLst>
          </p:cNvPr>
          <p:cNvSpPr/>
          <p:nvPr/>
        </p:nvSpPr>
        <p:spPr>
          <a:xfrm>
            <a:off x="6052242" y="1985044"/>
            <a:ext cx="115410" cy="1514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ko-KR" altLang="en-US" sz="1463" dirty="0">
              <a:solidFill>
                <a:prstClr val="whit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97" name="직사각형 1096">
            <a:extLst>
              <a:ext uri="{FF2B5EF4-FFF2-40B4-BE49-F238E27FC236}">
                <a16:creationId xmlns:a16="http://schemas.microsoft.com/office/drawing/2014/main" id="{2E8F541A-2553-785C-59EF-5ADEE64604AD}"/>
              </a:ext>
            </a:extLst>
          </p:cNvPr>
          <p:cNvSpPr/>
          <p:nvPr/>
        </p:nvSpPr>
        <p:spPr>
          <a:xfrm>
            <a:off x="5791349" y="1656808"/>
            <a:ext cx="1125543" cy="399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(1) Vector Network Analyzer </a:t>
            </a:r>
          </a:p>
        </p:txBody>
      </p:sp>
      <p:cxnSp>
        <p:nvCxnSpPr>
          <p:cNvPr id="1104" name="연결선: 꺾임 1103">
            <a:extLst>
              <a:ext uri="{FF2B5EF4-FFF2-40B4-BE49-F238E27FC236}">
                <a16:creationId xmlns:a16="http://schemas.microsoft.com/office/drawing/2014/main" id="{0DF21C9C-E218-892C-7F06-40DC38D4816D}"/>
              </a:ext>
            </a:extLst>
          </p:cNvPr>
          <p:cNvCxnSpPr>
            <a:cxnSpLocks/>
            <a:stCxn id="1055" idx="6"/>
            <a:endCxn id="1096" idx="2"/>
          </p:cNvCxnSpPr>
          <p:nvPr/>
        </p:nvCxnSpPr>
        <p:spPr>
          <a:xfrm rot="5400000" flipH="1" flipV="1">
            <a:off x="3910623" y="2132065"/>
            <a:ext cx="2683216" cy="2692124"/>
          </a:xfrm>
          <a:prstGeom prst="bentConnector3">
            <a:avLst>
              <a:gd name="adj1" fmla="val -8520"/>
            </a:avLst>
          </a:prstGeom>
          <a:ln w="38100">
            <a:solidFill>
              <a:schemeClr val="tx1"/>
            </a:solidFill>
            <a:prstDash val="solid"/>
            <a:headEnd type="stealth" w="med" len="sm"/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1" name="TextBox 1110">
            <a:extLst>
              <a:ext uri="{FF2B5EF4-FFF2-40B4-BE49-F238E27FC236}">
                <a16:creationId xmlns:a16="http://schemas.microsoft.com/office/drawing/2014/main" id="{1734921B-A393-DAA1-8D7E-297ABBC20155}"/>
              </a:ext>
            </a:extLst>
          </p:cNvPr>
          <p:cNvSpPr txBox="1"/>
          <p:nvPr/>
        </p:nvSpPr>
        <p:spPr>
          <a:xfrm>
            <a:off x="4292548" y="5055439"/>
            <a:ext cx="107927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latin typeface="Noto Sans KR" panose="020B0500000000000000" pitchFamily="34" charset="-127"/>
                <a:ea typeface="Noto Sans KR" panose="020B0500000000000000" pitchFamily="34" charset="-127"/>
              </a:rPr>
              <a:t>RF Cable</a:t>
            </a:r>
            <a:endParaRPr lang="ko-KR" altLang="en-US" sz="813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626C8500-E0AA-4B5C-EB00-084434655142}"/>
              </a:ext>
            </a:extLst>
          </p:cNvPr>
          <p:cNvSpPr txBox="1"/>
          <p:nvPr/>
        </p:nvSpPr>
        <p:spPr>
          <a:xfrm>
            <a:off x="5316375" y="3607639"/>
            <a:ext cx="107927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latin typeface="Noto Sans KR" panose="020B0500000000000000" pitchFamily="34" charset="-127"/>
                <a:ea typeface="Noto Sans KR" panose="020B0500000000000000" pitchFamily="34" charset="-127"/>
              </a:rPr>
              <a:t>RF Cable</a:t>
            </a:r>
            <a:endParaRPr lang="ko-KR" altLang="en-US" sz="813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14" name="Rectangle 3">
            <a:extLst>
              <a:ext uri="{FF2B5EF4-FFF2-40B4-BE49-F238E27FC236}">
                <a16:creationId xmlns:a16="http://schemas.microsoft.com/office/drawing/2014/main" id="{A1755EAC-D566-736B-7296-8413E12EC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Measurement of NF to evaluate noise figure across the entire frequency band.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8C32387-B3D3-F688-ABF5-E4B506014AFA}"/>
              </a:ext>
            </a:extLst>
          </p:cNvPr>
          <p:cNvCxnSpPr>
            <a:cxnSpLocks/>
          </p:cNvCxnSpPr>
          <p:nvPr/>
        </p:nvCxnSpPr>
        <p:spPr>
          <a:xfrm flipV="1">
            <a:off x="2798609" y="2032875"/>
            <a:ext cx="0" cy="1105041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A22577E-5388-C8C8-1309-022665FAD9AF}"/>
              </a:ext>
            </a:extLst>
          </p:cNvPr>
          <p:cNvSpPr txBox="1"/>
          <p:nvPr/>
        </p:nvSpPr>
        <p:spPr>
          <a:xfrm>
            <a:off x="2135505" y="2082528"/>
            <a:ext cx="660903" cy="71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PA 4.0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I/O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ANA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 err="1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DRV</a:t>
            </a: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1.8 V</a:t>
            </a:r>
          </a:p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13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DIG 1.0 V</a:t>
            </a:r>
            <a:endParaRPr lang="ko-KR" altLang="en-US" sz="813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2C071C-C10D-40F7-4952-801249C5FF0C}"/>
              </a:ext>
            </a:extLst>
          </p:cNvPr>
          <p:cNvSpPr/>
          <p:nvPr/>
        </p:nvSpPr>
        <p:spPr>
          <a:xfrm>
            <a:off x="2365585" y="1652234"/>
            <a:ext cx="1080000" cy="40090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r>
              <a:rPr lang="en-US" altLang="ko-KR" sz="894" dirty="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(3) Power Supply</a:t>
            </a:r>
          </a:p>
          <a:p>
            <a:pPr algn="ctr" defTabSz="742950"/>
            <a:r>
              <a:rPr lang="en-US" altLang="ko-KR" sz="894" dirty="0">
                <a:solidFill>
                  <a:schemeClr val="tx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(5-Ch)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F5761B-139A-E7D9-DEEC-0F61F619DE6C}"/>
              </a:ext>
            </a:extLst>
          </p:cNvPr>
          <p:cNvCxnSpPr>
            <a:cxnSpLocks/>
          </p:cNvCxnSpPr>
          <p:nvPr/>
        </p:nvCxnSpPr>
        <p:spPr>
          <a:xfrm flipV="1">
            <a:off x="2735776" y="2371289"/>
            <a:ext cx="142648" cy="129510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8">
            <a:extLst>
              <a:ext uri="{FF2B5EF4-FFF2-40B4-BE49-F238E27FC236}">
                <a16:creationId xmlns:a16="http://schemas.microsoft.com/office/drawing/2014/main" id="{96002763-7619-A9F8-0B82-114D92D192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902444" y="2823167"/>
            <a:ext cx="858616" cy="9293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5B8509DB-4ACD-27C9-78EB-56CA08C5A7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89330" y="4301536"/>
            <a:ext cx="1061546" cy="7680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785487-1F48-2CFC-A774-57F758D8BE1D}"/>
              </a:ext>
            </a:extLst>
          </p:cNvPr>
          <p:cNvSpPr txBox="1"/>
          <p:nvPr/>
        </p:nvSpPr>
        <p:spPr>
          <a:xfrm>
            <a:off x="7611752" y="5071495"/>
            <a:ext cx="1440000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94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(3) Rodhe NRP50S</a:t>
            </a:r>
            <a:endParaRPr lang="ko-KR" altLang="en-US" sz="894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8EAF7-BAE8-A1AC-79D2-C3437A6ED88B}"/>
              </a:ext>
            </a:extLst>
          </p:cNvPr>
          <p:cNvSpPr txBox="1"/>
          <p:nvPr/>
        </p:nvSpPr>
        <p:spPr>
          <a:xfrm>
            <a:off x="376599" y="6580873"/>
            <a:ext cx="91528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rPr>
              <a:t>1) </a:t>
            </a:r>
            <a:r>
              <a:rPr lang="en-US" altLang="ko-KR" sz="900" dirty="0" err="1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rPr>
              <a:t>VNA</a:t>
            </a:r>
            <a:r>
              <a:rPr lang="en-US" altLang="ko-KR" sz="900" dirty="0">
                <a:latin typeface="Noto Sans KR" panose="020B0500000000000000" pitchFamily="34" charset="-127"/>
                <a:ea typeface="Noto Sans KR" panose="020B0500000000000000" pitchFamily="34" charset="-127"/>
                <a:sym typeface="Noto Sans KR" panose="020B0500000000000000" pitchFamily="34" charset="-127"/>
              </a:rPr>
              <a:t>-NF (Signal Analyzer – Noise Figure)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4FB8C0F-4BA5-47FD-A32B-B06D336DDC24}"/>
              </a:ext>
            </a:extLst>
          </p:cNvPr>
          <p:cNvGrpSpPr/>
          <p:nvPr/>
        </p:nvGrpSpPr>
        <p:grpSpPr>
          <a:xfrm>
            <a:off x="3545010" y="2316913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F6C2B41-0C09-3591-35AB-AE1474158DFA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0A73C6C-240D-D1CB-940B-869EF0560640}"/>
                </a:ext>
              </a:extLst>
            </p:cNvPr>
            <p:cNvCxnSpPr>
              <a:stCxn id="41" idx="3"/>
              <a:endCxn id="41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318F1325-406A-62F4-1B8C-153C31F27AB2}"/>
                </a:ext>
              </a:extLst>
            </p:cNvPr>
            <p:cNvCxnSpPr>
              <a:cxnSpLocks/>
              <a:stCxn id="41" idx="1"/>
              <a:endCxn id="41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590049D-51B2-D533-34BE-A54A76DD218C}"/>
              </a:ext>
            </a:extLst>
          </p:cNvPr>
          <p:cNvGrpSpPr/>
          <p:nvPr/>
        </p:nvGrpSpPr>
        <p:grpSpPr>
          <a:xfrm>
            <a:off x="3828838" y="2323718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B741A81-2F3B-083B-285F-A4F650C2F3C8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7485E120-3B34-2AFE-E44F-4083D54DB4A2}"/>
                </a:ext>
              </a:extLst>
            </p:cNvPr>
            <p:cNvCxnSpPr>
              <a:stCxn id="45" idx="3"/>
              <a:endCxn id="45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7454C23A-C19A-A68D-377D-9B4BC85268D2}"/>
                </a:ext>
              </a:extLst>
            </p:cNvPr>
            <p:cNvCxnSpPr>
              <a:cxnSpLocks/>
              <a:stCxn id="45" idx="1"/>
              <a:endCxn id="45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EFF4E235-AC40-A6EF-444A-DDED21234A75}"/>
              </a:ext>
            </a:extLst>
          </p:cNvPr>
          <p:cNvGrpSpPr/>
          <p:nvPr/>
        </p:nvGrpSpPr>
        <p:grpSpPr>
          <a:xfrm>
            <a:off x="3543524" y="4743950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30" name="타원 1029">
              <a:extLst>
                <a:ext uri="{FF2B5EF4-FFF2-40B4-BE49-F238E27FC236}">
                  <a16:creationId xmlns:a16="http://schemas.microsoft.com/office/drawing/2014/main" id="{80689516-83A5-C504-F595-F292A94B6D6B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31" name="직선 연결선 1030">
              <a:extLst>
                <a:ext uri="{FF2B5EF4-FFF2-40B4-BE49-F238E27FC236}">
                  <a16:creationId xmlns:a16="http://schemas.microsoft.com/office/drawing/2014/main" id="{CB154E70-2B2D-741C-7426-0CC5D6E1B63B}"/>
                </a:ext>
              </a:extLst>
            </p:cNvPr>
            <p:cNvCxnSpPr>
              <a:stCxn id="1030" idx="3"/>
              <a:endCxn id="1030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직선 연결선 1031">
              <a:extLst>
                <a:ext uri="{FF2B5EF4-FFF2-40B4-BE49-F238E27FC236}">
                  <a16:creationId xmlns:a16="http://schemas.microsoft.com/office/drawing/2014/main" id="{0137E2E4-ED8C-B4DA-EEDE-A62725C36D65}"/>
                </a:ext>
              </a:extLst>
            </p:cNvPr>
            <p:cNvCxnSpPr>
              <a:cxnSpLocks/>
              <a:stCxn id="1030" idx="1"/>
              <a:endCxn id="1030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1" name="그룹 1040">
            <a:extLst>
              <a:ext uri="{FF2B5EF4-FFF2-40B4-BE49-F238E27FC236}">
                <a16:creationId xmlns:a16="http://schemas.microsoft.com/office/drawing/2014/main" id="{87E29472-F79D-4CBB-65CB-C4E10550009D}"/>
              </a:ext>
            </a:extLst>
          </p:cNvPr>
          <p:cNvGrpSpPr/>
          <p:nvPr/>
        </p:nvGrpSpPr>
        <p:grpSpPr>
          <a:xfrm>
            <a:off x="3261182" y="2310108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42" name="타원 1041">
              <a:extLst>
                <a:ext uri="{FF2B5EF4-FFF2-40B4-BE49-F238E27FC236}">
                  <a16:creationId xmlns:a16="http://schemas.microsoft.com/office/drawing/2014/main" id="{52B850BD-9BB1-39CA-E9ED-EE539649D2AC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3" name="직선 연결선 1042">
              <a:extLst>
                <a:ext uri="{FF2B5EF4-FFF2-40B4-BE49-F238E27FC236}">
                  <a16:creationId xmlns:a16="http://schemas.microsoft.com/office/drawing/2014/main" id="{48135C10-92F1-DCA3-F32D-0C4068F9288D}"/>
                </a:ext>
              </a:extLst>
            </p:cNvPr>
            <p:cNvCxnSpPr>
              <a:stCxn id="1042" idx="3"/>
              <a:endCxn id="1042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직선 연결선 1043">
              <a:extLst>
                <a:ext uri="{FF2B5EF4-FFF2-40B4-BE49-F238E27FC236}">
                  <a16:creationId xmlns:a16="http://schemas.microsoft.com/office/drawing/2014/main" id="{09827D84-D3F5-6E1F-4E9D-8E597B65EE7F}"/>
                </a:ext>
              </a:extLst>
            </p:cNvPr>
            <p:cNvCxnSpPr>
              <a:cxnSpLocks/>
              <a:stCxn id="1042" idx="1"/>
              <a:endCxn id="1042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C7F2B063-D744-62C5-95ED-47FE8B26C448}"/>
              </a:ext>
            </a:extLst>
          </p:cNvPr>
          <p:cNvGrpSpPr/>
          <p:nvPr/>
        </p:nvGrpSpPr>
        <p:grpSpPr>
          <a:xfrm>
            <a:off x="4112666" y="2330523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46" name="타원 1045">
              <a:extLst>
                <a:ext uri="{FF2B5EF4-FFF2-40B4-BE49-F238E27FC236}">
                  <a16:creationId xmlns:a16="http://schemas.microsoft.com/office/drawing/2014/main" id="{53EDB558-F908-D971-526B-676DFCAF9904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1" name="직선 연결선 1050">
              <a:extLst>
                <a:ext uri="{FF2B5EF4-FFF2-40B4-BE49-F238E27FC236}">
                  <a16:creationId xmlns:a16="http://schemas.microsoft.com/office/drawing/2014/main" id="{7C639BD9-543A-1A4E-81A4-A15351C2ED3A}"/>
                </a:ext>
              </a:extLst>
            </p:cNvPr>
            <p:cNvCxnSpPr>
              <a:stCxn id="1046" idx="3"/>
              <a:endCxn id="1046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직선 연결선 1059">
              <a:extLst>
                <a:ext uri="{FF2B5EF4-FFF2-40B4-BE49-F238E27FC236}">
                  <a16:creationId xmlns:a16="http://schemas.microsoft.com/office/drawing/2014/main" id="{4C7F23D8-44E7-7FEF-AAA6-6AF124C3A68A}"/>
                </a:ext>
              </a:extLst>
            </p:cNvPr>
            <p:cNvCxnSpPr>
              <a:cxnSpLocks/>
              <a:stCxn id="1046" idx="1"/>
              <a:endCxn id="1046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1" name="그룹 1060">
            <a:extLst>
              <a:ext uri="{FF2B5EF4-FFF2-40B4-BE49-F238E27FC236}">
                <a16:creationId xmlns:a16="http://schemas.microsoft.com/office/drawing/2014/main" id="{DB8D40E2-CA9B-896F-8FBD-FE14BDF5B2F9}"/>
              </a:ext>
            </a:extLst>
          </p:cNvPr>
          <p:cNvGrpSpPr/>
          <p:nvPr/>
        </p:nvGrpSpPr>
        <p:grpSpPr>
          <a:xfrm>
            <a:off x="3276316" y="4746807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62" name="타원 1061">
              <a:extLst>
                <a:ext uri="{FF2B5EF4-FFF2-40B4-BE49-F238E27FC236}">
                  <a16:creationId xmlns:a16="http://schemas.microsoft.com/office/drawing/2014/main" id="{6891B961-8A91-3857-5267-B07DA007C572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3" name="직선 연결선 1062">
              <a:extLst>
                <a:ext uri="{FF2B5EF4-FFF2-40B4-BE49-F238E27FC236}">
                  <a16:creationId xmlns:a16="http://schemas.microsoft.com/office/drawing/2014/main" id="{11EB6FE5-735C-92BB-2CCD-606AE80CE7DB}"/>
                </a:ext>
              </a:extLst>
            </p:cNvPr>
            <p:cNvCxnSpPr>
              <a:stCxn id="1062" idx="3"/>
              <a:endCxn id="1062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직선 연결선 1063">
              <a:extLst>
                <a:ext uri="{FF2B5EF4-FFF2-40B4-BE49-F238E27FC236}">
                  <a16:creationId xmlns:a16="http://schemas.microsoft.com/office/drawing/2014/main" id="{240CCF49-7CFF-042A-A1DA-359714F493E2}"/>
                </a:ext>
              </a:extLst>
            </p:cNvPr>
            <p:cNvCxnSpPr>
              <a:cxnSpLocks/>
              <a:stCxn id="1062" idx="1"/>
              <a:endCxn id="1062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5" name="그룹 1064">
            <a:extLst>
              <a:ext uri="{FF2B5EF4-FFF2-40B4-BE49-F238E27FC236}">
                <a16:creationId xmlns:a16="http://schemas.microsoft.com/office/drawing/2014/main" id="{8A57AD34-0FC3-6CC9-C84D-5EF58C98D24E}"/>
              </a:ext>
            </a:extLst>
          </p:cNvPr>
          <p:cNvGrpSpPr/>
          <p:nvPr/>
        </p:nvGrpSpPr>
        <p:grpSpPr>
          <a:xfrm>
            <a:off x="4133113" y="4742666"/>
            <a:ext cx="108000" cy="10800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66" name="타원 1065">
              <a:extLst>
                <a:ext uri="{FF2B5EF4-FFF2-40B4-BE49-F238E27FC236}">
                  <a16:creationId xmlns:a16="http://schemas.microsoft.com/office/drawing/2014/main" id="{97EF06FC-FE66-D2D2-0C99-A3FF0E72E3AE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7" name="직선 연결선 1066">
              <a:extLst>
                <a:ext uri="{FF2B5EF4-FFF2-40B4-BE49-F238E27FC236}">
                  <a16:creationId xmlns:a16="http://schemas.microsoft.com/office/drawing/2014/main" id="{D38C56E7-DA49-F56B-2FD0-8452D3E390EB}"/>
                </a:ext>
              </a:extLst>
            </p:cNvPr>
            <p:cNvCxnSpPr>
              <a:stCxn id="1066" idx="3"/>
              <a:endCxn id="1066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직선 연결선 1067">
              <a:extLst>
                <a:ext uri="{FF2B5EF4-FFF2-40B4-BE49-F238E27FC236}">
                  <a16:creationId xmlns:a16="http://schemas.microsoft.com/office/drawing/2014/main" id="{78538EFE-635C-0BC0-F97A-92E259673DE1}"/>
                </a:ext>
              </a:extLst>
            </p:cNvPr>
            <p:cNvCxnSpPr>
              <a:cxnSpLocks/>
              <a:stCxn id="1066" idx="1"/>
              <a:endCxn id="1066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9" name="그룹 1068">
            <a:extLst>
              <a:ext uri="{FF2B5EF4-FFF2-40B4-BE49-F238E27FC236}">
                <a16:creationId xmlns:a16="http://schemas.microsoft.com/office/drawing/2014/main" id="{798554B2-E752-AEF8-A993-EE5F435CBFDF}"/>
              </a:ext>
            </a:extLst>
          </p:cNvPr>
          <p:cNvGrpSpPr/>
          <p:nvPr/>
        </p:nvGrpSpPr>
        <p:grpSpPr>
          <a:xfrm>
            <a:off x="5973124" y="5357980"/>
            <a:ext cx="198010" cy="198010"/>
            <a:chOff x="1303020" y="4465320"/>
            <a:chExt cx="182880" cy="182880"/>
          </a:xfrm>
          <a:solidFill>
            <a:schemeClr val="bg1"/>
          </a:solidFill>
        </p:grpSpPr>
        <p:sp>
          <p:nvSpPr>
            <p:cNvPr id="1070" name="타원 1069">
              <a:extLst>
                <a:ext uri="{FF2B5EF4-FFF2-40B4-BE49-F238E27FC236}">
                  <a16:creationId xmlns:a16="http://schemas.microsoft.com/office/drawing/2014/main" id="{B76AEFE2-EB2C-0A3B-7057-DE8EF19D756D}"/>
                </a:ext>
              </a:extLst>
            </p:cNvPr>
            <p:cNvSpPr/>
            <p:nvPr/>
          </p:nvSpPr>
          <p:spPr>
            <a:xfrm>
              <a:off x="1303020" y="4465320"/>
              <a:ext cx="182880" cy="182880"/>
            </a:xfrm>
            <a:prstGeom prst="ellipse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71" name="직선 연결선 1070">
              <a:extLst>
                <a:ext uri="{FF2B5EF4-FFF2-40B4-BE49-F238E27FC236}">
                  <a16:creationId xmlns:a16="http://schemas.microsoft.com/office/drawing/2014/main" id="{F95E0922-6ACC-ABCA-392C-98D01B58A66E}"/>
                </a:ext>
              </a:extLst>
            </p:cNvPr>
            <p:cNvCxnSpPr>
              <a:stCxn id="1070" idx="3"/>
              <a:endCxn id="1070" idx="7"/>
            </p:cNvCxnSpPr>
            <p:nvPr/>
          </p:nvCxnSpPr>
          <p:spPr>
            <a:xfrm flipV="1"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직선 연결선 1071">
              <a:extLst>
                <a:ext uri="{FF2B5EF4-FFF2-40B4-BE49-F238E27FC236}">
                  <a16:creationId xmlns:a16="http://schemas.microsoft.com/office/drawing/2014/main" id="{AD929BA6-02AB-8713-C2D4-7E2AD3038588}"/>
                </a:ext>
              </a:extLst>
            </p:cNvPr>
            <p:cNvCxnSpPr>
              <a:cxnSpLocks/>
              <a:stCxn id="1070" idx="1"/>
              <a:endCxn id="1070" idx="5"/>
            </p:cNvCxnSpPr>
            <p:nvPr/>
          </p:nvCxnSpPr>
          <p:spPr>
            <a:xfrm>
              <a:off x="1329802" y="4492102"/>
              <a:ext cx="129316" cy="129316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3" name="TextBox 1072">
            <a:extLst>
              <a:ext uri="{FF2B5EF4-FFF2-40B4-BE49-F238E27FC236}">
                <a16:creationId xmlns:a16="http://schemas.microsoft.com/office/drawing/2014/main" id="{CB805DAB-4472-5BD5-E05E-069FDAEB9972}"/>
              </a:ext>
            </a:extLst>
          </p:cNvPr>
          <p:cNvSpPr txBox="1"/>
          <p:nvPr/>
        </p:nvSpPr>
        <p:spPr>
          <a:xfrm>
            <a:off x="6171134" y="5342018"/>
            <a:ext cx="900001" cy="22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Termination</a:t>
            </a:r>
            <a:endParaRPr lang="ko-KR" altLang="en-US" sz="900" dirty="0">
              <a:solidFill>
                <a:prstClr val="black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1BB34E56-5463-8C10-B2AD-56478DCC3178}"/>
              </a:ext>
            </a:extLst>
          </p:cNvPr>
          <p:cNvSpPr txBox="1"/>
          <p:nvPr/>
        </p:nvSpPr>
        <p:spPr>
          <a:xfrm>
            <a:off x="379305" y="5328144"/>
            <a:ext cx="67276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00" dirty="0">
                <a:solidFill>
                  <a:prstClr val="black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(NF Test Block Diagram)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E6672E55-FC74-976D-DB2D-5FFD6AAC1D1A}"/>
              </a:ext>
            </a:extLst>
          </p:cNvPr>
          <p:cNvSpPr txBox="1"/>
          <p:nvPr/>
        </p:nvSpPr>
        <p:spPr>
          <a:xfrm>
            <a:off x="2923289" y="3024929"/>
            <a:ext cx="1201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Common Loss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5D5C8170-7E21-5CD1-3427-38E127D2AFB0}"/>
              </a:ext>
            </a:extLst>
          </p:cNvPr>
          <p:cNvSpPr txBox="1"/>
          <p:nvPr/>
        </p:nvSpPr>
        <p:spPr>
          <a:xfrm>
            <a:off x="3803386" y="3736466"/>
            <a:ext cx="1090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Channel Loss</a:t>
            </a:r>
            <a:endParaRPr lang="ko-KR" altLang="en-US" sz="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3257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BD5791F-B736-23FF-BEBA-D7F63399A0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4913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381" imgH="381" progId="TCLayout.ActiveDocument.1">
                  <p:embed/>
                </p:oleObj>
              </mc:Choice>
              <mc:Fallback>
                <p:oleObj name="think-cell 슬라이드" r:id="rId3" imgW="381" imgH="38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D5791F-B736-23FF-BEBA-D7F63399A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46A458F1-88F0-FCD2-3617-577C641A59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altLang="ko-KR" dirty="0"/>
              <a:t>Test Result Summary(Datasheet, @21 dBm) 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A257F83-9566-E714-1DFD-763838876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500471"/>
              </p:ext>
            </p:extLst>
          </p:nvPr>
        </p:nvGraphicFramePr>
        <p:xfrm>
          <a:off x="204787" y="1041064"/>
          <a:ext cx="9496426" cy="52434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28943">
                  <a:extLst>
                    <a:ext uri="{9D8B030D-6E8A-4147-A177-3AD203B41FA5}">
                      <a16:colId xmlns:a16="http://schemas.microsoft.com/office/drawing/2014/main" val="2879198232"/>
                    </a:ext>
                  </a:extLst>
                </a:gridCol>
                <a:gridCol w="460376">
                  <a:extLst>
                    <a:ext uri="{9D8B030D-6E8A-4147-A177-3AD203B41FA5}">
                      <a16:colId xmlns:a16="http://schemas.microsoft.com/office/drawing/2014/main" val="3648026727"/>
                    </a:ext>
                  </a:extLst>
                </a:gridCol>
                <a:gridCol w="2230754">
                  <a:extLst>
                    <a:ext uri="{9D8B030D-6E8A-4147-A177-3AD203B41FA5}">
                      <a16:colId xmlns:a16="http://schemas.microsoft.com/office/drawing/2014/main" val="844251808"/>
                    </a:ext>
                  </a:extLst>
                </a:gridCol>
                <a:gridCol w="673418">
                  <a:extLst>
                    <a:ext uri="{9D8B030D-6E8A-4147-A177-3AD203B41FA5}">
                      <a16:colId xmlns:a16="http://schemas.microsoft.com/office/drawing/2014/main" val="2854841220"/>
                    </a:ext>
                  </a:extLst>
                </a:gridCol>
                <a:gridCol w="1903730">
                  <a:extLst>
                    <a:ext uri="{9D8B030D-6E8A-4147-A177-3AD203B41FA5}">
                      <a16:colId xmlns:a16="http://schemas.microsoft.com/office/drawing/2014/main" val="3667131241"/>
                    </a:ext>
                  </a:extLst>
                </a:gridCol>
                <a:gridCol w="3799205">
                  <a:extLst>
                    <a:ext uri="{9D8B030D-6E8A-4147-A177-3AD203B41FA5}">
                      <a16:colId xmlns:a16="http://schemas.microsoft.com/office/drawing/2014/main" val="437344417"/>
                    </a:ext>
                  </a:extLst>
                </a:gridCol>
              </a:tblGrid>
              <a:tr h="30647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Category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Test Items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Results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Datasheet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(Spec)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Comments (with </a:t>
                      </a:r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Action Plan</a:t>
                      </a:r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58894"/>
                  </a:ext>
                </a:extLst>
              </a:tr>
              <a:tr h="661324"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lt"/>
                        </a:rPr>
                        <a:t>DC/</a:t>
                      </a:r>
                    </a:p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lt"/>
                        </a:rPr>
                        <a:t>RF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Common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 Attenuation Accuracy</a:t>
                      </a:r>
                    </a:p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 (Common-Channel Range/Step)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Noto Sans KR"/>
                          <a:cs typeface="+mn-cs"/>
                        </a:rPr>
                        <a:t>Meet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Noto Sans KR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Common 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 dB / 0.50 dB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Channel 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32 dB / 0.50 dB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Gain Range -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Tx : 16.26 / 8.23, Rx : 16.86/ 8.01 dB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(0.25 dB Attn less accurate, 0.25 not supported on Stampede and Blueway, Channel Attn measures up to 8 dB)</a:t>
                      </a: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384890"/>
                  </a:ext>
                </a:extLst>
              </a:tr>
              <a:tr h="4776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+mj-lt"/>
                      </a:endParaRPr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Frequency vs Gain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Channel Gain Alignment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Meet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Noto Sans KR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8 channels /1 beam  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" panose="020B0500000000000000" pitchFamily="34" charset="-127"/>
                          <a:ea typeface="Noto Sans KR" panose="020B0500000000000000" pitchFamily="34" charset="-127"/>
                          <a:cs typeface="+mn-cs"/>
                        </a:rPr>
                        <a:t>3.6 ~ 5 dB (Min ~ Max)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(Spot calibration, etc., is required to minimize gain alignment)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7576609"/>
                  </a:ext>
                </a:extLst>
              </a:tr>
              <a:tr h="47762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TX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dirty="0"/>
                        <a:t>Pin Sweep vs Pout Linearity</a:t>
                      </a:r>
                    </a:p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 (at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OP1dB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per channel)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Noto Sans KR"/>
                          <a:cs typeface="+mn-cs"/>
                        </a:rPr>
                        <a:t>Meet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Noto Sans KR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21 dBm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20.14 dBm</a:t>
                      </a: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280279"/>
                  </a:ext>
                </a:extLst>
              </a:tr>
              <a:tr h="4776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Pdc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 (Single, 8 Channels / 2 Beam)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Noto Sans KR"/>
                          <a:cs typeface="+mn-cs"/>
                        </a:rPr>
                        <a:t>Meet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Noto Sans KR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625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mW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5 W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660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mW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/ 4.7 W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(with leakage : 19.3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mW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662698"/>
                  </a:ext>
                </a:extLst>
              </a:tr>
              <a:tr h="2939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742950" rtl="0" eaLnBrk="1" latinLnBrk="1" hangingPunct="1">
                        <a:buFontTx/>
                        <a:buChar char="-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Isolation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Meet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Noto Sans KR"/>
                          <a:cs typeface="+mn-cs"/>
                        </a:rPr>
                        <a:t>&gt; 25 dB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25.12  / 31.57 / 37.40 dB (Min-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Typ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-Max with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All Band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96544"/>
                  </a:ext>
                </a:extLst>
              </a:tr>
              <a:tr h="2939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EVM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Bathtub Curve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(TBD)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Noto Sans KR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(TBD)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*Future measurement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72618"/>
                  </a:ext>
                </a:extLst>
              </a:tr>
              <a:tr h="661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RX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dirty="0"/>
                        <a:t>Pin Sweep vs Pout Linearity </a:t>
                      </a:r>
                    </a:p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  (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iP1dB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per channel)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Meet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Noto Sans KR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-33 dBm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-38.02 dBm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Firehawk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is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more than the gain of Blueway.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That is why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iP1dB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is ~ 4 dB lower)</a:t>
                      </a: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684478"/>
                  </a:ext>
                </a:extLst>
              </a:tr>
              <a:tr h="661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Pdc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74295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(Single, 8 Channels / 2 Beam)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Noto Sans KR"/>
                          <a:cs typeface="+mn-cs"/>
                        </a:rPr>
                        <a:t>Meet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Noto Sans KR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59.38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mW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475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mW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mW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584 </a:t>
                      </a:r>
                      <a:r>
                        <a:rPr kumimoji="0" lang="en-US" altLang="ko-KR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mW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(with Idle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Pdc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19.3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mW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(the Blueway IC has lower gain and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Pdc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than the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Firehawk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IC reason why is one amplification stage less)</a:t>
                      </a: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542664"/>
                  </a:ext>
                </a:extLst>
              </a:tr>
              <a:tr h="2939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j-lt"/>
                      </a:endParaRPr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 RX Sensitivity (Pin sweep vs SNR)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Noto Sans KR"/>
                          <a:cs typeface="+mn-cs"/>
                        </a:rPr>
                        <a:t>(TBD)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Noto Sans KR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*Future measurement</a:t>
                      </a: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270218"/>
                  </a:ext>
                </a:extLst>
              </a:tr>
              <a:tr h="4776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- Frequency vs Noise Figure</a:t>
                      </a:r>
                    </a:p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  (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RX NF Max at Single-Channel)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Meet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dB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1.84 ~ 2.54 dB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(17.7~21.2 GHz) 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(Need to optimized to satisfied within spec)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67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14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D7B6-41FB-ACCF-FC5B-8A289E9B7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B9EC8F3-FBFB-8670-F353-FD5ACB5BEF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23646" y="3071682"/>
            <a:ext cx="4837351" cy="2794963"/>
          </a:xfrm>
        </p:spPr>
        <p:txBody>
          <a:bodyPr/>
          <a:lstStyle/>
          <a:p>
            <a:pPr fontAlgn="t">
              <a:buFont typeface="Arial" panose="020B0604020202020204" pitchFamily="34" charset="0"/>
              <a:buChar char="•"/>
            </a:pPr>
            <a:r>
              <a:rPr lang="en-US" altLang="ko-KR" sz="1400" dirty="0"/>
              <a:t>Attenuation Accuracy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altLang="ko-KR" sz="1400" dirty="0"/>
              <a:t>Frequency vs Gain</a:t>
            </a:r>
            <a:endParaRPr lang="ko-KR" altLang="ko-KR" sz="1400" dirty="0"/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altLang="ko-KR" sz="1400" dirty="0"/>
              <a:t>Channel Gain Alignment</a:t>
            </a:r>
            <a:endParaRPr lang="ko-KR" altLang="ko-KR" sz="1400" dirty="0"/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Gain vs PA / LNA Bias over temperature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Temperature Sensor Accuracy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82BC2FF9-DF3C-9566-ADED-87B713296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Common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75907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F86E1-2B7F-E59C-C938-CC68E339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3">
            <a:extLst>
              <a:ext uri="{FF2B5EF4-FFF2-40B4-BE49-F238E27FC236}">
                <a16:creationId xmlns:a16="http://schemas.microsoft.com/office/drawing/2014/main" id="{58C21E38-08B7-3F6B-3D69-68BF4EA03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4961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Currently, the use of a 0.25 dB attenuation is not recommended from Sivers (i.e., the 0.25 dB Step is limited)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38AA8441-1C8F-EF57-8CAA-12238FD1ACA3}"/>
              </a:ext>
            </a:extLst>
          </p:cNvPr>
          <p:cNvCxnSpPr>
            <a:cxnSpLocks/>
            <a:stCxn id="5" idx="1"/>
            <a:endCxn id="37" idx="3"/>
          </p:cNvCxnSpPr>
          <p:nvPr/>
        </p:nvCxnSpPr>
        <p:spPr>
          <a:xfrm>
            <a:off x="2547993" y="2645005"/>
            <a:ext cx="26281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29A0653-99CF-1E1B-58E9-5B510F2792A5}"/>
              </a:ext>
            </a:extLst>
          </p:cNvPr>
          <p:cNvCxnSpPr>
            <a:cxnSpLocks/>
            <a:stCxn id="63" idx="1"/>
            <a:endCxn id="51" idx="3"/>
          </p:cNvCxnSpPr>
          <p:nvPr/>
        </p:nvCxnSpPr>
        <p:spPr>
          <a:xfrm>
            <a:off x="6234419" y="2645005"/>
            <a:ext cx="30883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>
            <a:extLst>
              <a:ext uri="{FF2B5EF4-FFF2-40B4-BE49-F238E27FC236}">
                <a16:creationId xmlns:a16="http://schemas.microsoft.com/office/drawing/2014/main" id="{E4378C31-B0ED-C238-CAD9-E011F3817B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Attenuation Control</a:t>
            </a:r>
            <a:endParaRPr lang="ko-KR" altLang="en-US" dirty="0"/>
          </a:p>
        </p:txBody>
      </p:sp>
      <p:sp>
        <p:nvSpPr>
          <p:cNvPr id="6" name="ColumnHeader">
            <a:extLst>
              <a:ext uri="{FF2B5EF4-FFF2-40B4-BE49-F238E27FC236}">
                <a16:creationId xmlns:a16="http://schemas.microsoft.com/office/drawing/2014/main" id="{34FDE649-15E3-B01E-7D71-37C919143D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0701" y="1482225"/>
            <a:ext cx="3380070" cy="30995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>
              <a:defRPr/>
            </a:pPr>
            <a:r>
              <a:rPr kumimoji="1" lang="en-US" altLang="ko-KR" sz="1400" b="1" dirty="0">
                <a:solidFill>
                  <a:srgbClr val="000000"/>
                </a:solidFill>
                <a:latin typeface="+mj-lt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t>Common (16 dB with 0.25 dB Step)</a:t>
            </a:r>
            <a:endParaRPr kumimoji="1" lang="en-US" altLang="ko-KR" sz="1400" b="1" i="0" dirty="0">
              <a:solidFill>
                <a:srgbClr val="000000"/>
              </a:solidFill>
              <a:latin typeface="+mj-lt"/>
              <a:ea typeface="Noto Sans KR" panose="020B0500000000000000" pitchFamily="34" charset="-127"/>
              <a:cs typeface="Arial" pitchFamily="34" charset="0"/>
              <a:sym typeface="Noto Sans KR" panose="020B0500000000000000" pitchFamily="34" charset="-127"/>
            </a:endParaRPr>
          </a:p>
        </p:txBody>
      </p:sp>
      <p:sp>
        <p:nvSpPr>
          <p:cNvPr id="9" name="ColumnHeader">
            <a:extLst>
              <a:ext uri="{FF2B5EF4-FFF2-40B4-BE49-F238E27FC236}">
                <a16:creationId xmlns:a16="http://schemas.microsoft.com/office/drawing/2014/main" id="{D8DD0921-2C65-9007-2D05-5F741E71D0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07999" y="1482225"/>
            <a:ext cx="3826959" cy="30995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>
              <a:defRPr/>
            </a:pPr>
            <a:r>
              <a:rPr kumimoji="1" lang="en-US" altLang="ko-KR" sz="1400" b="1" i="0" dirty="0">
                <a:solidFill>
                  <a:srgbClr val="000000"/>
                </a:solidFill>
                <a:latin typeface="+mj-lt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t>Channel (</a:t>
            </a:r>
            <a:r>
              <a:rPr kumimoji="1" lang="en-US" altLang="ko-KR" sz="1400" b="1" dirty="0">
                <a:solidFill>
                  <a:srgbClr val="000000"/>
                </a:solidFill>
                <a:latin typeface="+mj-lt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t>32 dB </a:t>
            </a:r>
            <a:r>
              <a:rPr kumimoji="1" lang="en-US" altLang="ko-KR" sz="1400" b="1" i="0" dirty="0">
                <a:solidFill>
                  <a:srgbClr val="000000"/>
                </a:solidFill>
                <a:latin typeface="+mj-lt"/>
                <a:ea typeface="Noto Sans KR" panose="020B0500000000000000" pitchFamily="34" charset="-127"/>
                <a:cs typeface="Arial" pitchFamily="34" charset="0"/>
                <a:sym typeface="Noto Sans KR" panose="020B0500000000000000" pitchFamily="34" charset="-127"/>
              </a:rPr>
              <a:t>with 0.25 dB Step)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A3BA561-EF47-E548-019B-2680F0D4011E}"/>
              </a:ext>
            </a:extLst>
          </p:cNvPr>
          <p:cNvGrpSpPr/>
          <p:nvPr/>
        </p:nvGrpSpPr>
        <p:grpSpPr>
          <a:xfrm>
            <a:off x="2547993" y="2497226"/>
            <a:ext cx="327044" cy="295557"/>
            <a:chOff x="1358020" y="2869949"/>
            <a:chExt cx="597529" cy="540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A94FBD4-CE2E-3ED4-87B3-FE36FABF313F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rgbClr val="FFC000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169E4B41-D020-B321-86A2-343621A4A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9951102-FB85-5EDC-192C-65600599D89E}"/>
              </a:ext>
            </a:extLst>
          </p:cNvPr>
          <p:cNvGrpSpPr/>
          <p:nvPr/>
        </p:nvGrpSpPr>
        <p:grpSpPr>
          <a:xfrm>
            <a:off x="3008211" y="2497226"/>
            <a:ext cx="327044" cy="295557"/>
            <a:chOff x="1358020" y="2869949"/>
            <a:chExt cx="597529" cy="54000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BA2345-593F-1088-366E-F1C0279E20D4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05DCBFAA-2680-548D-2963-9E2A03F19E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AB21437-E1C8-5A9C-7A54-A42F1A1A9641}"/>
              </a:ext>
            </a:extLst>
          </p:cNvPr>
          <p:cNvGrpSpPr/>
          <p:nvPr/>
        </p:nvGrpSpPr>
        <p:grpSpPr>
          <a:xfrm>
            <a:off x="3468429" y="2497226"/>
            <a:ext cx="327044" cy="295557"/>
            <a:chOff x="1358020" y="2869949"/>
            <a:chExt cx="597529" cy="54000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E2FB41C-99F8-0E14-7C43-712603EFD934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C56F372B-15EA-3140-C7A2-446484D30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A598922-CFA4-AC13-2DD2-44EAD336D769}"/>
              </a:ext>
            </a:extLst>
          </p:cNvPr>
          <p:cNvGrpSpPr/>
          <p:nvPr/>
        </p:nvGrpSpPr>
        <p:grpSpPr>
          <a:xfrm>
            <a:off x="3928647" y="2497226"/>
            <a:ext cx="327044" cy="295557"/>
            <a:chOff x="1358020" y="2869949"/>
            <a:chExt cx="597529" cy="5400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03F14EA-B99C-84EB-704B-6534CC539A3C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04C03BC5-B16A-76A7-138F-05D92A966D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0987811-7A88-C339-4CBF-9BC77B79FAA3}"/>
              </a:ext>
            </a:extLst>
          </p:cNvPr>
          <p:cNvGrpSpPr/>
          <p:nvPr/>
        </p:nvGrpSpPr>
        <p:grpSpPr>
          <a:xfrm>
            <a:off x="4388865" y="2497226"/>
            <a:ext cx="327044" cy="295557"/>
            <a:chOff x="1358020" y="2869949"/>
            <a:chExt cx="597529" cy="5400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632B7278-9A7A-55F8-F4A9-2E3189528383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EB9374B9-4F0B-8C90-FE66-5D4BDEEF10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4509440-3080-BC0F-1983-7FA8D6B80C6D}"/>
              </a:ext>
            </a:extLst>
          </p:cNvPr>
          <p:cNvGrpSpPr/>
          <p:nvPr/>
        </p:nvGrpSpPr>
        <p:grpSpPr>
          <a:xfrm>
            <a:off x="4849083" y="2497226"/>
            <a:ext cx="327044" cy="295557"/>
            <a:chOff x="1358020" y="2869949"/>
            <a:chExt cx="597529" cy="540000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3377B1E-BB57-4C00-06AC-C88139E5DCD5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50316954-C8F4-AF95-ED95-3DBBA3DBA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3E848CE-A71D-6A2E-35CC-19551F2262EA}"/>
              </a:ext>
            </a:extLst>
          </p:cNvPr>
          <p:cNvSpPr txBox="1"/>
          <p:nvPr/>
        </p:nvSpPr>
        <p:spPr>
          <a:xfrm>
            <a:off x="2454342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0.25</a:t>
            </a:r>
            <a:endParaRPr lang="ko-KR" altLang="en-US" sz="1300" dirty="0">
              <a:latin typeface="+mj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0C737C-1888-9BDF-106A-AFC1C056A6F5}"/>
              </a:ext>
            </a:extLst>
          </p:cNvPr>
          <p:cNvSpPr txBox="1"/>
          <p:nvPr/>
        </p:nvSpPr>
        <p:spPr>
          <a:xfrm>
            <a:off x="2914418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0.5</a:t>
            </a:r>
            <a:endParaRPr lang="ko-KR" altLang="en-US" sz="1300" dirty="0">
              <a:latin typeface="+mj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C3B6CE-A05E-0EEA-FEBD-1F790AD2376F}"/>
              </a:ext>
            </a:extLst>
          </p:cNvPr>
          <p:cNvSpPr txBox="1"/>
          <p:nvPr/>
        </p:nvSpPr>
        <p:spPr>
          <a:xfrm>
            <a:off x="3374494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1</a:t>
            </a:r>
            <a:endParaRPr lang="ko-KR" altLang="en-US" sz="1300" dirty="0">
              <a:latin typeface="+mj-l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64CC77-AA80-26CB-485B-22C8A0D4D1C6}"/>
              </a:ext>
            </a:extLst>
          </p:cNvPr>
          <p:cNvSpPr txBox="1"/>
          <p:nvPr/>
        </p:nvSpPr>
        <p:spPr>
          <a:xfrm>
            <a:off x="3834570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2</a:t>
            </a:r>
            <a:endParaRPr lang="ko-KR" altLang="en-US" sz="1300" dirty="0">
              <a:latin typeface="+mj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90D1EE-5B57-7F36-2646-EC41321B2412}"/>
              </a:ext>
            </a:extLst>
          </p:cNvPr>
          <p:cNvSpPr txBox="1"/>
          <p:nvPr/>
        </p:nvSpPr>
        <p:spPr>
          <a:xfrm>
            <a:off x="4294646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4</a:t>
            </a:r>
            <a:endParaRPr lang="ko-KR" altLang="en-US" sz="1300" dirty="0"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E7475B-0EDC-B9AC-5C86-F6A77D2DFFA1}"/>
              </a:ext>
            </a:extLst>
          </p:cNvPr>
          <p:cNvSpPr txBox="1"/>
          <p:nvPr/>
        </p:nvSpPr>
        <p:spPr>
          <a:xfrm>
            <a:off x="4754722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8</a:t>
            </a:r>
            <a:endParaRPr lang="ko-KR" altLang="en-US" sz="13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D10A8-56C6-816D-3372-4D0CADAF3B7F}"/>
              </a:ext>
            </a:extLst>
          </p:cNvPr>
          <p:cNvSpPr txBox="1"/>
          <p:nvPr/>
        </p:nvSpPr>
        <p:spPr>
          <a:xfrm>
            <a:off x="2454342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0</a:t>
            </a:r>
            <a:endParaRPr lang="ko-KR" altLang="en-US" sz="13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4469E-EC4F-5198-472C-FDF9717E1426}"/>
              </a:ext>
            </a:extLst>
          </p:cNvPr>
          <p:cNvSpPr txBox="1"/>
          <p:nvPr/>
        </p:nvSpPr>
        <p:spPr>
          <a:xfrm>
            <a:off x="2914418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1</a:t>
            </a:r>
            <a:endParaRPr lang="ko-KR" altLang="en-US" sz="13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2B6065-C74F-A22E-F2CA-457DBC37F599}"/>
              </a:ext>
            </a:extLst>
          </p:cNvPr>
          <p:cNvSpPr txBox="1"/>
          <p:nvPr/>
        </p:nvSpPr>
        <p:spPr>
          <a:xfrm>
            <a:off x="3374494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2</a:t>
            </a:r>
            <a:endParaRPr lang="ko-KR" altLang="en-US" sz="13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151E57-0DFE-05B1-D76D-27ED3EF67410}"/>
              </a:ext>
            </a:extLst>
          </p:cNvPr>
          <p:cNvSpPr txBox="1"/>
          <p:nvPr/>
        </p:nvSpPr>
        <p:spPr>
          <a:xfrm>
            <a:off x="3834570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3</a:t>
            </a:r>
            <a:endParaRPr lang="ko-KR" altLang="en-US" sz="13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5B2D27-07C9-3137-2D63-42CEC887C301}"/>
              </a:ext>
            </a:extLst>
          </p:cNvPr>
          <p:cNvSpPr txBox="1"/>
          <p:nvPr/>
        </p:nvSpPr>
        <p:spPr>
          <a:xfrm>
            <a:off x="4294646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4</a:t>
            </a:r>
            <a:endParaRPr lang="ko-KR" altLang="en-US" sz="13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3D4C93-6E16-F1F5-8D9E-E7B9056DDA81}"/>
              </a:ext>
            </a:extLst>
          </p:cNvPr>
          <p:cNvSpPr txBox="1"/>
          <p:nvPr/>
        </p:nvSpPr>
        <p:spPr>
          <a:xfrm>
            <a:off x="4754722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5</a:t>
            </a:r>
            <a:endParaRPr lang="ko-KR" altLang="en-US" sz="1300" dirty="0">
              <a:latin typeface="+mj-lt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4FC51E-8326-0E9E-36C0-EA1267CB52E5}"/>
              </a:ext>
            </a:extLst>
          </p:cNvPr>
          <p:cNvSpPr txBox="1"/>
          <p:nvPr/>
        </p:nvSpPr>
        <p:spPr>
          <a:xfrm>
            <a:off x="1825851" y="1855205"/>
            <a:ext cx="667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j-lt"/>
              </a:rPr>
              <a:t>(6-Bit)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CD0BE2C-935C-8308-1222-0853D6EFCD93}"/>
              </a:ext>
            </a:extLst>
          </p:cNvPr>
          <p:cNvGrpSpPr/>
          <p:nvPr/>
        </p:nvGrpSpPr>
        <p:grpSpPr>
          <a:xfrm>
            <a:off x="6234419" y="2497226"/>
            <a:ext cx="327044" cy="295557"/>
            <a:chOff x="1358020" y="2869949"/>
            <a:chExt cx="597529" cy="54000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7DC3255-5044-DD10-0DFB-25D2001CA7AD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rgbClr val="FFC000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893F89E2-CC6A-B3E0-8B75-74B4506BC1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4AE4701-4A50-3B2B-35EF-D96BE0702F46}"/>
              </a:ext>
            </a:extLst>
          </p:cNvPr>
          <p:cNvGrpSpPr/>
          <p:nvPr/>
        </p:nvGrpSpPr>
        <p:grpSpPr>
          <a:xfrm>
            <a:off x="6694637" y="2497226"/>
            <a:ext cx="327044" cy="295557"/>
            <a:chOff x="1358020" y="2869949"/>
            <a:chExt cx="597529" cy="540000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AD64417-2EA1-BC8D-735F-C227BFA3F4D8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5B7B33C1-B705-CAF2-D288-8E4A4195CA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5D14FE9-0BE1-76CA-6167-AA97F08C42D8}"/>
              </a:ext>
            </a:extLst>
          </p:cNvPr>
          <p:cNvGrpSpPr/>
          <p:nvPr/>
        </p:nvGrpSpPr>
        <p:grpSpPr>
          <a:xfrm>
            <a:off x="7154855" y="2497226"/>
            <a:ext cx="327044" cy="295557"/>
            <a:chOff x="1358020" y="2869949"/>
            <a:chExt cx="597529" cy="540000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C1D3015-F826-1A66-2C83-36B25C7948C3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6F65E7E8-F8C7-91A6-196A-D01DB6EF6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EAC67AD-2DAE-C0AE-8B5F-D2245F702BBF}"/>
              </a:ext>
            </a:extLst>
          </p:cNvPr>
          <p:cNvGrpSpPr/>
          <p:nvPr/>
        </p:nvGrpSpPr>
        <p:grpSpPr>
          <a:xfrm>
            <a:off x="7615073" y="2497226"/>
            <a:ext cx="327044" cy="295557"/>
            <a:chOff x="1358020" y="2869949"/>
            <a:chExt cx="597529" cy="540000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D7DA0FC-795A-C8A9-88B8-16FF1C7552BD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6583D671-14B6-9D64-47D4-D2A50D0393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9D8AC6A-FFA1-C99A-50E9-A8CFB312F6AA}"/>
              </a:ext>
            </a:extLst>
          </p:cNvPr>
          <p:cNvGrpSpPr/>
          <p:nvPr/>
        </p:nvGrpSpPr>
        <p:grpSpPr>
          <a:xfrm>
            <a:off x="8075291" y="2497226"/>
            <a:ext cx="327044" cy="295557"/>
            <a:chOff x="1358020" y="2869949"/>
            <a:chExt cx="597529" cy="540000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37DCB9C-4220-30E5-92CF-71F1BD6EC4D9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455E92C4-BDAF-E738-BB23-50A5C27A13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A702DDA-78D8-4DA2-EC5D-5348A4D5C474}"/>
              </a:ext>
            </a:extLst>
          </p:cNvPr>
          <p:cNvGrpSpPr/>
          <p:nvPr/>
        </p:nvGrpSpPr>
        <p:grpSpPr>
          <a:xfrm>
            <a:off x="8535509" y="2497226"/>
            <a:ext cx="327044" cy="295557"/>
            <a:chOff x="1358020" y="2869949"/>
            <a:chExt cx="597529" cy="540000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347EB2BE-2DB7-B279-EDD3-7B5610DA9BF3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2554D2BF-64AD-864E-3F3B-E6BA7B550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3954EC1-214B-EAE4-8AC9-C35C8E924783}"/>
              </a:ext>
            </a:extLst>
          </p:cNvPr>
          <p:cNvGrpSpPr/>
          <p:nvPr/>
        </p:nvGrpSpPr>
        <p:grpSpPr>
          <a:xfrm>
            <a:off x="8995727" y="2497226"/>
            <a:ext cx="327044" cy="295557"/>
            <a:chOff x="1358020" y="2869949"/>
            <a:chExt cx="597529" cy="540000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4D12B35-ED13-A7C2-33CF-9BF2862D0CB7}"/>
                </a:ext>
              </a:extLst>
            </p:cNvPr>
            <p:cNvSpPr/>
            <p:nvPr/>
          </p:nvSpPr>
          <p:spPr>
            <a:xfrm>
              <a:off x="1358020" y="3017727"/>
              <a:ext cx="597529" cy="244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D4DB2A26-7590-2585-0DBC-D11FC62C1D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6784" y="2869949"/>
              <a:ext cx="54000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98B36282-2ADE-8B2F-9443-52CEAAA327D9}"/>
              </a:ext>
            </a:extLst>
          </p:cNvPr>
          <p:cNvSpPr txBox="1"/>
          <p:nvPr/>
        </p:nvSpPr>
        <p:spPr>
          <a:xfrm>
            <a:off x="6139915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0.25</a:t>
            </a:r>
            <a:endParaRPr lang="ko-KR" altLang="en-US" sz="1300" dirty="0">
              <a:latin typeface="+mj-l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3BB1F7-79B6-6E38-AAA8-0443ACCC8422}"/>
              </a:ext>
            </a:extLst>
          </p:cNvPr>
          <p:cNvSpPr txBox="1"/>
          <p:nvPr/>
        </p:nvSpPr>
        <p:spPr>
          <a:xfrm>
            <a:off x="6611887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0.5</a:t>
            </a:r>
            <a:endParaRPr lang="ko-KR" altLang="en-US" sz="1300" dirty="0">
              <a:latin typeface="+mj-l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21DC64-C6CB-3C39-1F88-F40483C58D25}"/>
              </a:ext>
            </a:extLst>
          </p:cNvPr>
          <p:cNvSpPr txBox="1"/>
          <p:nvPr/>
        </p:nvSpPr>
        <p:spPr>
          <a:xfrm>
            <a:off x="7071963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1</a:t>
            </a:r>
            <a:endParaRPr lang="ko-KR" altLang="en-US" sz="1300" dirty="0">
              <a:latin typeface="+mj-l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A79C79C-2BA3-666A-AB00-F4AE43A573DC}"/>
              </a:ext>
            </a:extLst>
          </p:cNvPr>
          <p:cNvSpPr txBox="1"/>
          <p:nvPr/>
        </p:nvSpPr>
        <p:spPr>
          <a:xfrm>
            <a:off x="7532039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2</a:t>
            </a:r>
            <a:endParaRPr lang="ko-KR" altLang="en-US" sz="1300" dirty="0">
              <a:latin typeface="+mj-lt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0D443A-803D-078A-E5F5-EC731CF71B8D}"/>
              </a:ext>
            </a:extLst>
          </p:cNvPr>
          <p:cNvSpPr txBox="1"/>
          <p:nvPr/>
        </p:nvSpPr>
        <p:spPr>
          <a:xfrm>
            <a:off x="7992115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4</a:t>
            </a:r>
            <a:endParaRPr lang="ko-KR" altLang="en-US" sz="1300" dirty="0">
              <a:latin typeface="+mj-l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BC9562-ABD0-258B-17A6-3FD9FF923693}"/>
              </a:ext>
            </a:extLst>
          </p:cNvPr>
          <p:cNvSpPr txBox="1"/>
          <p:nvPr/>
        </p:nvSpPr>
        <p:spPr>
          <a:xfrm>
            <a:off x="8452191" y="2201872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8</a:t>
            </a:r>
            <a:endParaRPr lang="ko-KR" altLang="en-US" sz="1300" dirty="0">
              <a:latin typeface="+mj-l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52028A-30E2-7824-6271-36F09094595C}"/>
              </a:ext>
            </a:extLst>
          </p:cNvPr>
          <p:cNvSpPr txBox="1"/>
          <p:nvPr/>
        </p:nvSpPr>
        <p:spPr>
          <a:xfrm>
            <a:off x="8901223" y="2201872"/>
            <a:ext cx="5160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16</a:t>
            </a:r>
            <a:endParaRPr lang="ko-KR" altLang="en-US" sz="13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1490A7-6FEE-3FE5-DAE6-369BB73B4C0F}"/>
              </a:ext>
            </a:extLst>
          </p:cNvPr>
          <p:cNvSpPr txBox="1"/>
          <p:nvPr/>
        </p:nvSpPr>
        <p:spPr>
          <a:xfrm>
            <a:off x="6158459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0</a:t>
            </a:r>
            <a:endParaRPr lang="ko-KR" altLang="en-US" sz="1300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EF360D-40AF-B6B8-D6A6-118BDA199585}"/>
              </a:ext>
            </a:extLst>
          </p:cNvPr>
          <p:cNvSpPr txBox="1"/>
          <p:nvPr/>
        </p:nvSpPr>
        <p:spPr>
          <a:xfrm>
            <a:off x="6618535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1</a:t>
            </a:r>
            <a:endParaRPr lang="ko-KR" altLang="en-US" sz="1300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7F01B8-06C7-AAF2-D8E8-D8D842EA87BF}"/>
              </a:ext>
            </a:extLst>
          </p:cNvPr>
          <p:cNvSpPr txBox="1"/>
          <p:nvPr/>
        </p:nvSpPr>
        <p:spPr>
          <a:xfrm>
            <a:off x="7078611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2</a:t>
            </a:r>
            <a:endParaRPr lang="ko-KR" altLang="en-US" sz="13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EC2BE-C0F4-0752-EF58-C628DC4A7B73}"/>
              </a:ext>
            </a:extLst>
          </p:cNvPr>
          <p:cNvSpPr txBox="1"/>
          <p:nvPr/>
        </p:nvSpPr>
        <p:spPr>
          <a:xfrm>
            <a:off x="7538687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3</a:t>
            </a:r>
            <a:endParaRPr lang="ko-KR" altLang="en-US" sz="1300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3C307-C9F1-D3ED-6C0E-59C65E61A5B6}"/>
              </a:ext>
            </a:extLst>
          </p:cNvPr>
          <p:cNvSpPr txBox="1"/>
          <p:nvPr/>
        </p:nvSpPr>
        <p:spPr>
          <a:xfrm>
            <a:off x="7998763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4</a:t>
            </a:r>
            <a:endParaRPr lang="ko-KR" altLang="en-US" sz="13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6434FE-020A-A92D-A1C2-725586D493CF}"/>
              </a:ext>
            </a:extLst>
          </p:cNvPr>
          <p:cNvSpPr txBox="1"/>
          <p:nvPr/>
        </p:nvSpPr>
        <p:spPr>
          <a:xfrm>
            <a:off x="8458839" y="1855205"/>
            <a:ext cx="5160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5</a:t>
            </a:r>
            <a:endParaRPr lang="ko-KR" altLang="en-US" sz="1300" dirty="0"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0B69AE-C6B6-E11E-BC84-FE844F6E32CF}"/>
              </a:ext>
            </a:extLst>
          </p:cNvPr>
          <p:cNvSpPr txBox="1"/>
          <p:nvPr/>
        </p:nvSpPr>
        <p:spPr>
          <a:xfrm>
            <a:off x="8918914" y="1855205"/>
            <a:ext cx="5160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+mj-lt"/>
              </a:rPr>
              <a:t>6</a:t>
            </a:r>
            <a:endParaRPr lang="ko-KR" altLang="en-US" sz="1300" dirty="0">
              <a:latin typeface="+mj-lt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57695A-F756-0368-3DDB-D129168C6D94}"/>
              </a:ext>
            </a:extLst>
          </p:cNvPr>
          <p:cNvSpPr txBox="1"/>
          <p:nvPr/>
        </p:nvSpPr>
        <p:spPr>
          <a:xfrm>
            <a:off x="5507653" y="1855205"/>
            <a:ext cx="667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j-lt"/>
              </a:rPr>
              <a:t>(7-Bit)</a:t>
            </a: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27762799-B6B1-19CD-0A3A-A1D7E1F1BF9D}"/>
              </a:ext>
            </a:extLst>
          </p:cNvPr>
          <p:cNvCxnSpPr/>
          <p:nvPr/>
        </p:nvCxnSpPr>
        <p:spPr>
          <a:xfrm>
            <a:off x="5448300" y="1792183"/>
            <a:ext cx="0" cy="447172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F02C5D8-9DB9-7ECE-451E-686DF94F24B9}"/>
              </a:ext>
            </a:extLst>
          </p:cNvPr>
          <p:cNvSpPr txBox="1"/>
          <p:nvPr/>
        </p:nvSpPr>
        <p:spPr>
          <a:xfrm>
            <a:off x="1825851" y="2201872"/>
            <a:ext cx="667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j-lt"/>
              </a:rPr>
              <a:t>(15.75)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02E7786-E927-8BE1-AC07-66E9537AF1C5}"/>
              </a:ext>
            </a:extLst>
          </p:cNvPr>
          <p:cNvSpPr txBox="1"/>
          <p:nvPr/>
        </p:nvSpPr>
        <p:spPr>
          <a:xfrm>
            <a:off x="5507653" y="2201872"/>
            <a:ext cx="667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j-lt"/>
              </a:rPr>
              <a:t>(31.75)</a:t>
            </a: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C295D488-D427-4FBB-544E-104AA82076B2}"/>
              </a:ext>
            </a:extLst>
          </p:cNvPr>
          <p:cNvCxnSpPr/>
          <p:nvPr/>
        </p:nvCxnSpPr>
        <p:spPr>
          <a:xfrm>
            <a:off x="1798442" y="1792183"/>
            <a:ext cx="0" cy="447172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96990966-D051-5F9B-9B2C-5F7A0DDFD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71651"/>
              </p:ext>
            </p:extLst>
          </p:nvPr>
        </p:nvGraphicFramePr>
        <p:xfrm>
          <a:off x="1960951" y="3039892"/>
          <a:ext cx="248167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92">
                  <a:extLst>
                    <a:ext uri="{9D8B030D-6E8A-4147-A177-3AD203B41FA5}">
                      <a16:colId xmlns:a16="http://schemas.microsoft.com/office/drawing/2014/main" val="38710270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00768914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2275169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3522294944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472830866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1992376778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1434384022"/>
                    </a:ext>
                  </a:extLst>
                </a:gridCol>
              </a:tblGrid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dB / Bits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2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3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4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5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173325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91563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0.25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802652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0.50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98365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0.75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787108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959485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2.00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2489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4.00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141634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8.00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125480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12694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15.50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683158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15.75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412871"/>
                  </a:ext>
                </a:extLst>
              </a:tr>
            </a:tbl>
          </a:graphicData>
        </a:graphic>
      </p:graphicFrame>
      <p:sp>
        <p:nvSpPr>
          <p:cNvPr id="94" name="TextBox 93">
            <a:extLst>
              <a:ext uri="{FF2B5EF4-FFF2-40B4-BE49-F238E27FC236}">
                <a16:creationId xmlns:a16="http://schemas.microsoft.com/office/drawing/2014/main" id="{5AC1CB3D-C295-B7E8-BD3B-9D6FD576BBD2}"/>
              </a:ext>
            </a:extLst>
          </p:cNvPr>
          <p:cNvSpPr txBox="1"/>
          <p:nvPr/>
        </p:nvSpPr>
        <p:spPr>
          <a:xfrm>
            <a:off x="7977560" y="6117717"/>
            <a:ext cx="1439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+mj-lt"/>
              </a:rPr>
              <a:t>(0 is enable)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646A2488-91E2-C51E-2238-96BDDE888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550848"/>
              </p:ext>
            </p:extLst>
          </p:nvPr>
        </p:nvGraphicFramePr>
        <p:xfrm>
          <a:off x="5607998" y="3041808"/>
          <a:ext cx="371477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668">
                  <a:extLst>
                    <a:ext uri="{9D8B030D-6E8A-4147-A177-3AD203B41FA5}">
                      <a16:colId xmlns:a16="http://schemas.microsoft.com/office/drawing/2014/main" val="3871027053"/>
                    </a:ext>
                  </a:extLst>
                </a:gridCol>
                <a:gridCol w="386263">
                  <a:extLst>
                    <a:ext uri="{9D8B030D-6E8A-4147-A177-3AD203B41FA5}">
                      <a16:colId xmlns:a16="http://schemas.microsoft.com/office/drawing/2014/main" val="3500768914"/>
                    </a:ext>
                  </a:extLst>
                </a:gridCol>
                <a:gridCol w="386263">
                  <a:extLst>
                    <a:ext uri="{9D8B030D-6E8A-4147-A177-3AD203B41FA5}">
                      <a16:colId xmlns:a16="http://schemas.microsoft.com/office/drawing/2014/main" val="2022751691"/>
                    </a:ext>
                  </a:extLst>
                </a:gridCol>
                <a:gridCol w="386263">
                  <a:extLst>
                    <a:ext uri="{9D8B030D-6E8A-4147-A177-3AD203B41FA5}">
                      <a16:colId xmlns:a16="http://schemas.microsoft.com/office/drawing/2014/main" val="3522294944"/>
                    </a:ext>
                  </a:extLst>
                </a:gridCol>
                <a:gridCol w="386263">
                  <a:extLst>
                    <a:ext uri="{9D8B030D-6E8A-4147-A177-3AD203B41FA5}">
                      <a16:colId xmlns:a16="http://schemas.microsoft.com/office/drawing/2014/main" val="2472830866"/>
                    </a:ext>
                  </a:extLst>
                </a:gridCol>
                <a:gridCol w="386263">
                  <a:extLst>
                    <a:ext uri="{9D8B030D-6E8A-4147-A177-3AD203B41FA5}">
                      <a16:colId xmlns:a16="http://schemas.microsoft.com/office/drawing/2014/main" val="1992376778"/>
                    </a:ext>
                  </a:extLst>
                </a:gridCol>
                <a:gridCol w="386263">
                  <a:extLst>
                    <a:ext uri="{9D8B030D-6E8A-4147-A177-3AD203B41FA5}">
                      <a16:colId xmlns:a16="http://schemas.microsoft.com/office/drawing/2014/main" val="1434384022"/>
                    </a:ext>
                  </a:extLst>
                </a:gridCol>
                <a:gridCol w="346524">
                  <a:extLst>
                    <a:ext uri="{9D8B030D-6E8A-4147-A177-3AD203B41FA5}">
                      <a16:colId xmlns:a16="http://schemas.microsoft.com/office/drawing/2014/main" val="1413510494"/>
                    </a:ext>
                  </a:extLst>
                </a:gridCol>
              </a:tblGrid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dB / Bits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2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3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4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5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6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173325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91563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0.25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802652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0.50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98365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0.75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927298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959485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2.00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2489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4.00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141634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8.00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125480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16.00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1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12694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-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683158"/>
                  </a:ext>
                </a:extLst>
              </a:tr>
              <a:tr h="141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31.75 dB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j-lt"/>
                        </a:rPr>
                        <a:t>0</a:t>
                      </a:r>
                      <a:endParaRPr lang="ko-KR" altLang="en-US" sz="11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412871"/>
                  </a:ext>
                </a:extLst>
              </a:tr>
            </a:tbl>
          </a:graphicData>
        </a:graphic>
      </p:graphicFrame>
      <p:sp>
        <p:nvSpPr>
          <p:cNvPr id="96" name="Rectangle 3">
            <a:extLst>
              <a:ext uri="{FF2B5EF4-FFF2-40B4-BE49-F238E27FC236}">
                <a16:creationId xmlns:a16="http://schemas.microsoft.com/office/drawing/2014/main" id="{EA93920B-0CF0-F11C-9B68-C43E77624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Designed to control gain of Common and Channel Paths by Stage-Attenuation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74EF94-E1D6-39D4-2DCF-48FCDE6A5E9E}"/>
              </a:ext>
            </a:extLst>
          </p:cNvPr>
          <p:cNvSpPr/>
          <p:nvPr/>
        </p:nvSpPr>
        <p:spPr bwMode="auto">
          <a:xfrm>
            <a:off x="257866" y="3036434"/>
            <a:ext cx="1403503" cy="432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tl" rotWithShape="0">
              <a:srgbClr val="336699"/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Control</a:t>
            </a:r>
            <a:r>
              <a:rPr lang="ko-KR" altLang="en-US" sz="1200" dirty="0"/>
              <a:t> </a:t>
            </a:r>
            <a:r>
              <a:rPr lang="en-US" altLang="ko-KR" sz="1200" dirty="0"/>
              <a:t>Bits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1D55FA-5CB6-D99F-CB38-5280BE26B716}"/>
              </a:ext>
            </a:extLst>
          </p:cNvPr>
          <p:cNvSpPr/>
          <p:nvPr/>
        </p:nvSpPr>
        <p:spPr bwMode="auto">
          <a:xfrm>
            <a:off x="257866" y="1866259"/>
            <a:ext cx="1403503" cy="27027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tl" rotWithShape="0">
              <a:srgbClr val="336699"/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Bits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707CA2E-25E0-F45E-FC19-E63AB9B77333}"/>
              </a:ext>
            </a:extLst>
          </p:cNvPr>
          <p:cNvSpPr/>
          <p:nvPr/>
        </p:nvSpPr>
        <p:spPr bwMode="auto">
          <a:xfrm>
            <a:off x="257866" y="2252002"/>
            <a:ext cx="1403503" cy="51977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tl" rotWithShape="0">
              <a:srgbClr val="336699"/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Stage Atten.(dB)</a:t>
            </a:r>
          </a:p>
        </p:txBody>
      </p:sp>
    </p:spTree>
    <p:extLst>
      <p:ext uri="{BB962C8B-B14F-4D97-AF65-F5344CB8AC3E}">
        <p14:creationId xmlns:p14="http://schemas.microsoft.com/office/powerpoint/2010/main" val="2498541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44F1B3AB-7EC3-1E0B-5BF0-DAF3641028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377135"/>
              </p:ext>
            </p:extLst>
          </p:nvPr>
        </p:nvGraphicFramePr>
        <p:xfrm>
          <a:off x="4900752" y="1592394"/>
          <a:ext cx="46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44A29602-0269-CF13-2A69-22A7F82E82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5422844"/>
              </p:ext>
            </p:extLst>
          </p:nvPr>
        </p:nvGraphicFramePr>
        <p:xfrm>
          <a:off x="325248" y="1592394"/>
          <a:ext cx="46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7973EC34-DA37-BB9B-E687-E6808B4DCF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TX Attenuation Accuracy</a:t>
            </a:r>
            <a:endParaRPr lang="ko-KR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BF998887-9352-2411-077B-9A0A68BCC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Check the Range and Step of Gain attenuation with the given Index control of Common and Channel as SG-PM test environment.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612FECD-D2DE-DCC2-AF4B-7D808B167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4961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TX-29 GHz-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r>
              <a:rPr lang="en-US" altLang="ko-KR" sz="1200" dirty="0"/>
              <a:t> / Channel Gain is tested up to ~127 Index, but up to ~33 Index 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B7778D6E-5678-B20A-5AC8-979F7852D3F3}"/>
              </a:ext>
            </a:extLst>
          </p:cNvPr>
          <p:cNvSpPr txBox="1"/>
          <p:nvPr/>
        </p:nvSpPr>
        <p:spPr>
          <a:xfrm>
            <a:off x="3064559" y="2339309"/>
            <a:ext cx="1092248" cy="712530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Max - Min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(16.26 dB)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" panose="020B0500000000000000" pitchFamily="34" charset="-127"/>
              <a:ea typeface="Noto Sans KR" panose="020B0500000000000000" pitchFamily="34" charset="-127"/>
              <a:cs typeface="+mn-cs"/>
            </a:endParaRPr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2FEC11B5-E072-D92D-08F7-7013A7AB607C}"/>
              </a:ext>
            </a:extLst>
          </p:cNvPr>
          <p:cNvSpPr txBox="1"/>
          <p:nvPr/>
        </p:nvSpPr>
        <p:spPr>
          <a:xfrm>
            <a:off x="8019738" y="2339309"/>
            <a:ext cx="1092893" cy="712530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Max - Min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(8.43 dB)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Noto Sans KR" panose="020B0500000000000000" pitchFamily="34" charset="-127"/>
              <a:ea typeface="Noto Sans KR" panose="020B0500000000000000" pitchFamily="34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3535A-589A-0802-499E-BCA1F68F9106}"/>
              </a:ext>
            </a:extLst>
          </p:cNvPr>
          <p:cNvSpPr txBox="1"/>
          <p:nvPr/>
        </p:nvSpPr>
        <p:spPr>
          <a:xfrm>
            <a:off x="4123892" y="3530987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18.22 dB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Idx</a:t>
            </a:r>
            <a:r>
              <a:rPr lang="en-US" altLang="ko-KR" dirty="0">
                <a:solidFill>
                  <a:schemeClr val="tx1"/>
                </a:solidFill>
              </a:rPr>
              <a:t>. 63)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7D0A72B-0615-0065-8A64-FFD56F231540}"/>
              </a:ext>
            </a:extLst>
          </p:cNvPr>
          <p:cNvCxnSpPr/>
          <p:nvPr/>
        </p:nvCxnSpPr>
        <p:spPr>
          <a:xfrm flipH="1" flipV="1">
            <a:off x="1257300" y="2209800"/>
            <a:ext cx="731520" cy="76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B652AA-FFE1-7822-FE5B-D8ED77FD4125}"/>
              </a:ext>
            </a:extLst>
          </p:cNvPr>
          <p:cNvCxnSpPr>
            <a:cxnSpLocks/>
          </p:cNvCxnSpPr>
          <p:nvPr/>
        </p:nvCxnSpPr>
        <p:spPr>
          <a:xfrm>
            <a:off x="4716855" y="3931097"/>
            <a:ext cx="54321" cy="49604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D97F85-1A4B-84D5-8AA4-F3B0B8474750}"/>
              </a:ext>
            </a:extLst>
          </p:cNvPr>
          <p:cNvSpPr txBox="1"/>
          <p:nvPr/>
        </p:nvSpPr>
        <p:spPr>
          <a:xfrm>
            <a:off x="6494681" y="2281414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28.04 dB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Idx</a:t>
            </a:r>
            <a:r>
              <a:rPr lang="en-US" altLang="ko-KR" sz="1000" dirty="0"/>
              <a:t>. 0)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F63D32-BE70-677D-074E-15317EA40333}"/>
              </a:ext>
            </a:extLst>
          </p:cNvPr>
          <p:cNvSpPr txBox="1"/>
          <p:nvPr/>
        </p:nvSpPr>
        <p:spPr>
          <a:xfrm>
            <a:off x="8732311" y="3680421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19.61 dB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Idx</a:t>
            </a:r>
            <a:r>
              <a:rPr lang="en-US" altLang="ko-KR" dirty="0">
                <a:solidFill>
                  <a:schemeClr val="tx1"/>
                </a:solidFill>
              </a:rPr>
              <a:t>. 32)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BE1A93C-CDCD-9228-CE26-FBBA68FCE70A}"/>
              </a:ext>
            </a:extLst>
          </p:cNvPr>
          <p:cNvCxnSpPr/>
          <p:nvPr/>
        </p:nvCxnSpPr>
        <p:spPr>
          <a:xfrm flipH="1" flipV="1">
            <a:off x="5865719" y="2359234"/>
            <a:ext cx="731520" cy="76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84E0AEE-1F21-9F55-D603-D439FE43F690}"/>
              </a:ext>
            </a:extLst>
          </p:cNvPr>
          <p:cNvCxnSpPr>
            <a:cxnSpLocks/>
          </p:cNvCxnSpPr>
          <p:nvPr/>
        </p:nvCxnSpPr>
        <p:spPr>
          <a:xfrm>
            <a:off x="9325274" y="4080531"/>
            <a:ext cx="63170" cy="62727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7A5EB6F-8A2C-0F7B-CD43-8C4EF60CB085}"/>
              </a:ext>
            </a:extLst>
          </p:cNvPr>
          <p:cNvSpPr txBox="1"/>
          <p:nvPr/>
        </p:nvSpPr>
        <p:spPr>
          <a:xfrm>
            <a:off x="959667" y="3686678"/>
            <a:ext cx="2724313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accent2">
                    <a:lumMod val="50000"/>
                  </a:schemeClr>
                </a:solidFill>
              </a:rPr>
              <a:t>**Not Uniform Gain Reduction</a:t>
            </a:r>
          </a:p>
          <a:p>
            <a:pPr algn="ctr"/>
            <a:r>
              <a:rPr lang="en-US" altLang="ko-KR" sz="1300" dirty="0">
                <a:solidFill>
                  <a:schemeClr val="accent2">
                    <a:lumMod val="50000"/>
                  </a:schemeClr>
                </a:solidFill>
              </a:rPr>
              <a:t>(Reduced like stair shape)</a:t>
            </a:r>
            <a:endParaRPr lang="ko-KR" alt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784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FF00-3443-E742-5116-0027B8AEB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32BC1ED3-D9F0-9CBE-6D10-535F7B267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909850"/>
              </p:ext>
            </p:extLst>
          </p:nvPr>
        </p:nvGraphicFramePr>
        <p:xfrm>
          <a:off x="4900752" y="1592394"/>
          <a:ext cx="46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2F9DF967-E88C-5D16-E234-DB1A38573B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0975362"/>
              </p:ext>
            </p:extLst>
          </p:nvPr>
        </p:nvGraphicFramePr>
        <p:xfrm>
          <a:off x="325248" y="1592394"/>
          <a:ext cx="46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C48B1134-37A3-FD66-5038-DC9E1675F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TX Attenuation Accuracy (1 dB Step)</a:t>
            </a:r>
            <a:endParaRPr lang="ko-KR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EE625BC-83EC-7C14-B19A-0A1836976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Check the Range and Step of Gain attenuation with the given Index control of Common and Channel as SG-PM test environment. 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F8F9918-8DE1-7DBF-173E-1BC649A3C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4961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TX-29 GHz-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r>
              <a:rPr lang="en-US" altLang="ko-KR" sz="1200" dirty="0"/>
              <a:t> / Channel Gain is tested up to ~127 Index, but up to ~33 Index / Except </a:t>
            </a:r>
            <a:r>
              <a:rPr lang="sv-SE" altLang="ko-KR" sz="1200" dirty="0"/>
              <a:t>0.25, 0.5 dB Attn. bit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2E5F23BC-A5CB-6597-3F05-A4BF5712350A}"/>
              </a:ext>
            </a:extLst>
          </p:cNvPr>
          <p:cNvSpPr txBox="1"/>
          <p:nvPr/>
        </p:nvSpPr>
        <p:spPr>
          <a:xfrm>
            <a:off x="3064559" y="2339309"/>
            <a:ext cx="1092248" cy="712530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Max - Min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(16.26 dB)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" panose="020B0500000000000000" pitchFamily="34" charset="-127"/>
              <a:ea typeface="Noto Sans KR" panose="020B0500000000000000" pitchFamily="34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EE431D-9BFD-191D-24BD-7A4BE6A0E3C5}"/>
              </a:ext>
            </a:extLst>
          </p:cNvPr>
          <p:cNvSpPr txBox="1"/>
          <p:nvPr/>
        </p:nvSpPr>
        <p:spPr>
          <a:xfrm>
            <a:off x="1886262" y="2131980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34.48 dB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Idx</a:t>
            </a:r>
            <a:r>
              <a:rPr lang="en-US" altLang="ko-KR" sz="1000" dirty="0"/>
              <a:t>. 0)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CD4239-CDF6-D502-9841-56227AF8ADE1}"/>
              </a:ext>
            </a:extLst>
          </p:cNvPr>
          <p:cNvSpPr txBox="1"/>
          <p:nvPr/>
        </p:nvSpPr>
        <p:spPr>
          <a:xfrm>
            <a:off x="4123892" y="3530987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18.22 dB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Idx</a:t>
            </a:r>
            <a:r>
              <a:rPr lang="en-US" altLang="ko-KR" dirty="0">
                <a:solidFill>
                  <a:schemeClr val="tx1"/>
                </a:solidFill>
              </a:rPr>
              <a:t>. 63)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EE663BB-2179-8C82-148C-9E9DCB5B5132}"/>
              </a:ext>
            </a:extLst>
          </p:cNvPr>
          <p:cNvCxnSpPr>
            <a:cxnSpLocks/>
          </p:cNvCxnSpPr>
          <p:nvPr/>
        </p:nvCxnSpPr>
        <p:spPr>
          <a:xfrm flipH="1">
            <a:off x="1376127" y="2217420"/>
            <a:ext cx="612693" cy="67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EFD280D-55F8-65FC-9B54-346FE6781830}"/>
              </a:ext>
            </a:extLst>
          </p:cNvPr>
          <p:cNvCxnSpPr>
            <a:cxnSpLocks/>
          </p:cNvCxnSpPr>
          <p:nvPr/>
        </p:nvCxnSpPr>
        <p:spPr>
          <a:xfrm>
            <a:off x="4716855" y="3931097"/>
            <a:ext cx="36214" cy="44172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18">
            <a:extLst>
              <a:ext uri="{FF2B5EF4-FFF2-40B4-BE49-F238E27FC236}">
                <a16:creationId xmlns:a16="http://schemas.microsoft.com/office/drawing/2014/main" id="{9868AB04-2661-F6B0-A0B6-AED482713875}"/>
              </a:ext>
            </a:extLst>
          </p:cNvPr>
          <p:cNvSpPr txBox="1"/>
          <p:nvPr/>
        </p:nvSpPr>
        <p:spPr>
          <a:xfrm>
            <a:off x="8019738" y="2339309"/>
            <a:ext cx="1092893" cy="712530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Max - Min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(8.43 dB)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Noto Sans KR" panose="020B0500000000000000" pitchFamily="34" charset="-127"/>
              <a:ea typeface="Noto Sans KR" panose="020B0500000000000000" pitchFamily="34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A1521C-3EDC-6BE9-352B-92B96DBB5168}"/>
              </a:ext>
            </a:extLst>
          </p:cNvPr>
          <p:cNvSpPr txBox="1"/>
          <p:nvPr/>
        </p:nvSpPr>
        <p:spPr>
          <a:xfrm>
            <a:off x="6494681" y="2281414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28.04 dB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Idx</a:t>
            </a:r>
            <a:r>
              <a:rPr lang="en-US" altLang="ko-KR" sz="1000" dirty="0"/>
              <a:t>. 0)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259AF1-DF00-1452-18C1-0FB647EBF03B}"/>
              </a:ext>
            </a:extLst>
          </p:cNvPr>
          <p:cNvSpPr txBox="1"/>
          <p:nvPr/>
        </p:nvSpPr>
        <p:spPr>
          <a:xfrm>
            <a:off x="8732311" y="3680421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19.61 dB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Idx</a:t>
            </a:r>
            <a:r>
              <a:rPr lang="en-US" altLang="ko-KR" dirty="0">
                <a:solidFill>
                  <a:schemeClr val="tx1"/>
                </a:solidFill>
              </a:rPr>
              <a:t>. 32)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D36399D-0AC4-E056-50B3-AB2093A8BE89}"/>
              </a:ext>
            </a:extLst>
          </p:cNvPr>
          <p:cNvCxnSpPr>
            <a:cxnSpLocks/>
          </p:cNvCxnSpPr>
          <p:nvPr/>
        </p:nvCxnSpPr>
        <p:spPr>
          <a:xfrm flipH="1">
            <a:off x="6029608" y="2366854"/>
            <a:ext cx="567631" cy="1420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53575AD-FC50-2A5F-446D-DF6F3B424C28}"/>
              </a:ext>
            </a:extLst>
          </p:cNvPr>
          <p:cNvCxnSpPr>
            <a:cxnSpLocks/>
          </p:cNvCxnSpPr>
          <p:nvPr/>
        </p:nvCxnSpPr>
        <p:spPr>
          <a:xfrm flipH="1">
            <a:off x="9252642" y="4080531"/>
            <a:ext cx="72632" cy="62727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273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AB916941-F89E-AF1A-7D2C-3D9CEEFC93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4520765"/>
              </p:ext>
            </p:extLst>
          </p:nvPr>
        </p:nvGraphicFramePr>
        <p:xfrm>
          <a:off x="325248" y="1592394"/>
          <a:ext cx="46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E5CFA77E-A767-D77A-D08F-9D28920253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8600230"/>
              </p:ext>
            </p:extLst>
          </p:nvPr>
        </p:nvGraphicFramePr>
        <p:xfrm>
          <a:off x="4900752" y="1592394"/>
          <a:ext cx="46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74CD4A9C-2B10-2910-CD7D-35390E146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RX Attenuation Accuracy</a:t>
            </a:r>
            <a:endParaRPr lang="ko-KR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0837A9D-A228-4110-DAE2-D0F88A72F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Check the Range and Step of Gain attenuation with the given Index control of Common and Channel as SG-PM test environment.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CA68FFE5-5AA8-CDA8-A088-3B5BA5050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4961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200" dirty="0"/>
              <a:t>RX-29 GHz-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r>
              <a:rPr lang="en-US" altLang="ko-KR" sz="1200" dirty="0"/>
              <a:t> / Channel Gain is tested up to ~127 Index, but up to ~33 Index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3707B84F-0578-3A9C-190C-009A67F6E35E}"/>
              </a:ext>
            </a:extLst>
          </p:cNvPr>
          <p:cNvSpPr txBox="1"/>
          <p:nvPr/>
        </p:nvSpPr>
        <p:spPr>
          <a:xfrm>
            <a:off x="3064559" y="2339309"/>
            <a:ext cx="1092248" cy="712530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Max - Min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(16.86 dB)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" panose="020B0500000000000000" pitchFamily="34" charset="-127"/>
              <a:ea typeface="Noto Sans KR" panose="020B0500000000000000" pitchFamily="34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9AC9-16FC-4A86-0053-6DA81AA5CADD}"/>
              </a:ext>
            </a:extLst>
          </p:cNvPr>
          <p:cNvSpPr txBox="1"/>
          <p:nvPr/>
        </p:nvSpPr>
        <p:spPr>
          <a:xfrm>
            <a:off x="1886262" y="2131980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41.48 dB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Idx</a:t>
            </a:r>
            <a:r>
              <a:rPr lang="en-US" altLang="ko-KR" sz="1000" dirty="0"/>
              <a:t>. 0)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B9AD9-EE32-4E73-5057-20034ADA33CF}"/>
              </a:ext>
            </a:extLst>
          </p:cNvPr>
          <p:cNvSpPr txBox="1"/>
          <p:nvPr/>
        </p:nvSpPr>
        <p:spPr>
          <a:xfrm>
            <a:off x="4123892" y="3530987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24.62 dB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Idx</a:t>
            </a:r>
            <a:r>
              <a:rPr lang="en-US" altLang="ko-KR" dirty="0">
                <a:solidFill>
                  <a:schemeClr val="tx1"/>
                </a:solidFill>
              </a:rPr>
              <a:t>. 63)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E4F7C5E-F22F-7484-9613-D6573E4BCAF2}"/>
              </a:ext>
            </a:extLst>
          </p:cNvPr>
          <p:cNvCxnSpPr>
            <a:cxnSpLocks/>
          </p:cNvCxnSpPr>
          <p:nvPr/>
        </p:nvCxnSpPr>
        <p:spPr>
          <a:xfrm flipH="1">
            <a:off x="1257300" y="2217420"/>
            <a:ext cx="731520" cy="30670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AED5FE8-09DF-4FAE-3E3E-99B2BA9AF299}"/>
              </a:ext>
            </a:extLst>
          </p:cNvPr>
          <p:cNvCxnSpPr>
            <a:cxnSpLocks/>
          </p:cNvCxnSpPr>
          <p:nvPr/>
        </p:nvCxnSpPr>
        <p:spPr>
          <a:xfrm>
            <a:off x="4716855" y="3931097"/>
            <a:ext cx="74220" cy="41230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8">
            <a:extLst>
              <a:ext uri="{FF2B5EF4-FFF2-40B4-BE49-F238E27FC236}">
                <a16:creationId xmlns:a16="http://schemas.microsoft.com/office/drawing/2014/main" id="{AA2C765C-28E3-48A7-7C54-9C1472F8D3FA}"/>
              </a:ext>
            </a:extLst>
          </p:cNvPr>
          <p:cNvSpPr txBox="1"/>
          <p:nvPr/>
        </p:nvSpPr>
        <p:spPr>
          <a:xfrm>
            <a:off x="8019738" y="2471666"/>
            <a:ext cx="1092893" cy="712530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Max - Min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(8.01 dB)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Noto Sans KR" panose="020B0500000000000000" pitchFamily="34" charset="-127"/>
              <a:ea typeface="Noto Sans KR" panose="020B0500000000000000" pitchFamily="34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C804C-94AB-F2A4-36D7-B6BE0B0D0DB3}"/>
              </a:ext>
            </a:extLst>
          </p:cNvPr>
          <p:cNvSpPr txBox="1"/>
          <p:nvPr/>
        </p:nvSpPr>
        <p:spPr>
          <a:xfrm>
            <a:off x="6494681" y="2281414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35.06 dB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Idx</a:t>
            </a:r>
            <a:r>
              <a:rPr lang="en-US" altLang="ko-KR" sz="1000" dirty="0"/>
              <a:t>. 0)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D786D-A0AA-E992-37AC-7FFED571C328}"/>
              </a:ext>
            </a:extLst>
          </p:cNvPr>
          <p:cNvSpPr txBox="1"/>
          <p:nvPr/>
        </p:nvSpPr>
        <p:spPr>
          <a:xfrm>
            <a:off x="8732311" y="3680421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27.05 dB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Idx</a:t>
            </a:r>
            <a:r>
              <a:rPr lang="en-US" altLang="ko-KR" dirty="0">
                <a:solidFill>
                  <a:schemeClr val="tx1"/>
                </a:solidFill>
              </a:rPr>
              <a:t>. 32)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C500871-2F60-A64E-D15B-4CCC29977BE0}"/>
              </a:ext>
            </a:extLst>
          </p:cNvPr>
          <p:cNvCxnSpPr>
            <a:cxnSpLocks/>
          </p:cNvCxnSpPr>
          <p:nvPr/>
        </p:nvCxnSpPr>
        <p:spPr>
          <a:xfrm flipH="1">
            <a:off x="5893806" y="2366854"/>
            <a:ext cx="703433" cy="51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F209780-9DDC-C42A-D0A7-BA6F0DF5A6C7}"/>
              </a:ext>
            </a:extLst>
          </p:cNvPr>
          <p:cNvCxnSpPr>
            <a:cxnSpLocks/>
          </p:cNvCxnSpPr>
          <p:nvPr/>
        </p:nvCxnSpPr>
        <p:spPr>
          <a:xfrm>
            <a:off x="9325274" y="4080531"/>
            <a:ext cx="36009" cy="29229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44ECE0-1400-F289-A04A-B9377FC6BB0D}"/>
              </a:ext>
            </a:extLst>
          </p:cNvPr>
          <p:cNvSpPr txBox="1"/>
          <p:nvPr/>
        </p:nvSpPr>
        <p:spPr>
          <a:xfrm>
            <a:off x="959667" y="3880476"/>
            <a:ext cx="2724313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accent2">
                    <a:lumMod val="50000"/>
                  </a:schemeClr>
                </a:solidFill>
              </a:rPr>
              <a:t>**Not Uniform Gain Reduction</a:t>
            </a:r>
          </a:p>
          <a:p>
            <a:pPr algn="ctr"/>
            <a:r>
              <a:rPr lang="en-US" altLang="ko-KR" sz="1300" dirty="0">
                <a:solidFill>
                  <a:schemeClr val="accent2">
                    <a:lumMod val="50000"/>
                  </a:schemeClr>
                </a:solidFill>
              </a:rPr>
              <a:t>(Reduced like stair shape)</a:t>
            </a:r>
            <a:endParaRPr lang="ko-KR" alt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846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A57EC-AD4D-2583-66C2-CCA9E154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차트 32">
            <a:extLst>
              <a:ext uri="{FF2B5EF4-FFF2-40B4-BE49-F238E27FC236}">
                <a16:creationId xmlns:a16="http://schemas.microsoft.com/office/drawing/2014/main" id="{3D68228B-1136-EEAD-5CB1-94468A1515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0255127"/>
              </p:ext>
            </p:extLst>
          </p:nvPr>
        </p:nvGraphicFramePr>
        <p:xfrm>
          <a:off x="325248" y="1594060"/>
          <a:ext cx="46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차트 33">
            <a:extLst>
              <a:ext uri="{FF2B5EF4-FFF2-40B4-BE49-F238E27FC236}">
                <a16:creationId xmlns:a16="http://schemas.microsoft.com/office/drawing/2014/main" id="{248D3DC9-9D81-0119-F876-8EC1709C86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8268326"/>
              </p:ext>
            </p:extLst>
          </p:nvPr>
        </p:nvGraphicFramePr>
        <p:xfrm>
          <a:off x="4900752" y="1592394"/>
          <a:ext cx="468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15">
            <a:extLst>
              <a:ext uri="{FF2B5EF4-FFF2-40B4-BE49-F238E27FC236}">
                <a16:creationId xmlns:a16="http://schemas.microsoft.com/office/drawing/2014/main" id="{CB7C66A5-4AA0-5967-4A60-AD6FA0D8BF93}"/>
              </a:ext>
            </a:extLst>
          </p:cNvPr>
          <p:cNvSpPr txBox="1"/>
          <p:nvPr/>
        </p:nvSpPr>
        <p:spPr>
          <a:xfrm>
            <a:off x="3064559" y="2339309"/>
            <a:ext cx="1092248" cy="712530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Max - Min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(16.86 dB)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" panose="020B0500000000000000" pitchFamily="34" charset="-127"/>
              <a:ea typeface="Noto Sans KR" panose="020B0500000000000000" pitchFamily="34" charset="-127"/>
              <a:cs typeface="+mn-cs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D1470B-004A-F00E-A678-1E042AE75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RX Attenuation Accuracy (1 dB Step)</a:t>
            </a:r>
            <a:endParaRPr lang="ko-KR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3AEB2A0-11B7-FD20-22C8-1970E780A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Check the Range and Step of Gain attenuation with the given Index control of Common and Channel as SG-PM test environment.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07B667BC-9B82-A89E-F9A5-840BB51DF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4961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200" dirty="0"/>
              <a:t>RX-29 GHz-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r>
              <a:rPr lang="en-US" altLang="ko-KR" sz="1200" dirty="0"/>
              <a:t> / Channel Gain is tested up to ~127 Index, but up to ~33 Index / Except </a:t>
            </a:r>
            <a:r>
              <a:rPr lang="sv-SE" altLang="ko-KR" sz="1200" dirty="0"/>
              <a:t>0.25, 0.5 dB Attn. bit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30FE445F-2BD4-CF0F-F8C2-D0BFA44D8388}"/>
              </a:ext>
            </a:extLst>
          </p:cNvPr>
          <p:cNvSpPr txBox="1"/>
          <p:nvPr/>
        </p:nvSpPr>
        <p:spPr>
          <a:xfrm>
            <a:off x="8019738" y="2471666"/>
            <a:ext cx="1092893" cy="712530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Max - Min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rPr>
              <a:t>(8.01 dB)</a:t>
            </a:r>
            <a:endParaRPr kumimoji="0" lang="ko-KR" altLang="en-US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Noto Sans KR" panose="020B0500000000000000" pitchFamily="34" charset="-127"/>
              <a:ea typeface="Noto Sans KR" panose="020B0500000000000000" pitchFamily="34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F2273-A0EA-AF44-BD74-F91418605B1C}"/>
              </a:ext>
            </a:extLst>
          </p:cNvPr>
          <p:cNvSpPr txBox="1"/>
          <p:nvPr/>
        </p:nvSpPr>
        <p:spPr>
          <a:xfrm>
            <a:off x="6494681" y="2281414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35.06 dB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Idx</a:t>
            </a:r>
            <a:r>
              <a:rPr lang="en-US" altLang="ko-KR" sz="1000" dirty="0"/>
              <a:t>. 0)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945A0-A927-770E-7275-F4E869204D2D}"/>
              </a:ext>
            </a:extLst>
          </p:cNvPr>
          <p:cNvSpPr txBox="1"/>
          <p:nvPr/>
        </p:nvSpPr>
        <p:spPr>
          <a:xfrm>
            <a:off x="8732311" y="3680421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27.05 dB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Idx</a:t>
            </a:r>
            <a:r>
              <a:rPr lang="en-US" altLang="ko-KR" dirty="0">
                <a:solidFill>
                  <a:schemeClr val="tx1"/>
                </a:solidFill>
              </a:rPr>
              <a:t>. 32)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3DCEBB3-28D5-C3F7-8C5C-FC201C84CC6D}"/>
              </a:ext>
            </a:extLst>
          </p:cNvPr>
          <p:cNvCxnSpPr>
            <a:cxnSpLocks/>
          </p:cNvCxnSpPr>
          <p:nvPr/>
        </p:nvCxnSpPr>
        <p:spPr>
          <a:xfrm flipH="1">
            <a:off x="6048375" y="2366854"/>
            <a:ext cx="548864" cy="487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2759DEB-371A-5436-1821-D4FD3429E051}"/>
              </a:ext>
            </a:extLst>
          </p:cNvPr>
          <p:cNvCxnSpPr>
            <a:cxnSpLocks/>
          </p:cNvCxnSpPr>
          <p:nvPr/>
        </p:nvCxnSpPr>
        <p:spPr>
          <a:xfrm flipH="1">
            <a:off x="9277350" y="4080531"/>
            <a:ext cx="47924" cy="32001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0ACDA0-66EC-09C8-4F2A-73C3940E4892}"/>
              </a:ext>
            </a:extLst>
          </p:cNvPr>
          <p:cNvSpPr txBox="1"/>
          <p:nvPr/>
        </p:nvSpPr>
        <p:spPr>
          <a:xfrm>
            <a:off x="1886262" y="2131980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41.48 dB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Idx</a:t>
            </a:r>
            <a:r>
              <a:rPr lang="en-US" altLang="ko-KR" sz="1000" dirty="0"/>
              <a:t>. 0)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121DAA-E520-CDFF-034E-BE054D4D657A}"/>
              </a:ext>
            </a:extLst>
          </p:cNvPr>
          <p:cNvSpPr txBox="1"/>
          <p:nvPr/>
        </p:nvSpPr>
        <p:spPr>
          <a:xfrm>
            <a:off x="4123892" y="3530987"/>
            <a:ext cx="78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24.62 dB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Idx</a:t>
            </a:r>
            <a:r>
              <a:rPr lang="en-US" altLang="ko-KR" dirty="0">
                <a:solidFill>
                  <a:schemeClr val="tx1"/>
                </a:solidFill>
              </a:rPr>
              <a:t>. 63)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5564A9B-46F9-7302-547D-3AA7DBC0E41E}"/>
              </a:ext>
            </a:extLst>
          </p:cNvPr>
          <p:cNvCxnSpPr>
            <a:cxnSpLocks/>
          </p:cNvCxnSpPr>
          <p:nvPr/>
        </p:nvCxnSpPr>
        <p:spPr>
          <a:xfrm flipH="1">
            <a:off x="1249378" y="2217420"/>
            <a:ext cx="739442" cy="27228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D861A27-A780-D473-E13F-607C6656B8E0}"/>
              </a:ext>
            </a:extLst>
          </p:cNvPr>
          <p:cNvCxnSpPr>
            <a:cxnSpLocks/>
          </p:cNvCxnSpPr>
          <p:nvPr/>
        </p:nvCxnSpPr>
        <p:spPr>
          <a:xfrm>
            <a:off x="4716855" y="3931097"/>
            <a:ext cx="63375" cy="40551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880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8F1C-CD9A-E8E9-5DBD-E1A01BE8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23C9A83-9947-1CDA-B149-D1BAEAF6C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Channel Gain Alignment (TX)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A4817F3-FCCB-9F10-60A6-761222B3C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Using a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VNA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verify the gain alignment accuracy for each channel of 8 channels/1 beam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CB76E6E-7DCF-847F-160F-96022303A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8336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Fc: 28 GHz, Typical Gain (Common </a:t>
            </a:r>
            <a:r>
              <a:rPr lang="en-US" altLang="ko-KR" sz="12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atten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index : 28, Channel </a:t>
            </a:r>
            <a:r>
              <a:rPr lang="en-US" altLang="ko-KR" sz="12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atten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index : 0), All channel enable (</a:t>
            </a:r>
            <a:r>
              <a:rPr lang="en-US" altLang="ko-KR" sz="12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H0:3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2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V0:3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), 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FEE10A9-B87F-4DEA-5AB9-2BE3849DFADC}"/>
              </a:ext>
            </a:extLst>
          </p:cNvPr>
          <p:cNvCxnSpPr>
            <a:cxnSpLocks/>
          </p:cNvCxnSpPr>
          <p:nvPr/>
        </p:nvCxnSpPr>
        <p:spPr>
          <a:xfrm>
            <a:off x="4354339" y="2286167"/>
            <a:ext cx="4622257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F7D268D-C37B-6549-E26D-AC15C9856D1C}"/>
              </a:ext>
            </a:extLst>
          </p:cNvPr>
          <p:cNvCxnSpPr>
            <a:cxnSpLocks/>
          </p:cNvCxnSpPr>
          <p:nvPr/>
        </p:nvCxnSpPr>
        <p:spPr>
          <a:xfrm>
            <a:off x="9052198" y="2332376"/>
            <a:ext cx="0" cy="155156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D3B9A50-B18D-9602-20C4-2828BDED7B15}"/>
              </a:ext>
            </a:extLst>
          </p:cNvPr>
          <p:cNvSpPr txBox="1"/>
          <p:nvPr/>
        </p:nvSpPr>
        <p:spPr>
          <a:xfrm>
            <a:off x="8500307" y="2405768"/>
            <a:ext cx="64435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accent2">
                    <a:lumMod val="50000"/>
                  </a:schemeClr>
                </a:solidFill>
              </a:rPr>
              <a:t>≑</a:t>
            </a:r>
            <a:r>
              <a:rPr lang="en-US" altLang="ko-KR" sz="1000" dirty="0">
                <a:solidFill>
                  <a:schemeClr val="accent2">
                    <a:lumMod val="50000"/>
                  </a:schemeClr>
                </a:solidFill>
              </a:rPr>
              <a:t> 5 dB</a:t>
            </a:r>
            <a:endParaRPr lang="ko-KR" altLang="en-US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4F1E3F-F9B3-078B-7146-3200C72AFC66}"/>
              </a:ext>
            </a:extLst>
          </p:cNvPr>
          <p:cNvSpPr txBox="1"/>
          <p:nvPr/>
        </p:nvSpPr>
        <p:spPr>
          <a:xfrm>
            <a:off x="6592714" y="2067637"/>
            <a:ext cx="248286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accent2">
                    <a:lumMod val="50000"/>
                  </a:schemeClr>
                </a:solidFill>
              </a:rPr>
              <a:t>Need to calibration for each channel</a:t>
            </a:r>
            <a:endParaRPr lang="ko-KR" altLang="en-US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819204DA-BD88-497F-B430-E74444C0E9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4754658"/>
              </p:ext>
            </p:extLst>
          </p:nvPr>
        </p:nvGraphicFramePr>
        <p:xfrm>
          <a:off x="633000" y="1623206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423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A3EA-28B8-7B92-D3DB-F422FC81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E36E1B2-2FAF-7F75-DBB9-5069EEBA1C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5658" y="3071682"/>
            <a:ext cx="4837351" cy="2794963"/>
          </a:xfrm>
        </p:spPr>
        <p:txBody>
          <a:bodyPr/>
          <a:lstStyle/>
          <a:p>
            <a:pPr fontAlgn="t"/>
            <a:r>
              <a:rPr lang="en-US" altLang="ko-KR" sz="1400" dirty="0">
                <a:latin typeface="+mn-lt"/>
              </a:rPr>
              <a:t>Pin Sweep vs Pout Linearity (</a:t>
            </a:r>
            <a:r>
              <a:rPr lang="en-US" altLang="ko-KR" sz="1400" dirty="0" err="1">
                <a:latin typeface="+mn-lt"/>
              </a:rPr>
              <a:t>OP1dB</a:t>
            </a:r>
            <a:r>
              <a:rPr lang="en-US" altLang="ko-KR" sz="1400" dirty="0">
                <a:latin typeface="+mn-lt"/>
              </a:rPr>
              <a:t>)</a:t>
            </a:r>
          </a:p>
          <a:p>
            <a:pPr lvl="1" fontAlgn="t"/>
            <a:r>
              <a:rPr lang="en-US" altLang="ko-KR" sz="1400" dirty="0">
                <a:solidFill>
                  <a:srgbClr val="0070C0"/>
                </a:solidFill>
              </a:rPr>
              <a:t>Single channel</a:t>
            </a:r>
          </a:p>
          <a:p>
            <a:pPr lvl="1" fontAlgn="t"/>
            <a:r>
              <a:rPr lang="en-US" altLang="ko-KR" sz="1400" dirty="0">
                <a:solidFill>
                  <a:srgbClr val="0070C0"/>
                </a:solidFill>
              </a:rPr>
              <a:t>8 Channels / 2 Beam</a:t>
            </a:r>
            <a:endParaRPr lang="ko-KR" altLang="ko-KR" sz="1400" dirty="0">
              <a:solidFill>
                <a:srgbClr val="0070C0"/>
              </a:solidFill>
            </a:endParaRPr>
          </a:p>
          <a:p>
            <a:pPr fontAlgn="t"/>
            <a:r>
              <a:rPr lang="en-US" altLang="ko-KR" sz="1400" dirty="0">
                <a:latin typeface="+mn-lt"/>
              </a:rPr>
              <a:t>Isolation (&gt; 25 dB)</a:t>
            </a:r>
            <a:endParaRPr lang="ko-KR" altLang="ko-KR" sz="1400" dirty="0">
              <a:latin typeface="+mn-lt"/>
            </a:endParaRPr>
          </a:p>
          <a:p>
            <a:pPr fontAlgn="t"/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+mn-lt"/>
              </a:rPr>
              <a:t>EVM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 Bathtub Curve (Pin Sweep vs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+mn-lt"/>
              </a:rPr>
              <a:t>EVM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)</a:t>
            </a:r>
            <a:endParaRPr lang="ko-KR" altLang="ko-KR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  <a:p>
            <a:pPr marL="0" indent="0">
              <a:buNone/>
            </a:pPr>
            <a:endParaRPr lang="ko-KR" altLang="en-US" sz="1400" dirty="0">
              <a:latin typeface="+mn-lt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EC045E2E-B0BA-210B-E617-09A984900B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TX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320698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B0D62BD-673E-8067-4839-FF30234484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TX Pin Sweep vs Pout Linearity (Single Channel)</a:t>
            </a:r>
            <a:endParaRPr lang="ko-KR" altLang="en-US" dirty="0"/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1C1B5D2-C7B8-442B-9AC5-C442FBCF97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652885"/>
              </p:ext>
            </p:extLst>
          </p:nvPr>
        </p:nvGraphicFramePr>
        <p:xfrm>
          <a:off x="633000" y="1480196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DB392E36-4B5B-FEF0-62E7-1F5D79151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>
                <a:latin typeface="Noto Sans KR" panose="020B0500000000000000" pitchFamily="34" charset="-127"/>
                <a:ea typeface="Noto Sans KR" panose="020B0500000000000000" pitchFamily="34" charset="-127"/>
              </a:rPr>
              <a:t>Using a SG-SA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verify the power saturation,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OP1dB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Pdc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49A1721-DD34-3960-1E96-5FF18D9F9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8336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TX-29 GHz-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1ABCF4B-7F94-02FE-1A26-47D435D49B9D}"/>
              </a:ext>
            </a:extLst>
          </p:cNvPr>
          <p:cNvGrpSpPr/>
          <p:nvPr/>
        </p:nvGrpSpPr>
        <p:grpSpPr>
          <a:xfrm>
            <a:off x="5827494" y="1556366"/>
            <a:ext cx="789867" cy="3577609"/>
            <a:chOff x="5827494" y="1556366"/>
            <a:chExt cx="789867" cy="3577609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77B327C-7021-092F-DB83-8F9CDE7BAAE5}"/>
                </a:ext>
              </a:extLst>
            </p:cNvPr>
            <p:cNvCxnSpPr>
              <a:cxnSpLocks/>
            </p:cNvCxnSpPr>
            <p:nvPr/>
          </p:nvCxnSpPr>
          <p:spPr>
            <a:xfrm>
              <a:off x="6222427" y="1914525"/>
              <a:ext cx="0" cy="321945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3507FD92-39EC-9A3C-2F15-A9F21AD4AE34}"/>
                </a:ext>
              </a:extLst>
            </p:cNvPr>
            <p:cNvSpPr/>
            <p:nvPr/>
          </p:nvSpPr>
          <p:spPr>
            <a:xfrm rot="10800000">
              <a:off x="6136702" y="1790331"/>
              <a:ext cx="171450" cy="1478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B83C74-734A-0D31-DD53-C2E8218563FC}"/>
                </a:ext>
              </a:extLst>
            </p:cNvPr>
            <p:cNvSpPr txBox="1"/>
            <p:nvPr/>
          </p:nvSpPr>
          <p:spPr>
            <a:xfrm>
              <a:off x="5827494" y="1556366"/>
              <a:ext cx="7898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/>
                <a:t>OP1dB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5262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6780-57AA-A1CE-42D0-9F1B23B7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71925F1-4B7A-69C4-E5A1-FDB03C146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TX Pin Sweep vs Pout Linearity (8 Channels / 2 Beam)</a:t>
            </a:r>
            <a:endParaRPr lang="ko-KR" alt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03E5B71-1692-B958-9FDB-2C5CEB9C2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>
                <a:latin typeface="Noto Sans KR" panose="020B0500000000000000" pitchFamily="34" charset="-127"/>
                <a:ea typeface="Noto Sans KR" panose="020B0500000000000000" pitchFamily="34" charset="-127"/>
              </a:rPr>
              <a:t>Using a SG-SA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verify the power saturation,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OP1dB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Pdc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4A640CE-77B1-8DD0-5531-3FCF7919F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8336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TX-29 GHz-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B7880A56-5475-4177-BB2B-6C3D085C14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3777375"/>
              </p:ext>
            </p:extLst>
          </p:nvPr>
        </p:nvGraphicFramePr>
        <p:xfrm>
          <a:off x="633000" y="1480196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3B456383-EA97-4A6B-CAC9-DA49CA497114}"/>
              </a:ext>
            </a:extLst>
          </p:cNvPr>
          <p:cNvGrpSpPr/>
          <p:nvPr/>
        </p:nvGrpSpPr>
        <p:grpSpPr>
          <a:xfrm>
            <a:off x="6859590" y="1556366"/>
            <a:ext cx="789867" cy="3586002"/>
            <a:chOff x="5827494" y="1556366"/>
            <a:chExt cx="789867" cy="3586002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DE020FB-AC8A-D396-6733-0924B3D985A3}"/>
                </a:ext>
              </a:extLst>
            </p:cNvPr>
            <p:cNvCxnSpPr>
              <a:cxnSpLocks/>
            </p:cNvCxnSpPr>
            <p:nvPr/>
          </p:nvCxnSpPr>
          <p:spPr>
            <a:xfrm>
              <a:off x="6222427" y="1914525"/>
              <a:ext cx="0" cy="32278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AD813D7A-5514-29FF-BFF1-803FE1CECED0}"/>
                </a:ext>
              </a:extLst>
            </p:cNvPr>
            <p:cNvSpPr/>
            <p:nvPr/>
          </p:nvSpPr>
          <p:spPr>
            <a:xfrm rot="10800000">
              <a:off x="6136702" y="1790331"/>
              <a:ext cx="171450" cy="1478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BBF5-AE67-F677-851D-C87FFCB70AA3}"/>
                </a:ext>
              </a:extLst>
            </p:cNvPr>
            <p:cNvSpPr txBox="1"/>
            <p:nvPr/>
          </p:nvSpPr>
          <p:spPr>
            <a:xfrm>
              <a:off x="5827494" y="1556366"/>
              <a:ext cx="7898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/>
                <a:t>OP1dB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55411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CEA0359-82E8-401B-9AC2-4A95F63C2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rmAutofit/>
          </a:bodyPr>
          <a:lstStyle/>
          <a:p>
            <a:r>
              <a:rPr lang="en-US" altLang="ko-KR" dirty="0"/>
              <a:t>Isolation (&gt; 25 dB) </a:t>
            </a:r>
            <a:endParaRPr lang="ko-KR" alt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2CC0FDE-392A-5FCF-9536-DA68E7F84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Using a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VNA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verify the isolation of channel between H and V, as well as the dual stream between channels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551B0E1-BB49-DE57-49A7-77DAA2619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8336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Typical Gain (Common </a:t>
            </a:r>
            <a:r>
              <a:rPr lang="en-US" altLang="ko-KR" sz="12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atten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index : 28, Channel </a:t>
            </a:r>
            <a:r>
              <a:rPr lang="en-US" altLang="ko-KR" sz="12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atten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index : 0)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7B91D10-5E49-DDD4-4B46-5DEC65636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13324"/>
              </p:ext>
            </p:extLst>
          </p:nvPr>
        </p:nvGraphicFramePr>
        <p:xfrm>
          <a:off x="379305" y="5306432"/>
          <a:ext cx="8893697" cy="669981"/>
        </p:xfrm>
        <a:graphic>
          <a:graphicData uri="http://schemas.openxmlformats.org/drawingml/2006/table">
            <a:tbl>
              <a:tblPr/>
              <a:tblGrid>
                <a:gridCol w="2686306">
                  <a:extLst>
                    <a:ext uri="{9D8B030D-6E8A-4147-A177-3AD203B41FA5}">
                      <a16:colId xmlns:a16="http://schemas.microsoft.com/office/drawing/2014/main" val="1146550631"/>
                    </a:ext>
                  </a:extLst>
                </a:gridCol>
                <a:gridCol w="869440">
                  <a:extLst>
                    <a:ext uri="{9D8B030D-6E8A-4147-A177-3AD203B41FA5}">
                      <a16:colId xmlns:a16="http://schemas.microsoft.com/office/drawing/2014/main" val="3832766971"/>
                    </a:ext>
                  </a:extLst>
                </a:gridCol>
                <a:gridCol w="1779317">
                  <a:extLst>
                    <a:ext uri="{9D8B030D-6E8A-4147-A177-3AD203B41FA5}">
                      <a16:colId xmlns:a16="http://schemas.microsoft.com/office/drawing/2014/main" val="777505146"/>
                    </a:ext>
                  </a:extLst>
                </a:gridCol>
                <a:gridCol w="1779317">
                  <a:extLst>
                    <a:ext uri="{9D8B030D-6E8A-4147-A177-3AD203B41FA5}">
                      <a16:colId xmlns:a16="http://schemas.microsoft.com/office/drawing/2014/main" val="2342026340"/>
                    </a:ext>
                  </a:extLst>
                </a:gridCol>
                <a:gridCol w="1779317">
                  <a:extLst>
                    <a:ext uri="{9D8B030D-6E8A-4147-A177-3AD203B41FA5}">
                      <a16:colId xmlns:a16="http://schemas.microsoft.com/office/drawing/2014/main" val="1004845072"/>
                    </a:ext>
                  </a:extLst>
                </a:gridCol>
              </a:tblGrid>
              <a:tr h="1944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Isolation Requirement 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Spec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B0-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H0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 to </a:t>
                      </a:r>
                      <a:r>
                        <a:rPr lang="en-US" altLang="ko-K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B0-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V0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Noto Sans KR (제목)"/>
                        <a:ea typeface="맑은 고딕" panose="020B0503020000020004" pitchFamily="50" charset="-127"/>
                      </a:endParaRPr>
                    </a:p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(Min)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B0-H0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 to </a:t>
                      </a:r>
                      <a:r>
                        <a:rPr lang="en-US" altLang="ko-K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B0-V0</a:t>
                      </a:r>
                      <a:endParaRPr lang="en-US" alt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Noto Sans KR (제목)"/>
                        <a:ea typeface="맑은 고딕" panose="020B0503020000020004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(Avg)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B0-H0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 to </a:t>
                      </a:r>
                      <a:r>
                        <a:rPr lang="en-US" altLang="ko-K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B0-V0</a:t>
                      </a:r>
                      <a:endParaRPr lang="en-US" alt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Noto Sans KR (제목)"/>
                        <a:ea typeface="맑은 고딕" panose="020B0503020000020004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(Max)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279405"/>
                  </a:ext>
                </a:extLst>
              </a:tr>
              <a:tr h="3556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dirty="0"/>
                        <a:t>Osprey 2731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(제목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&gt; 25 dB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(제목)"/>
                          <a:ea typeface="맑은 고딕" panose="020B0503020000020004" pitchFamily="50" charset="-127"/>
                        </a:rPr>
                        <a:t>-25.12 dB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-31.57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-37.40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381271"/>
                  </a:ext>
                </a:extLst>
              </a:tr>
            </a:tbl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5370EAD4-A22A-4E4E-8D55-6DE2CF81E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1472778"/>
              </p:ext>
            </p:extLst>
          </p:nvPr>
        </p:nvGraphicFramePr>
        <p:xfrm>
          <a:off x="633000" y="1556366"/>
          <a:ext cx="8640000" cy="3543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7936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6AE7-3074-37DF-6A61-0AA57C49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C5A4127-CD5E-FA00-28AC-BF19A3B477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5658" y="3071682"/>
            <a:ext cx="4837351" cy="2794963"/>
          </a:xfrm>
        </p:spPr>
        <p:txBody>
          <a:bodyPr/>
          <a:lstStyle/>
          <a:p>
            <a:r>
              <a:rPr lang="en-US" altLang="ko-KR" sz="1400" dirty="0"/>
              <a:t>Pin Sweep vs Pout Linearity (</a:t>
            </a:r>
            <a:r>
              <a:rPr lang="en-US" altLang="ko-KR" sz="1400" dirty="0" err="1"/>
              <a:t>iP1dB</a:t>
            </a:r>
            <a:r>
              <a:rPr lang="en-US" altLang="ko-KR" sz="1400" dirty="0"/>
              <a:t>)</a:t>
            </a:r>
          </a:p>
          <a:p>
            <a:pPr lvl="1" fontAlgn="t"/>
            <a:r>
              <a:rPr lang="en-US" altLang="ko-KR" sz="1400" dirty="0">
                <a:solidFill>
                  <a:srgbClr val="0070C0"/>
                </a:solidFill>
              </a:rPr>
              <a:t>Single channel</a:t>
            </a:r>
          </a:p>
          <a:p>
            <a:pPr lvl="1" fontAlgn="t"/>
            <a:r>
              <a:rPr lang="en-US" altLang="ko-KR" sz="1400" dirty="0">
                <a:solidFill>
                  <a:srgbClr val="0070C0"/>
                </a:solidFill>
              </a:rPr>
              <a:t>8 Channels / 2 Beam</a:t>
            </a:r>
            <a:endParaRPr lang="en-US" altLang="ko-KR" sz="1400" dirty="0"/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RX Sensitivity (Pin sweep vs SNR)</a:t>
            </a:r>
          </a:p>
          <a:p>
            <a:r>
              <a:rPr lang="en-US" altLang="ko-KR" sz="1400" dirty="0"/>
              <a:t>Frequency vs Noise Figure</a:t>
            </a:r>
            <a:endParaRPr lang="ko-KR" altLang="ko-KR" sz="1400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DC38C4B0-9CB8-0A02-1D44-36203185B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RX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2647044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BCF389-ED09-6D46-35F6-7DCEABFC1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RX Pin Sweep vs Pout Linearity (Single Channel)</a:t>
            </a:r>
            <a:endParaRPr lang="ko-KR" alt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18FCFC7-5178-2A0D-99ED-DB519625F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8336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RX-29 GHz-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B171B795-CA26-4EE2-A837-9C57667621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9905279"/>
              </p:ext>
            </p:extLst>
          </p:nvPr>
        </p:nvGraphicFramePr>
        <p:xfrm>
          <a:off x="633000" y="1480196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764C0D16-C3E0-CEF8-7102-E3331CEEF2B4}"/>
              </a:ext>
            </a:extLst>
          </p:cNvPr>
          <p:cNvGrpSpPr/>
          <p:nvPr/>
        </p:nvGrpSpPr>
        <p:grpSpPr>
          <a:xfrm>
            <a:off x="2894172" y="1556366"/>
            <a:ext cx="789867" cy="3586002"/>
            <a:chOff x="5827494" y="1556366"/>
            <a:chExt cx="789867" cy="35860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143AE43-0880-D1CE-4B2B-7A6049AED490}"/>
                </a:ext>
              </a:extLst>
            </p:cNvPr>
            <p:cNvCxnSpPr>
              <a:cxnSpLocks/>
            </p:cNvCxnSpPr>
            <p:nvPr/>
          </p:nvCxnSpPr>
          <p:spPr>
            <a:xfrm>
              <a:off x="6222427" y="1914525"/>
              <a:ext cx="0" cy="32278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C7A925F3-1540-0AA3-3DDA-97A244A81039}"/>
                </a:ext>
              </a:extLst>
            </p:cNvPr>
            <p:cNvSpPr/>
            <p:nvPr/>
          </p:nvSpPr>
          <p:spPr>
            <a:xfrm rot="10800000">
              <a:off x="6136702" y="1790331"/>
              <a:ext cx="171450" cy="1478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80FE08-662A-6888-7FB4-A78D6986274C}"/>
                </a:ext>
              </a:extLst>
            </p:cNvPr>
            <p:cNvSpPr txBox="1"/>
            <p:nvPr/>
          </p:nvSpPr>
          <p:spPr>
            <a:xfrm>
              <a:off x="5827494" y="1556366"/>
              <a:ext cx="7898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/>
                <a:t>iP1dB</a:t>
              </a:r>
              <a:endParaRPr lang="ko-KR" altLang="en-US" sz="1000" dirty="0"/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0D572CE1-BA85-75F5-837D-C3AC7BC5B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Using a SG-SA, verify the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iP1dB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and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Pdc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30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D55D01E-FD1E-E1D9-E17A-DE2509798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RX Pin Sweep vs Pout Linearity (8 Channels/2 Beam)</a:t>
            </a:r>
            <a:endParaRPr lang="ko-KR" alt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E5DF52D-3998-6F00-85D5-A0BD6FF24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183361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RX-29 GHz-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AE8C04DD-E474-4B16-A3CA-DBB41878FE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1772"/>
              </p:ext>
            </p:extLst>
          </p:nvPr>
        </p:nvGraphicFramePr>
        <p:xfrm>
          <a:off x="633000" y="1480196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05874617-9DAA-7412-C626-96F29770477E}"/>
              </a:ext>
            </a:extLst>
          </p:cNvPr>
          <p:cNvGrpSpPr/>
          <p:nvPr/>
        </p:nvGrpSpPr>
        <p:grpSpPr>
          <a:xfrm>
            <a:off x="3301578" y="1556366"/>
            <a:ext cx="789867" cy="3586002"/>
            <a:chOff x="5827494" y="1556366"/>
            <a:chExt cx="789867" cy="35860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90D879E-446F-CD97-FFF5-81215092004B}"/>
                </a:ext>
              </a:extLst>
            </p:cNvPr>
            <p:cNvCxnSpPr>
              <a:cxnSpLocks/>
            </p:cNvCxnSpPr>
            <p:nvPr/>
          </p:nvCxnSpPr>
          <p:spPr>
            <a:xfrm>
              <a:off x="6222427" y="1914525"/>
              <a:ext cx="0" cy="32278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BA977873-A57C-D171-C3FA-F500A1C64152}"/>
                </a:ext>
              </a:extLst>
            </p:cNvPr>
            <p:cNvSpPr/>
            <p:nvPr/>
          </p:nvSpPr>
          <p:spPr>
            <a:xfrm rot="10800000">
              <a:off x="6136702" y="1790331"/>
              <a:ext cx="171450" cy="1478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DD01ED-AC94-9C8B-3C31-81D4D85FC15E}"/>
                </a:ext>
              </a:extLst>
            </p:cNvPr>
            <p:cNvSpPr txBox="1"/>
            <p:nvPr/>
          </p:nvSpPr>
          <p:spPr>
            <a:xfrm>
              <a:off x="5827494" y="1556366"/>
              <a:ext cx="7898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/>
                <a:t>iP1dB</a:t>
              </a:r>
              <a:endParaRPr lang="ko-KR" altLang="en-US" sz="1000" dirty="0"/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E3A6A16F-C970-8290-7C17-E20EF6D1A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Using a SG-SA, verify the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iP1dB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and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Pdc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3172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E4266-04BF-2A83-9F94-2E81B02B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612AA66-3849-37D6-FDF7-68794D961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RX Frequency vs Noise Figure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043E85BC-C65F-DBAF-7555-C672D4F88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7" y="6266486"/>
            <a:ext cx="9158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Note</a:t>
            </a:r>
          </a:p>
          <a:p>
            <a:pPr lvl="2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RX-</a:t>
            </a:r>
            <a:r>
              <a:rPr lang="en-US" altLang="ko-KR" sz="1200" dirty="0" err="1"/>
              <a:t>B0</a:t>
            </a:r>
            <a:r>
              <a:rPr lang="en-US" altLang="ko-KR" sz="1200" dirty="0"/>
              <a:t>-</a:t>
            </a:r>
            <a:r>
              <a:rPr lang="en-US" altLang="ko-KR" sz="1200" dirty="0" err="1"/>
              <a:t>H0</a:t>
            </a:r>
            <a:r>
              <a:rPr lang="en-US" altLang="ko-KR" sz="1200" dirty="0"/>
              <a:t>, RX-</a:t>
            </a:r>
            <a:r>
              <a:rPr lang="en-US" altLang="ko-KR" sz="1200" dirty="0" err="1"/>
              <a:t>B1</a:t>
            </a:r>
            <a:r>
              <a:rPr lang="en-US" altLang="ko-KR" sz="1200" dirty="0"/>
              <a:t>-</a:t>
            </a:r>
            <a:r>
              <a:rPr lang="en-US" altLang="ko-KR" sz="1200" dirty="0" err="1"/>
              <a:t>V0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7008FF9F-0561-E1A0-35A1-EC70839178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143336"/>
              </p:ext>
            </p:extLst>
          </p:nvPr>
        </p:nvGraphicFramePr>
        <p:xfrm>
          <a:off x="686989" y="1538718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291054C9-B2D0-D5AA-B510-EDFF5F0BC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186" y="881587"/>
            <a:ext cx="915812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10477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•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–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·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latinLnBrk="1" hangingPunct="0">
              <a:spcBef>
                <a:spcPct val="0"/>
              </a:spcBef>
              <a:spcAft>
                <a:spcPct val="0"/>
              </a:spcAft>
              <a:buChar char="›"/>
              <a:defRPr kumimoji="1" sz="13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fontAlgn="base" latinLnBrk="1">
              <a:spcBef>
                <a:spcPct val="0"/>
              </a:spcBef>
              <a:spcAft>
                <a:spcPct val="0"/>
              </a:spcAft>
              <a:buChar char="›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Using a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VNA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-NF, Noise Figure Measurement in 17.7 to 21.2 GHz Band Range</a:t>
            </a:r>
          </a:p>
        </p:txBody>
      </p:sp>
    </p:spTree>
    <p:extLst>
      <p:ext uri="{BB962C8B-B14F-4D97-AF65-F5344CB8AC3E}">
        <p14:creationId xmlns:p14="http://schemas.microsoft.com/office/powerpoint/2010/main" val="19201639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0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-%m-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6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942769F1EE1444BF92F0FA7DAA2570" ma:contentTypeVersion="19" ma:contentTypeDescription="Create a new document." ma:contentTypeScope="" ma:versionID="5e1f6a6de7c608db1f5b1e2c83440ac6">
  <xsd:schema xmlns:xsd="http://www.w3.org/2001/XMLSchema" xmlns:xs="http://www.w3.org/2001/XMLSchema" xmlns:p="http://schemas.microsoft.com/office/2006/metadata/properties" xmlns:ns2="cce584ed-2f8b-453c-89e0-f16a766d3ef3" xmlns:ns3="df572cd1-379c-436a-b635-8af8c7774edb" targetNamespace="http://schemas.microsoft.com/office/2006/metadata/properties" ma:root="true" ma:fieldsID="67102194dea79171b0c7e24530833a06" ns2:_="" ns3:_="">
    <xsd:import namespace="cce584ed-2f8b-453c-89e0-f16a766d3ef3"/>
    <xsd:import namespace="df572cd1-379c-436a-b635-8af8c7774e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584ed-2f8b-453c-89e0-f16a766d3e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8a7d0b2-06ec-47a5-9bd5-a2ea2905d2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572cd1-379c-436a-b635-8af8c7774ed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4206665-acb6-4784-bcb9-49de9fd8f287}" ma:internalName="TaxCatchAll" ma:showField="CatchAllData" ma:web="df572cd1-379c-436a-b635-8af8c7774e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ce584ed-2f8b-453c-89e0-f16a766d3ef3">
      <Terms xmlns="http://schemas.microsoft.com/office/infopath/2007/PartnerControls"/>
    </lcf76f155ced4ddcb4097134ff3c332f>
    <TaxCatchAll xmlns="df572cd1-379c-436a-b635-8af8c7774edb" xsi:nil="true"/>
    <SharedWithUsers xmlns="df572cd1-379c-436a-b635-8af8c7774edb">
      <UserInfo>
        <DisplayName>김정안(Jengan Kim) 수석 (주)두산 전자</DisplayName>
        <AccountId>226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E0BE72-AF33-49DB-9FBD-DD30E1E6DD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e584ed-2f8b-453c-89e0-f16a766d3ef3"/>
    <ds:schemaRef ds:uri="df572cd1-379c-436a-b635-8af8c7774e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3B3AF8-BB5D-489E-BA73-00EFEF44F913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www.w3.org/XML/1998/namespace"/>
    <ds:schemaRef ds:uri="cce584ed-2f8b-453c-89e0-f16a766d3ef3"/>
    <ds:schemaRef ds:uri="http://schemas.microsoft.com/office/2006/documentManagement/types"/>
    <ds:schemaRef ds:uri="df572cd1-379c-436a-b635-8af8c7774edb"/>
    <ds:schemaRef ds:uri="http://purl.org/dc/elements/1.1/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36878C-A66A-420E-A397-5FAFBFA421C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d1b3610-9ab0-42d5-93aa-46150d723d87}" enabled="0" method="" siteId="{9d1b3610-9ab0-42d5-93aa-46150d723d8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4787</TotalTime>
  <Words>2489</Words>
  <Application>Microsoft Office PowerPoint</Application>
  <PresentationFormat>A4 용지(210x297mm)</PresentationFormat>
  <Paragraphs>799</Paragraphs>
  <Slides>25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Noto Sans Korean Regular</vt:lpstr>
      <vt:lpstr>Noto Sans KR</vt:lpstr>
      <vt:lpstr>Noto Sans KR (제목)</vt:lpstr>
      <vt:lpstr>맑은 고딕</vt:lpstr>
      <vt:lpstr>Arial</vt:lpstr>
      <vt:lpstr>Office 테마</vt:lpstr>
      <vt:lpstr>디자인 사용자 지정</vt:lpstr>
      <vt:lpstr>think-cell 슬라이드</vt:lpstr>
      <vt:lpstr>Satcom Chipset Evaluation</vt:lpstr>
      <vt:lpstr>Test Setup &amp; Test Result</vt:lpstr>
      <vt:lpstr>Documents for Test Procedure</vt:lpstr>
      <vt:lpstr>Satcom Chipset Evaluation Board</vt:lpstr>
      <vt:lpstr>Test Evaluation Board Trace Loss</vt:lpstr>
      <vt:lpstr>How to measure the trace loss</vt:lpstr>
      <vt:lpstr>VNA Setup</vt:lpstr>
      <vt:lpstr>SG-Power Meter Setup</vt:lpstr>
      <vt:lpstr>VNA-NF Setup </vt:lpstr>
      <vt:lpstr>Test Result Summary(Datasheet, @21 dBm) </vt:lpstr>
      <vt:lpstr>Common Performance Evaluation</vt:lpstr>
      <vt:lpstr>Attenuation Control</vt:lpstr>
      <vt:lpstr>TX Attenuation Accuracy</vt:lpstr>
      <vt:lpstr>TX Attenuation Accuracy (1 dB Step)</vt:lpstr>
      <vt:lpstr>RX Attenuation Accuracy</vt:lpstr>
      <vt:lpstr>RX Attenuation Accuracy (1 dB Step)</vt:lpstr>
      <vt:lpstr>Channel Gain Alignment (TX)</vt:lpstr>
      <vt:lpstr>TX Performance Evaluation</vt:lpstr>
      <vt:lpstr>TX Pin Sweep vs Pout Linearity (Single Channel)</vt:lpstr>
      <vt:lpstr>TX Pin Sweep vs Pout Linearity (8 Channels / 2 Beam)</vt:lpstr>
      <vt:lpstr>Isolation (&gt; 25 dB) </vt:lpstr>
      <vt:lpstr>RX Performance Evaluation</vt:lpstr>
      <vt:lpstr>RX Pin Sweep vs Pout Linearity (Single Channel)</vt:lpstr>
      <vt:lpstr>RX Pin Sweep vs Pout Linearity (8 Channels/2 Beam)</vt:lpstr>
      <vt:lpstr>RX Frequency vs Noise Figure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Confidential_(주)두산 전자BG Promotion Template</dc:title>
  <dc:creator>두산전자</dc:creator>
  <cp:lastModifiedBy>SEJIN YANG</cp:lastModifiedBy>
  <cp:revision>1255</cp:revision>
  <dcterms:created xsi:type="dcterms:W3CDTF">2021-12-08T06:30:13Z</dcterms:created>
  <dcterms:modified xsi:type="dcterms:W3CDTF">2026-06-25T01:54:13Z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0x0101005F942769F1EE1444BF92F0FA7DAA2570</vt:lpwstr>
  </property>
  <property fmtid="{D5CDD505-2E9C-101B-9397-08002B2CF9AE}" pid="3" name="MediaServiceImageTags">
    <vt:lpwstr/>
  </property>
</Properties>
</file>