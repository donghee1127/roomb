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686" r:id="rId4"/>
  </p:sldMasterIdLst>
  <p:notesMasterIdLst>
    <p:notesMasterId r:id="rId23"/>
  </p:notesMasterIdLst>
  <p:handoutMasterIdLst>
    <p:handoutMasterId r:id="rId24"/>
  </p:handoutMasterIdLst>
  <p:sldIdLst>
    <p:sldId id="337" r:id="rId5"/>
    <p:sldId id="350" r:id="rId6"/>
    <p:sldId id="13005" r:id="rId7"/>
    <p:sldId id="13008" r:id="rId8"/>
    <p:sldId id="13006" r:id="rId9"/>
    <p:sldId id="12996" r:id="rId10"/>
    <p:sldId id="13007" r:id="rId11"/>
    <p:sldId id="13003" r:id="rId12"/>
    <p:sldId id="339" r:id="rId13"/>
    <p:sldId id="13012" r:id="rId14"/>
    <p:sldId id="13017" r:id="rId15"/>
    <p:sldId id="13018" r:id="rId16"/>
    <p:sldId id="13019" r:id="rId17"/>
    <p:sldId id="13020" r:id="rId18"/>
    <p:sldId id="13021" r:id="rId19"/>
    <p:sldId id="13022" r:id="rId20"/>
    <p:sldId id="346" r:id="rId21"/>
    <p:sldId id="12982" r:id="rId22"/>
  </p:sldIdLst>
  <p:sldSz cx="9906000" cy="6858000" type="A4"/>
  <p:notesSz cx="6797675" cy="9926638"/>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27CD8484-9767-4D0B-B4B2-CE03A5C8172A}">
          <p14:sldIdLst>
            <p14:sldId id="337"/>
            <p14:sldId id="350"/>
            <p14:sldId id="13005"/>
            <p14:sldId id="13008"/>
            <p14:sldId id="13006"/>
            <p14:sldId id="12996"/>
            <p14:sldId id="13007"/>
            <p14:sldId id="13003"/>
            <p14:sldId id="339"/>
            <p14:sldId id="13012"/>
            <p14:sldId id="13017"/>
            <p14:sldId id="13018"/>
            <p14:sldId id="13019"/>
            <p14:sldId id="13020"/>
            <p14:sldId id="13021"/>
            <p14:sldId id="13022"/>
            <p14:sldId id="346"/>
            <p14:sldId id="129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70C0"/>
    <a:srgbClr val="4472C4"/>
    <a:srgbClr val="00A5D7"/>
    <a:srgbClr val="FFFFCC"/>
    <a:srgbClr val="D6D6D6"/>
    <a:srgbClr val="D8D8D8"/>
    <a:srgbClr val="A6A6A6"/>
    <a:srgbClr val="0861B5"/>
    <a:srgbClr val="8FAAD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EC20E35-A176-4012-BC5E-935CFFF8708E}" styleName="보통 스타일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317" autoAdjust="0"/>
  </p:normalViewPr>
  <p:slideViewPr>
    <p:cSldViewPr snapToGrid="0">
      <p:cViewPr varScale="1">
        <p:scale>
          <a:sx n="72" d="100"/>
          <a:sy n="72" d="100"/>
        </p:scale>
        <p:origin x="1517"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notesMaster" Target="notesMasters/notesMaster1.xml"/><Relationship Id="rId24" Type="http://schemas.openxmlformats.org/officeDocument/2006/relationships/handoutMaster" Target="handoutMasters/handout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958CBAD0-DBE5-47CD-A939-9E79F999D46B}"/>
              </a:ext>
            </a:extLst>
          </p:cNvPr>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ko-KR" altLang="en-US"/>
          </a:p>
        </p:txBody>
      </p:sp>
      <p:sp>
        <p:nvSpPr>
          <p:cNvPr id="3" name="날짜 개체 틀 2">
            <a:extLst>
              <a:ext uri="{FF2B5EF4-FFF2-40B4-BE49-F238E27FC236}">
                <a16:creationId xmlns:a16="http://schemas.microsoft.com/office/drawing/2014/main" id="{76AA2809-8CEC-4328-9C06-D69A5A0F53A2}"/>
              </a:ext>
            </a:extLst>
          </p:cNvPr>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BC395ABA-E40F-4117-9CDB-ADB56947878C}" type="datetimeFigureOut">
              <a:rPr lang="ko-KR" altLang="en-US" smtClean="0"/>
              <a:t>2026-09-11</a:t>
            </a:fld>
            <a:endParaRPr lang="ko-KR" altLang="en-US"/>
          </a:p>
        </p:txBody>
      </p:sp>
      <p:sp>
        <p:nvSpPr>
          <p:cNvPr id="4" name="바닥글 개체 틀 3">
            <a:extLst>
              <a:ext uri="{FF2B5EF4-FFF2-40B4-BE49-F238E27FC236}">
                <a16:creationId xmlns:a16="http://schemas.microsoft.com/office/drawing/2014/main" id="{09C0A21D-0CF5-48AD-AA86-4399F71E6BB7}"/>
              </a:ext>
            </a:extLst>
          </p:cNvPr>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DFF40B81-B025-4CF1-B39A-515D73E7EF37}"/>
              </a:ext>
            </a:extLst>
          </p:cNvPr>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A3C8143A-92B8-4F20-9951-6E0FDFF7F434}" type="slidenum">
              <a:rPr lang="ko-KR" altLang="en-US" smtClean="0"/>
              <a:t>‹#›</a:t>
            </a:fld>
            <a:endParaRPr lang="ko-KR" altLang="en-US"/>
          </a:p>
        </p:txBody>
      </p:sp>
    </p:spTree>
    <p:extLst>
      <p:ext uri="{BB962C8B-B14F-4D97-AF65-F5344CB8AC3E}">
        <p14:creationId xmlns:p14="http://schemas.microsoft.com/office/powerpoint/2010/main" val="43209615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59DAB5F0-420A-4550-9CBC-46CFD46CD67D}" type="datetimeFigureOut">
              <a:rPr lang="ko-KR" altLang="en-US" smtClean="0"/>
              <a:t>2026-09-11</a:t>
            </a:fld>
            <a:endParaRPr lang="ko-KR" altLang="en-US"/>
          </a:p>
        </p:txBody>
      </p:sp>
      <p:sp>
        <p:nvSpPr>
          <p:cNvPr id="4" name="슬라이드 이미지 개체 틀 3"/>
          <p:cNvSpPr>
            <a:spLocks noGrp="1" noRot="1" noChangeAspect="1"/>
          </p:cNvSpPr>
          <p:nvPr>
            <p:ph type="sldImg" idx="2"/>
          </p:nvPr>
        </p:nvSpPr>
        <p:spPr>
          <a:xfrm>
            <a:off x="981075" y="1241425"/>
            <a:ext cx="4835525" cy="3349625"/>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B622DFB2-20CC-4D20-AA5B-C3685A3179EA}" type="slidenum">
              <a:rPr lang="ko-KR" altLang="en-US" smtClean="0"/>
              <a:t>‹#›</a:t>
            </a:fld>
            <a:endParaRPr lang="ko-KR" altLang="en-US"/>
          </a:p>
        </p:txBody>
      </p:sp>
      <p:sp>
        <p:nvSpPr>
          <p:cNvPr id="8" name="슬라이드 번호 개체 틀 6">
            <a:extLst>
              <a:ext uri="{FF2B5EF4-FFF2-40B4-BE49-F238E27FC236}">
                <a16:creationId xmlns:a16="http://schemas.microsoft.com/office/drawing/2014/main" id="{6ADD5285-87ED-4F19-9492-EBEAEE9A2FC6}"/>
              </a:ext>
            </a:extLst>
          </p:cNvPr>
          <p:cNvSpPr txBox="1">
            <a:spLocks/>
          </p:cNvSpPr>
          <p:nvPr/>
        </p:nvSpPr>
        <p:spPr>
          <a:xfrm>
            <a:off x="2662423" y="4034420"/>
            <a:ext cx="2945659" cy="498055"/>
          </a:xfrm>
          <a:prstGeom prst="rect">
            <a:avLst/>
          </a:prstGeom>
        </p:spPr>
        <p:txBody>
          <a:bodyPr vert="horz" lIns="91440" tIns="45720" rIns="91440" bIns="45720" rtlCol="0" anchor="b"/>
          <a:lstStyle>
            <a:defPPr>
              <a:defRPr lang="ko-KR"/>
            </a:defPPr>
            <a:lvl1pPr marL="0" algn="r"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B622DFB2-20CC-4D20-AA5B-C3685A3179EA}" type="slidenum">
              <a:rPr lang="ko-KR" altLang="en-US" smtClean="0"/>
              <a:pPr/>
              <a:t>‹#›</a:t>
            </a:fld>
            <a:endParaRPr lang="ko-KR" altLang="en-US"/>
          </a:p>
        </p:txBody>
      </p:sp>
    </p:spTree>
    <p:extLst>
      <p:ext uri="{BB962C8B-B14F-4D97-AF65-F5344CB8AC3E}">
        <p14:creationId xmlns:p14="http://schemas.microsoft.com/office/powerpoint/2010/main" val="999543723"/>
      </p:ext>
    </p:extLst>
  </p:cSld>
  <p:clrMap bg1="lt1" tx1="dk1" bg2="lt2" tx2="dk2" accent1="accent1" accent2="accent2" accent3="accent3" accent4="accent4" accent5="accent5" accent6="accent6" hlink="hlink" folHlink="folHlink"/>
  <p:hf hdr="0" ft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안녕하십니까. 지금부터 '고출력, 광대역 특성을 갖는 레이돔 일체형 위성통신 지상단말국용 빔조향 송·수신 안테나 모듈 개발' 과제의 Kick-off 미팅을 시작하겠습니다. 본 과제는 2024년도 제1차 정보통신방송기술개발사업 및 표준개발지원사업의 일환으로 추진되며, 오늘은 3세부 과제를 중심으로 저희 두산전자가 담당할 개발 범위와 추진 계획을 말씀드리겠습니다.</a:t>
            </a:r>
          </a:p>
        </p:txBody>
      </p:sp>
      <p:sp>
        <p:nvSpPr>
          <p:cNvPr id="4" name="슬라이드 번호 개체 틀 3"/>
          <p:cNvSpPr>
            <a:spLocks noGrp="1"/>
          </p:cNvSpPr>
          <p:nvPr>
            <p:ph type="sldNum" sz="quarter" idx="5"/>
          </p:nvPr>
        </p:nvSpPr>
        <p:spPr/>
        <p:txBody>
          <a:bodyPr/>
          <a:lstStyle/>
          <a:p>
            <a:fld id="{B622DFB2-20CC-4D20-AA5B-C3685A3179EA}" type="slidenum">
              <a:rPr lang="ko-KR" altLang="en-US" smtClean="0"/>
              <a:t>0</a:t>
            </a:fld>
            <a:endParaRPr lang="ko-KR" altLang="en-US"/>
          </a:p>
        </p:txBody>
      </p:sp>
    </p:spTree>
    <p:extLst>
      <p:ext uri="{BB962C8B-B14F-4D97-AF65-F5344CB8AC3E}">
        <p14:creationId xmlns:p14="http://schemas.microsoft.com/office/powerpoint/2010/main" val="15975358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목차는 다음과 같습니다. 먼저 과제의 개요와 필요성을 말씀드리고, 연구 목표 및 내용, 과제 추진 계획을 안내드리겠습니다. 이어서 연차별 개발 내용 및 주요 결과물과, 그중에서도 저희 두산전자의 1차년도 진행 스케줄 및 계획 순으로 발표하겠습니다.</a:t>
            </a:r>
          </a:p>
        </p:txBody>
      </p:sp>
      <p:sp>
        <p:nvSpPr>
          <p:cNvPr id="4" name="슬라이드 번호 개체 틀 3"/>
          <p:cNvSpPr>
            <a:spLocks noGrp="1"/>
          </p:cNvSpPr>
          <p:nvPr>
            <p:ph type="sldNum" sz="quarter" idx="5"/>
          </p:nvPr>
        </p:nvSpPr>
        <p:spPr/>
        <p:txBody>
          <a:bodyPr/>
          <a:lstStyle/>
          <a:p>
            <a:fld id="{B622DFB2-20CC-4D20-AA5B-C3685A3179EA}" type="slidenum">
              <a:rPr lang="ko-KR" altLang="en-US" smtClean="0"/>
              <a:t>1</a:t>
            </a:fld>
            <a:endParaRPr lang="ko-KR" altLang="en-US"/>
          </a:p>
        </p:txBody>
      </p:sp>
    </p:spTree>
    <p:extLst>
      <p:ext uri="{BB962C8B-B14F-4D97-AF65-F5344CB8AC3E}">
        <p14:creationId xmlns:p14="http://schemas.microsoft.com/office/powerpoint/2010/main" val="36009501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본 과제의 총 연구기간은 2026년 7월 1일부터 2032년 12월 31일까지 총 6년 6개월이며, 전체 연구개발비는 144억 4,350만 원으로 출연금 102억 원과 민간부담금 42억 4,350만 원으로 구성됩니다. 1차년도인 2026년에는 총 12억 3,950만 원, 출연금 8억 1천만 원과 민간부담금 4억 2,950만 원이 투입됩니다.</a:t>
            </a:r>
          </a:p>
        </p:txBody>
      </p:sp>
      <p:sp>
        <p:nvSpPr>
          <p:cNvPr id="4" name="슬라이드 번호 개체 틀 3"/>
          <p:cNvSpPr>
            <a:spLocks noGrp="1"/>
          </p:cNvSpPr>
          <p:nvPr>
            <p:ph type="sldNum" sz="quarter" idx="5"/>
          </p:nvPr>
        </p:nvSpPr>
        <p:spPr/>
        <p:txBody>
          <a:bodyPr/>
          <a:lstStyle/>
          <a:p>
            <a:fld id="{B622DFB2-20CC-4D20-AA5B-C3685A3179EA}" type="slidenum">
              <a:rPr lang="ko-KR" altLang="en-US" smtClean="0"/>
              <a:t>2</a:t>
            </a:fld>
            <a:endParaRPr lang="ko-KR" altLang="en-US"/>
          </a:p>
        </p:txBody>
      </p:sp>
    </p:spTree>
    <p:extLst>
      <p:ext uri="{BB962C8B-B14F-4D97-AF65-F5344CB8AC3E}">
        <p14:creationId xmlns:p14="http://schemas.microsoft.com/office/powerpoint/2010/main" val="21191658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전체 연구기간 동안의 정량적 성과 목표는 특허 출원 13건, 특허 등록 6건, SCI 논문 26건, 보고서 원문 7건, 시제품 제작 12건, 카탈로그 제작 및 홍보 각 2건으로 총 68건입니다. 이 중 저희 두산전자는 보고서 원문과 시제품 제작, 홍보를 중심으로 단계별 성과에 기여할 계획입니다.</a:t>
            </a:r>
          </a:p>
        </p:txBody>
      </p:sp>
      <p:sp>
        <p:nvSpPr>
          <p:cNvPr id="4" name="슬라이드 번호 개체 틀 3"/>
          <p:cNvSpPr>
            <a:spLocks noGrp="1"/>
          </p:cNvSpPr>
          <p:nvPr>
            <p:ph type="sldNum" sz="quarter" idx="5"/>
          </p:nvPr>
        </p:nvSpPr>
        <p:spPr/>
        <p:txBody>
          <a:bodyPr/>
          <a:lstStyle/>
          <a:p>
            <a:fld id="{B622DFB2-20CC-4D20-AA5B-C3685A3179EA}" type="slidenum">
              <a:rPr lang="ko-KR" altLang="en-US" smtClean="0"/>
              <a:t>6</a:t>
            </a:fld>
            <a:endParaRPr lang="ko-KR" altLang="en-US"/>
          </a:p>
        </p:txBody>
      </p:sp>
    </p:spTree>
    <p:extLst>
      <p:ext uri="{BB962C8B-B14F-4D97-AF65-F5344CB8AC3E}">
        <p14:creationId xmlns:p14="http://schemas.microsoft.com/office/powerpoint/2010/main" val="37695368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지금부터는 저희 두산전자의 연차별 개발 내용을 말씀드리겠습니다. 1단계인 2026년에는 송수신 모듈의 구조 설계와 기본 성능 기준을 수립하고, 2027년에는 Subarray 송수신 모듈을 개발하여 성능을 측정합니다. 2단계인 2028년에는 8x8 Subarray 기반 Unit module 확장 설계를, 2029년에는 N x Unit module 확장 및 안정화를, 2030년에는 N x Unit module 개발 및 제작 검증을 진행합니다. 3단계인 2031년에는 N x Unit module 성능 검증 및 최적화를, 2032년에는 환경 기반 성능 검증과 특성 최적화를 완료하여 상용화 수준의 통합 모듈을 완성하겠습니다. 이제 연차별 세부 계획을 순서대로 말씀드리겠습니다.</a:t>
            </a:r>
          </a:p>
        </p:txBody>
      </p:sp>
      <p:sp>
        <p:nvSpPr>
          <p:cNvPr id="4" name="슬라이드 번호 개체 틀 3"/>
          <p:cNvSpPr>
            <a:spLocks noGrp="1"/>
          </p:cNvSpPr>
          <p:nvPr>
            <p:ph type="sldNum" sz="quarter" idx="5"/>
          </p:nvPr>
        </p:nvSpPr>
        <p:spPr/>
        <p:txBody>
          <a:bodyPr/>
          <a:lstStyle/>
          <a:p>
            <a:fld id="{B622DFB2-20CC-4D20-AA5B-C3685A3179EA}" type="slidenum">
              <a:rPr lang="ko-KR" altLang="en-US" smtClean="0"/>
              <a:t>8</a:t>
            </a:fld>
            <a:endParaRPr lang="ko-KR" altLang="en-US"/>
          </a:p>
        </p:txBody>
      </p:sp>
    </p:spTree>
    <p:extLst>
      <p:ext uri="{BB962C8B-B14F-4D97-AF65-F5344CB8AC3E}">
        <p14:creationId xmlns:p14="http://schemas.microsoft.com/office/powerpoint/2010/main" val="6185783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마지막으로 1차년도 세부 진행 스케줄을 말씀드리겠습니다. 7월 과제 협약을 시작으로 12월까지 송수신 모듈의 회로·패키징·적층구조 기본설계를 완료하고 단일 채널 동작을 검증합니다. 이어서 RF 전송특성·SI/PI 특성·쿠폰 평가 기반의 설계·검증 기준을 확립하며, Multilayer 유전체를 이용한 초광대역 배열 유닛셀 설계와 유전율 분포 최적화를 통한 유닛셀 대역폭 확장을 진행합니다. 아울러 Anisotropic 메타표면 유닛셀 설계와, 방열 특성 레이돔 소재에 대한 선행연구 조사 및 기초 열해석 기술 확보도 병행합니다. 현재 저희는 1차년도 초입에 있으며, 오늘 킥오프를 시작으로 계획된 일정에 따라 착실히 개발을 진행해 나가겠습니다.</a:t>
            </a:r>
          </a:p>
        </p:txBody>
      </p:sp>
      <p:sp>
        <p:nvSpPr>
          <p:cNvPr id="4" name="슬라이드 번호 개체 틀 3"/>
          <p:cNvSpPr>
            <a:spLocks noGrp="1"/>
          </p:cNvSpPr>
          <p:nvPr>
            <p:ph type="sldNum" sz="quarter" idx="5"/>
          </p:nvPr>
        </p:nvSpPr>
        <p:spPr/>
        <p:txBody>
          <a:bodyPr/>
          <a:lstStyle/>
          <a:p>
            <a:fld id="{B622DFB2-20CC-4D20-AA5B-C3685A3179EA}" type="slidenum">
              <a:rPr lang="ko-KR" altLang="en-US" smtClean="0"/>
              <a:t>16</a:t>
            </a:fld>
            <a:endParaRPr lang="ko-KR" altLang="en-US"/>
          </a:p>
        </p:txBody>
      </p:sp>
    </p:spTree>
    <p:extLst>
      <p:ext uri="{BB962C8B-B14F-4D97-AF65-F5344CB8AC3E}">
        <p14:creationId xmlns:p14="http://schemas.microsoft.com/office/powerpoint/2010/main" val="1080450510"/>
      </p:ext>
    </p:extLst>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과제 배경을 말씀드리면, AI·6G 위성통신 시장이 확대되며 저궤도 위성 기반 NTN의 중요성이 커지고 있고, 능동형 빔조향 단말 기술 확보가 핵심 경쟁력이 되고 있습니다. 그러나 기존 기계식·제한적 전자식 빔조향 방식은 빔 전환 지연, 설치 제약, 발열, 배열 확장 시 오차 누적 문제가 있고, 안테나와 RF·레이돔이 분리된 구조는 경로 손실 증가와 임피던스 불연속, 방사패턴 왜곡을 유발합니다. 이에 저희는 레이돔-메타표면-안테나-RF를 하나로 통합한 Full ESA 기술을 개발하여 급전 손실을 최소화하고 확장형 배열과 실시간 보정을 동시에 확보함으로써, 두산전자의 저손실 소재 및 모듈 통합 역량을 기반으로 방사효율·경량화·확장성에서 우위를 갖는 글로벌 경쟁력을 확보하고자 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그림은 본 과제의 전체 연구 목표와 개발 구조를 보여줍니다. 레이돔과 메타표면, 안테나 배열, RF 송수신 모듈을 일체형으로 통합하는 것을 목표로 하며, 단위 셀에서 서브어레이, 유닛모듈, 대규모 배열까지 단계적으로 확장해 나가는 개발 방향을 담고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컨소시엄 역할을 말씀드리면, 주관기관은 세부과제 전체 총괄과 수행기관 간 일정·협의·연구비 관리, 결과물 통합을 담당합니다. 저희 두산전자는 저손실·고방열 소재와 적층 PCB·패키징 기술을 기반으로 아키텍처·RF 버짓 설계, 다채널 빔포밍 구조, SI/PI·열해석, 시작품 검증을 담당하며, 2x2 Unit cell에서 N x Module까지의 배열 확장 구조 설계와 CP 메타표면 유닛셀 설계, 방열 레이돔 EM·열해석, 일체형 통합구조 검증도 함께 수행합니다. 표에서 보시는 것처럼 동작주파수, 안테나 이득, 빔조향 범위, EIRP, 배열 규모, VSWR, 격리도, 급전망 손실, SLL 등 12개 항목에 대해 1단계부터 3단계까지 세계 최고 수준에 근접하는 목표치를 설정했고, 모든 항목은 공인 시험성적서 등 객관적인 방법으로 검증할 계획입니다.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추진 계획은 배열 확장을 기준으로 3단계, 7개년으로 구성됩니다. 1단계인 1~2차년도에는 1 BFIC 기반 2x2 Unit cell 설계 및 핵심기술 개발을, 2단계인 3~5차년도에는 16 BFIC 기반 8x8 Subarray, Unit module, N x Unit module로 이어지는 단계적 배열 확장을 진행합니다. 3단계인 6~7차년도에는 통합형 N x Unit module 안테나의 실환경 기반 성능검증과 환경·신뢰성 검증을 거쳐 상용화 수준까지 완성하는 것을 목표로 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1차년도인 2026년의 핵심목표는 송수신 모듈 구조 설계 및 기본 성능 기준 수립입니다. 위성 링크버짓을 기반으로 송수신 모듈 성능 요구사항을 도출하고 P1dB, 잡음지수, 이득 등 RF 지표를 정의하여 아키텍처·RF 버짓 설계를 완료하고 단일 채널 동작을 검증합니다. 또한 PCB 스택업과 소재 특성에 따른 회로·레이아웃별 RF 특성을 연구하고 단일 모듈의 SI/PI 특성을 분석합니다. 마지막으로 Multilayer 유전체로 다중 공진과 초광대역 특성을 확보하는 메타표면 유닛셀 기본 설계와, 방열 레이돔 소재에 대한 기초 열해석 및 선행기술 조사를 진행합니다.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2차년도인 2027년의 핵심목표는 Subarray 송수신 모듈 개발 및 성능 측정입니다. 신호 비아와 전송선로, 급전 구조에 따른 RF 특성을 연구해 빔포밍 IC 패키징과 미세공정을 고도화하고 8x8 Subarray 공정을 개발합니다. 배열이 커지며 발생하는 SI/PI 및 전원·열 특성 변화를 통합 분석하여 배열환경에서의 RF 성능 저하 요인을 규명하고, 8x8 Subarray 기반 배열이득과 방사패턴, EIRP, 조향각별 빔조향 특성을 실측·검증합니다.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3차년도인 2028년의 핵심목표는 8x8 Subarray 기반 Unit module 확장 설계입니다. 안테나·RF·전원·제어 신호를 통합한 Unit module 구조와, 상위 배열 확장을 위한 타일형 모듈 인터페이스를 설계합니다. 대규모 적층 PCB에서의 SI 설계 인자와 채널 간 간섭, 대규모 전력분배 환경에서의 전압강하·전류분포 특성을 분석하고, 다채널 BFIC 제어 인터페이스와 송신 출력·선형성·주파수 응답 등 송수신 모듈 성능을 평가·검증합니다.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4차년도인 2029년의 핵심목표는 N x Unit module의 확장 및 안정화입니다. 개구면 내 다수 소자 간 전자기적 결합을 분석하여 상호결합에 따른 빔 왜곡·방사특성 변화를 연구하고 송수신 격리를 개선하는 방열구조를 적용합니다. 다수 BFIC 간 분산 동기화 구조와 채널 간 위상·진폭 정합 오차 요인을 분석해 다채널 동기화 안정화 기술을 개발하며, 고출력 동작 시 열 집중·열 불안정성과 공정·조립 편차가 성능에 미치는 영향을 분석해 전력·열 안정성 및 양산성·신뢰성을 확보합니다.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5차년도인 2030년의 핵심목표는 N x Unit module 개발 및 제작 검증입니다. 캘리브레이션·보정 알고리즘을 적용해 채널 정합 특성과 보정 전후 RF 성능 개선 효과를 정량 분석하고 제작 검증을 진행합니다. 온도 등 환경 변화 조건에서의 보정 기반 성능 유지 특성과, 다채널 동작 시 열 분포·thermal coupling 특성을 연구합니다. 또한 다중 빔 생성과 빔조향각 변화에 따른 RF 성능·EIRP 변화, 대면적 배열 통합 시 시스템 동작 특성을 연구해 시스템 통합 성능을 최적화합니다.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6차년도인 2031년의 핵심목표는 N x Unit module의 성능 검증 및 최적화입니다. 레이돔-메타표면-안테나 일체형 구조의 전자기적 특성과 주파수 응답, 방사특성 변화, 통합에 따른 손실·커플링 등 상호 영향 메커니즘을 연구합니다. 온도·습도 등 환경 변화 조건에서 통합 시스템의 RF 성능과 상부 구조에 의한 빔 왜곡·손실 영향을 분석해 실환경 시스템 안정성과 빔포밍 특성을 검증합니다. 아울러 위성 NTN의 3GPP 표준 스펙을 분석하고 이를 기반으로 SET 제조사 RFQ에 대응 가능한 Scalable 배치 구조를 연구합니다.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7차년도인 2032년의 핵심목표는 송수신 모듈의 환경 기반 성능 검증 및 특성 최적화입니다. 레이돔-메타표면-안테나-송수신 모듈이 통합된 구조의 시스템 특성과 대면적 배열 기반 동작 안정성, 시스템 레벨 RF 성능을 종합 분석합니다. 상부 방사구조를 교체하며 주파수 응답·방사특성 변화와 다중 빔 동시 운용 성능을 평가해 확장성을 검증하고, 최종적으로 표준 스펙과 라이브러리를 기반으로 사업화 가능한 Scalable 모듈을 개발하여 표준 라이브러리를 구축함으로써 7년간의 개발을 마무리합니다.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이상으로 저희 두산전자의 과제 개요 및 추진 계획 발표를 마치겠습니다. 경청해 주셔서 감사합니다. 질문 있으시면 편하게 말씀해 주시기 바랍니다.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1">
    <p:spTree>
      <p:nvGrpSpPr>
        <p:cNvPr id="1" name=""/>
        <p:cNvGrpSpPr/>
        <p:nvPr/>
      </p:nvGrpSpPr>
      <p:grpSpPr>
        <a:xfrm>
          <a:off x="0" y="0"/>
          <a:ext cx="0" cy="0"/>
          <a:chOff x="0" y="0"/>
          <a:chExt cx="0" cy="0"/>
        </a:xfrm>
      </p:grpSpPr>
      <p:pic>
        <p:nvPicPr>
          <p:cNvPr id="4" name="그림 3">
            <a:extLst>
              <a:ext uri="{FF2B5EF4-FFF2-40B4-BE49-F238E27FC236}">
                <a16:creationId xmlns:a16="http://schemas.microsoft.com/office/drawing/2014/main" id="{F277BF86-BF72-A249-92BD-B90F9052A76F}"/>
              </a:ext>
            </a:extLst>
          </p:cNvPr>
          <p:cNvPicPr>
            <a:picLocks noChangeAspect="1"/>
          </p:cNvPicPr>
          <p:nvPr userDrawn="1"/>
        </p:nvPicPr>
        <p:blipFill>
          <a:blip r:embed="rId2"/>
          <a:stretch>
            <a:fillRect/>
          </a:stretch>
        </p:blipFill>
        <p:spPr>
          <a:xfrm>
            <a:off x="0" y="0"/>
            <a:ext cx="9906000" cy="6858000"/>
          </a:xfrm>
          <a:prstGeom prst="rect">
            <a:avLst/>
          </a:prstGeom>
        </p:spPr>
      </p:pic>
      <p:sp>
        <p:nvSpPr>
          <p:cNvPr id="2" name="제목 1">
            <a:extLst>
              <a:ext uri="{FF2B5EF4-FFF2-40B4-BE49-F238E27FC236}">
                <a16:creationId xmlns:a16="http://schemas.microsoft.com/office/drawing/2014/main" id="{8FE8B400-E7EA-423A-BAB2-5EF95A4129A7}"/>
              </a:ext>
            </a:extLst>
          </p:cNvPr>
          <p:cNvSpPr>
            <a:spLocks noGrp="1"/>
          </p:cNvSpPr>
          <p:nvPr>
            <p:ph type="ctrTitle"/>
          </p:nvPr>
        </p:nvSpPr>
        <p:spPr>
          <a:xfrm>
            <a:off x="484877" y="266994"/>
            <a:ext cx="8648270" cy="923330"/>
          </a:xfrm>
          <a:prstGeom prst="rect">
            <a:avLst/>
          </a:prstGeom>
        </p:spPr>
        <p:txBody>
          <a:bodyPr anchor="ctr"/>
          <a:lstStyle>
            <a:lvl1pPr algn="l">
              <a:defRPr kumimoji="1" lang="ko-KR" altLang="en-US" sz="2650" b="0" i="0" kern="1200" dirty="0">
                <a:solidFill>
                  <a:srgbClr val="FFFFFF"/>
                </a:solidFill>
                <a:latin typeface="Noto Sans Korean Light" panose="020B0300000000000000" pitchFamily="34" charset="-128"/>
                <a:ea typeface="Noto Sans Korean Light" panose="020B0300000000000000" pitchFamily="34" charset="-128"/>
                <a:cs typeface="+mn-cs"/>
              </a:defRPr>
            </a:lvl1pPr>
          </a:lstStyle>
          <a:p>
            <a:r>
              <a:rPr lang="ko-KR" altLang="en-US"/>
              <a:t>마스터 제목 스타일 편집</a:t>
            </a:r>
          </a:p>
        </p:txBody>
      </p:sp>
      <p:sp>
        <p:nvSpPr>
          <p:cNvPr id="19" name="부제목 2">
            <a:extLst>
              <a:ext uri="{FF2B5EF4-FFF2-40B4-BE49-F238E27FC236}">
                <a16:creationId xmlns:a16="http://schemas.microsoft.com/office/drawing/2014/main" id="{7EEDB4A8-B078-4DCE-B98A-40BA1C5A794E}"/>
              </a:ext>
            </a:extLst>
          </p:cNvPr>
          <p:cNvSpPr>
            <a:spLocks noGrp="1"/>
          </p:cNvSpPr>
          <p:nvPr>
            <p:ph type="subTitle" idx="1"/>
          </p:nvPr>
        </p:nvSpPr>
        <p:spPr>
          <a:xfrm>
            <a:off x="484877" y="1226396"/>
            <a:ext cx="5449447" cy="346249"/>
          </a:xfrm>
          <a:prstGeom prst="rect">
            <a:avLst/>
          </a:prstGeom>
        </p:spPr>
        <p:txBody>
          <a:bodyPr anchor="ctr">
            <a:normAutofit/>
          </a:bodyPr>
          <a:lstStyle>
            <a:lvl1pPr marL="0" indent="0" algn="l">
              <a:buNone/>
              <a:defRPr kumimoji="1" lang="ko-Kore-KR" altLang="en-US" sz="1650" b="0" i="0" kern="1200" dirty="0">
                <a:solidFill>
                  <a:srgbClr val="FFFFFF"/>
                </a:solidFill>
                <a:latin typeface="Noto Sans Korean Light" panose="020B0300000000000000" pitchFamily="34" charset="-128"/>
                <a:ea typeface="Noto Sans Korean Light" panose="020B0300000000000000" pitchFamily="34" charset="-128"/>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ko-KR" altLang="en-US"/>
              <a:t>클릭하여 마스터 부제목 스타일 편집</a:t>
            </a:r>
            <a:endParaRPr kumimoji="1" lang="ko-Kore-KR" altLang="en-US"/>
          </a:p>
        </p:txBody>
      </p:sp>
      <p:sp>
        <p:nvSpPr>
          <p:cNvPr id="9" name="텍스트 개체 틀 13">
            <a:extLst>
              <a:ext uri="{FF2B5EF4-FFF2-40B4-BE49-F238E27FC236}">
                <a16:creationId xmlns:a16="http://schemas.microsoft.com/office/drawing/2014/main" id="{F14D8FA8-773E-7748-90F0-4DAC33CBD307}"/>
              </a:ext>
            </a:extLst>
          </p:cNvPr>
          <p:cNvSpPr>
            <a:spLocks noGrp="1"/>
          </p:cNvSpPr>
          <p:nvPr>
            <p:ph type="body" sz="quarter" idx="11"/>
          </p:nvPr>
        </p:nvSpPr>
        <p:spPr>
          <a:xfrm>
            <a:off x="3701677" y="6168186"/>
            <a:ext cx="6125752" cy="338554"/>
          </a:xfrm>
          <a:prstGeom prst="rect">
            <a:avLst/>
          </a:prstGeom>
        </p:spPr>
        <p:txBody>
          <a:bodyPr anchor="ctr"/>
          <a:lstStyle>
            <a:lvl1pPr marL="0" indent="0" algn="r">
              <a:buNone/>
              <a:defRPr kumimoji="1" lang="ko-KR" altLang="en-US" sz="1300" b="0" i="0" kern="1200" dirty="0" smtClean="0">
                <a:solidFill>
                  <a:srgbClr val="FFFFFF"/>
                </a:solidFill>
                <a:latin typeface="Noto Sans Korean Regular" panose="020B0400000000000000" pitchFamily="34" charset="-128"/>
                <a:ea typeface="Noto Sans Korean Regular" panose="020B0400000000000000" pitchFamily="34" charset="-128"/>
                <a:cs typeface="+mn-cs"/>
              </a:defRPr>
            </a:lvl1pPr>
          </a:lstStyle>
          <a:p>
            <a:pPr lvl="0"/>
            <a:r>
              <a:rPr lang="ko-KR" altLang="en-US"/>
              <a:t>마스터 텍스트 스타일 편집</a:t>
            </a:r>
          </a:p>
        </p:txBody>
      </p:sp>
      <p:sp>
        <p:nvSpPr>
          <p:cNvPr id="12" name="텍스트 개체 틀 13">
            <a:extLst>
              <a:ext uri="{FF2B5EF4-FFF2-40B4-BE49-F238E27FC236}">
                <a16:creationId xmlns:a16="http://schemas.microsoft.com/office/drawing/2014/main" id="{85E2512F-8E9F-3F4D-AF66-15DE2F7876BE}"/>
              </a:ext>
            </a:extLst>
          </p:cNvPr>
          <p:cNvSpPr>
            <a:spLocks noGrp="1"/>
          </p:cNvSpPr>
          <p:nvPr>
            <p:ph type="body" sz="quarter" idx="12" hasCustomPrompt="1"/>
          </p:nvPr>
        </p:nvSpPr>
        <p:spPr>
          <a:xfrm>
            <a:off x="3701677" y="5955724"/>
            <a:ext cx="6125752" cy="338554"/>
          </a:xfrm>
          <a:prstGeom prst="rect">
            <a:avLst/>
          </a:prstGeom>
        </p:spPr>
        <p:txBody>
          <a:bodyPr anchor="ctr"/>
          <a:lstStyle>
            <a:lvl1pPr marL="0" indent="0" algn="r">
              <a:buNone/>
              <a:defRPr kumimoji="1" lang="ko-KR" altLang="en-US" sz="1300" b="0" i="0" kern="1200" dirty="0" smtClean="0">
                <a:solidFill>
                  <a:srgbClr val="FFFFFF"/>
                </a:solidFill>
                <a:latin typeface="Noto Sans Korean Regular" panose="020B0400000000000000" pitchFamily="34" charset="-128"/>
                <a:ea typeface="Noto Sans Korean Regular" panose="020B0400000000000000" pitchFamily="34" charset="-128"/>
                <a:cs typeface="+mn-cs"/>
              </a:defRPr>
            </a:lvl1pPr>
          </a:lstStyle>
          <a:p>
            <a:pPr lvl="0"/>
            <a:r>
              <a:rPr lang="en-US" altLang="ko-KR"/>
              <a:t>12/21/21</a:t>
            </a:r>
            <a:endParaRPr lang="ko-KR" altLang="en-US"/>
          </a:p>
        </p:txBody>
      </p:sp>
    </p:spTree>
    <p:extLst>
      <p:ext uri="{BB962C8B-B14F-4D97-AF65-F5344CB8AC3E}">
        <p14:creationId xmlns:p14="http://schemas.microsoft.com/office/powerpoint/2010/main" val="3440295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제목 슬라이드 3">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0EF03C10-A78F-B243-A17F-4FDB330A8576}"/>
              </a:ext>
            </a:extLst>
          </p:cNvPr>
          <p:cNvPicPr>
            <a:picLocks noChangeAspect="1"/>
          </p:cNvPicPr>
          <p:nvPr userDrawn="1"/>
        </p:nvPicPr>
        <p:blipFill>
          <a:blip r:embed="rId2"/>
          <a:stretch>
            <a:fillRect/>
          </a:stretch>
        </p:blipFill>
        <p:spPr>
          <a:xfrm>
            <a:off x="0" y="0"/>
            <a:ext cx="9906000" cy="6858000"/>
          </a:xfrm>
          <a:prstGeom prst="rect">
            <a:avLst/>
          </a:prstGeom>
        </p:spPr>
      </p:pic>
      <p:sp>
        <p:nvSpPr>
          <p:cNvPr id="14" name="텍스트 개체 틀 13">
            <a:extLst>
              <a:ext uri="{FF2B5EF4-FFF2-40B4-BE49-F238E27FC236}">
                <a16:creationId xmlns:a16="http://schemas.microsoft.com/office/drawing/2014/main" id="{FFB68D75-AF67-4525-83D0-EF23A3B4C8AD}"/>
              </a:ext>
            </a:extLst>
          </p:cNvPr>
          <p:cNvSpPr>
            <a:spLocks noGrp="1"/>
          </p:cNvSpPr>
          <p:nvPr>
            <p:ph type="body" sz="quarter" idx="11"/>
          </p:nvPr>
        </p:nvSpPr>
        <p:spPr>
          <a:xfrm>
            <a:off x="3701677" y="6168186"/>
            <a:ext cx="6125752" cy="338554"/>
          </a:xfrm>
          <a:prstGeom prst="rect">
            <a:avLst/>
          </a:prstGeom>
        </p:spPr>
        <p:txBody>
          <a:bodyPr anchor="ctr"/>
          <a:lstStyle>
            <a:lvl1pPr marL="0" indent="0" algn="r">
              <a:buNone/>
              <a:defRPr kumimoji="1" lang="ko-KR" altLang="en-US" sz="1300" b="0" i="0" kern="1200" dirty="0" smtClean="0">
                <a:solidFill>
                  <a:srgbClr val="FFFFFF"/>
                </a:solidFill>
                <a:latin typeface="Noto Sans Korean Regular" panose="020B0400000000000000" pitchFamily="34" charset="-128"/>
                <a:ea typeface="Noto Sans Korean Regular" panose="020B0400000000000000" pitchFamily="34" charset="-128"/>
                <a:cs typeface="+mn-cs"/>
              </a:defRPr>
            </a:lvl1pPr>
          </a:lstStyle>
          <a:p>
            <a:pPr lvl="0"/>
            <a:r>
              <a:rPr lang="ko-KR" altLang="en-US"/>
              <a:t>마스터 텍스트 스타일 편집</a:t>
            </a:r>
          </a:p>
        </p:txBody>
      </p:sp>
      <p:sp>
        <p:nvSpPr>
          <p:cNvPr id="12" name="텍스트 개체 틀 13">
            <a:extLst>
              <a:ext uri="{FF2B5EF4-FFF2-40B4-BE49-F238E27FC236}">
                <a16:creationId xmlns:a16="http://schemas.microsoft.com/office/drawing/2014/main" id="{43F34567-7183-B44A-96F1-D12C18C8D381}"/>
              </a:ext>
            </a:extLst>
          </p:cNvPr>
          <p:cNvSpPr>
            <a:spLocks noGrp="1"/>
          </p:cNvSpPr>
          <p:nvPr>
            <p:ph type="body" sz="quarter" idx="12" hasCustomPrompt="1"/>
          </p:nvPr>
        </p:nvSpPr>
        <p:spPr>
          <a:xfrm>
            <a:off x="3701677" y="5955724"/>
            <a:ext cx="6125752" cy="338554"/>
          </a:xfrm>
          <a:prstGeom prst="rect">
            <a:avLst/>
          </a:prstGeom>
        </p:spPr>
        <p:txBody>
          <a:bodyPr anchor="ctr"/>
          <a:lstStyle>
            <a:lvl1pPr marL="0" indent="0" algn="r">
              <a:buNone/>
              <a:defRPr kumimoji="1" lang="ko-KR" altLang="en-US" sz="1300" b="0" i="0" kern="1200" dirty="0" smtClean="0">
                <a:solidFill>
                  <a:srgbClr val="FFFFFF"/>
                </a:solidFill>
                <a:latin typeface="Noto Sans Korean Regular" panose="020B0400000000000000" pitchFamily="34" charset="-128"/>
                <a:ea typeface="Noto Sans Korean Regular" panose="020B0400000000000000" pitchFamily="34" charset="-128"/>
                <a:cs typeface="+mn-cs"/>
              </a:defRPr>
            </a:lvl1pPr>
          </a:lstStyle>
          <a:p>
            <a:pPr lvl="0"/>
            <a:r>
              <a:rPr lang="en-US" altLang="ko-KR"/>
              <a:t>12/21/21</a:t>
            </a:r>
            <a:endParaRPr lang="ko-KR" altLang="en-US"/>
          </a:p>
        </p:txBody>
      </p:sp>
      <p:sp>
        <p:nvSpPr>
          <p:cNvPr id="13" name="제목 1">
            <a:extLst>
              <a:ext uri="{FF2B5EF4-FFF2-40B4-BE49-F238E27FC236}">
                <a16:creationId xmlns:a16="http://schemas.microsoft.com/office/drawing/2014/main" id="{69881A5C-AAB7-2748-B7A6-F282371CC1CE}"/>
              </a:ext>
            </a:extLst>
          </p:cNvPr>
          <p:cNvSpPr>
            <a:spLocks noGrp="1"/>
          </p:cNvSpPr>
          <p:nvPr>
            <p:ph type="ctrTitle"/>
          </p:nvPr>
        </p:nvSpPr>
        <p:spPr>
          <a:xfrm>
            <a:off x="484877" y="266994"/>
            <a:ext cx="8648270" cy="923330"/>
          </a:xfrm>
          <a:prstGeom prst="rect">
            <a:avLst/>
          </a:prstGeom>
        </p:spPr>
        <p:txBody>
          <a:bodyPr anchor="ctr"/>
          <a:lstStyle>
            <a:lvl1pPr algn="l">
              <a:defRPr kumimoji="1" lang="ko-KR" altLang="en-US" sz="2650" b="0" i="0" kern="1200" dirty="0">
                <a:solidFill>
                  <a:srgbClr val="0860B5"/>
                </a:solidFill>
                <a:latin typeface="Noto Sans Korean Light" panose="020B0300000000000000" pitchFamily="34" charset="-128"/>
                <a:ea typeface="Noto Sans Korean Light" panose="020B0300000000000000" pitchFamily="34" charset="-128"/>
                <a:cs typeface="+mn-cs"/>
              </a:defRPr>
            </a:lvl1pPr>
          </a:lstStyle>
          <a:p>
            <a:r>
              <a:rPr lang="ko-KR" altLang="en-US"/>
              <a:t>마스터 제목 스타일 편집</a:t>
            </a:r>
          </a:p>
        </p:txBody>
      </p:sp>
      <p:sp>
        <p:nvSpPr>
          <p:cNvPr id="15" name="부제목 2">
            <a:extLst>
              <a:ext uri="{FF2B5EF4-FFF2-40B4-BE49-F238E27FC236}">
                <a16:creationId xmlns:a16="http://schemas.microsoft.com/office/drawing/2014/main" id="{184CEDEB-F54E-3E4F-9B52-31809F786D44}"/>
              </a:ext>
            </a:extLst>
          </p:cNvPr>
          <p:cNvSpPr>
            <a:spLocks noGrp="1"/>
          </p:cNvSpPr>
          <p:nvPr>
            <p:ph type="subTitle" idx="1"/>
          </p:nvPr>
        </p:nvSpPr>
        <p:spPr>
          <a:xfrm>
            <a:off x="484877" y="1226396"/>
            <a:ext cx="5449447" cy="346249"/>
          </a:xfrm>
          <a:prstGeom prst="rect">
            <a:avLst/>
          </a:prstGeom>
        </p:spPr>
        <p:txBody>
          <a:bodyPr anchor="ctr">
            <a:normAutofit/>
          </a:bodyPr>
          <a:lstStyle>
            <a:lvl1pPr marL="0" indent="0" algn="l">
              <a:buNone/>
              <a:defRPr kumimoji="1" lang="ko-Kore-KR" altLang="en-US" sz="1650" b="0" i="0" kern="1200" dirty="0">
                <a:solidFill>
                  <a:srgbClr val="0860B5"/>
                </a:solidFill>
                <a:latin typeface="Noto Sans Korean Light" panose="020B0300000000000000" pitchFamily="34" charset="-128"/>
                <a:ea typeface="Noto Sans Korean Light" panose="020B0300000000000000" pitchFamily="34" charset="-128"/>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ko-KR" altLang="en-US"/>
              <a:t>클릭하여 마스터 부제목 스타일 편집</a:t>
            </a:r>
            <a:endParaRPr kumimoji="1" lang="ko-Kore-KR" altLang="en-US"/>
          </a:p>
        </p:txBody>
      </p:sp>
    </p:spTree>
    <p:extLst>
      <p:ext uri="{BB962C8B-B14F-4D97-AF65-F5344CB8AC3E}">
        <p14:creationId xmlns:p14="http://schemas.microsoft.com/office/powerpoint/2010/main" val="2938761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목차 슬라이드 1">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8CBD32E8-70C2-3D47-8E26-29ECB0104A4C}"/>
              </a:ext>
            </a:extLst>
          </p:cNvPr>
          <p:cNvPicPr>
            <a:picLocks noChangeAspect="1"/>
          </p:cNvPicPr>
          <p:nvPr userDrawn="1"/>
        </p:nvPicPr>
        <p:blipFill>
          <a:blip r:embed="rId2"/>
          <a:stretch>
            <a:fillRect/>
          </a:stretch>
        </p:blipFill>
        <p:spPr>
          <a:xfrm>
            <a:off x="0" y="0"/>
            <a:ext cx="9906000" cy="6858000"/>
          </a:xfrm>
          <a:prstGeom prst="rect">
            <a:avLst/>
          </a:prstGeom>
        </p:spPr>
      </p:pic>
      <p:sp>
        <p:nvSpPr>
          <p:cNvPr id="19" name="텍스트 개체 틀 7">
            <a:extLst>
              <a:ext uri="{FF2B5EF4-FFF2-40B4-BE49-F238E27FC236}">
                <a16:creationId xmlns:a16="http://schemas.microsoft.com/office/drawing/2014/main" id="{F822F19E-F991-496B-8277-6BF805F69854}"/>
              </a:ext>
            </a:extLst>
          </p:cNvPr>
          <p:cNvSpPr>
            <a:spLocks noGrp="1"/>
          </p:cNvSpPr>
          <p:nvPr>
            <p:ph type="body" sz="quarter" idx="10"/>
          </p:nvPr>
        </p:nvSpPr>
        <p:spPr>
          <a:xfrm>
            <a:off x="4985659" y="3071683"/>
            <a:ext cx="3704860" cy="1344612"/>
          </a:xfrm>
          <a:prstGeom prst="rect">
            <a:avLst/>
          </a:prstGeom>
        </p:spPr>
        <p:txBody>
          <a:bodyPr/>
          <a:lstStyle>
            <a:lvl1pPr marL="342900" indent="-342900">
              <a:buFont typeface="+mj-lt"/>
              <a:buAutoNum type="arabicPeriod"/>
              <a:defRPr kumimoji="1" lang="ko-KR" altLang="en-US" sz="1200" b="0" i="0" kern="1200" dirty="0">
                <a:solidFill>
                  <a:srgbClr val="0860B5"/>
                </a:solidFill>
                <a:latin typeface="Noto Sans Korean Regular" panose="020B0400000000000000" pitchFamily="34" charset="-128"/>
                <a:ea typeface="Noto Sans Korean Regular" panose="020B0400000000000000" pitchFamily="34" charset="-128"/>
                <a:cs typeface="+mn-cs"/>
              </a:defRPr>
            </a:lvl1pPr>
          </a:lstStyle>
          <a:p>
            <a:pPr lvl="0"/>
            <a:r>
              <a:rPr lang="ko-KR" altLang="en-US"/>
              <a:t>마스터 텍스트 스타일 편집</a:t>
            </a:r>
          </a:p>
        </p:txBody>
      </p:sp>
      <p:sp>
        <p:nvSpPr>
          <p:cNvPr id="20" name="제목 1">
            <a:extLst>
              <a:ext uri="{FF2B5EF4-FFF2-40B4-BE49-F238E27FC236}">
                <a16:creationId xmlns:a16="http://schemas.microsoft.com/office/drawing/2014/main" id="{43C2EC2E-2E5C-48D1-9BB1-7F2D3A08C650}"/>
              </a:ext>
            </a:extLst>
          </p:cNvPr>
          <p:cNvSpPr>
            <a:spLocks noGrp="1"/>
          </p:cNvSpPr>
          <p:nvPr>
            <p:ph type="ctrTitle"/>
          </p:nvPr>
        </p:nvSpPr>
        <p:spPr>
          <a:xfrm>
            <a:off x="451529" y="583324"/>
            <a:ext cx="6050871" cy="461665"/>
          </a:xfrm>
          <a:prstGeom prst="rect">
            <a:avLst/>
          </a:prstGeom>
        </p:spPr>
        <p:txBody>
          <a:bodyPr lIns="72000" tIns="36000" rIns="72000" bIns="36000" anchor="ctr">
            <a:normAutofit/>
          </a:bodyPr>
          <a:lstStyle>
            <a:lvl1pPr marL="0" algn="l" defTabSz="914400" rtl="0" eaLnBrk="1" latinLnBrk="0" hangingPunct="1">
              <a:defRPr kumimoji="1" lang="ko-Kore-KR" altLang="en-US" sz="1800" b="0" i="0" kern="1200" dirty="0">
                <a:solidFill>
                  <a:srgbClr val="0860B5"/>
                </a:solidFill>
                <a:latin typeface="Noto Sans Korean Regular" panose="020B0500000000000000" pitchFamily="34" charset="-128"/>
                <a:ea typeface="Noto Sans Korean Regular" panose="020B0500000000000000" pitchFamily="34" charset="-128"/>
                <a:cs typeface="+mn-cs"/>
              </a:defRPr>
            </a:lvl1pPr>
          </a:lstStyle>
          <a:p>
            <a:r>
              <a:rPr kumimoji="1" lang="ko-KR" altLang="en-US"/>
              <a:t>마스터 제목 스타일 편집</a:t>
            </a:r>
            <a:endParaRPr kumimoji="1" lang="ko-Kore-KR" altLang="en-US"/>
          </a:p>
        </p:txBody>
      </p:sp>
      <p:sp>
        <p:nvSpPr>
          <p:cNvPr id="5" name="슬라이드 번호 개체 틀 5">
            <a:extLst>
              <a:ext uri="{FF2B5EF4-FFF2-40B4-BE49-F238E27FC236}">
                <a16:creationId xmlns:a16="http://schemas.microsoft.com/office/drawing/2014/main" id="{35787E21-28E5-4495-A227-A1BCA88A8ABE}"/>
              </a:ext>
            </a:extLst>
          </p:cNvPr>
          <p:cNvSpPr>
            <a:spLocks noGrp="1"/>
          </p:cNvSpPr>
          <p:nvPr>
            <p:ph type="sldNum" sz="quarter" idx="4"/>
          </p:nvPr>
        </p:nvSpPr>
        <p:spPr>
          <a:xfrm>
            <a:off x="6996113" y="6492875"/>
            <a:ext cx="2228850" cy="365125"/>
          </a:xfrm>
          <a:prstGeom prst="rect">
            <a:avLst/>
          </a:prstGeom>
        </p:spPr>
        <p:txBody>
          <a:bodyPr vert="horz" lIns="91440" tIns="45720" rIns="91440" bIns="45720" rtlCol="0" anchor="ctr"/>
          <a:lstStyle>
            <a:lvl1pPr algn="r">
              <a:defRPr sz="1200">
                <a:solidFill>
                  <a:schemeClr val="tx1"/>
                </a:solidFill>
              </a:defRPr>
            </a:lvl1pPr>
          </a:lstStyle>
          <a:p>
            <a:fld id="{E8B113C4-B834-4BEA-901C-8797A7F90894}" type="slidenum">
              <a:rPr lang="ko-KR" altLang="en-US" smtClean="0"/>
              <a:pPr/>
              <a:t>‹#›</a:t>
            </a:fld>
            <a:endParaRPr lang="ko-KR" altLang="en-US"/>
          </a:p>
        </p:txBody>
      </p:sp>
    </p:spTree>
    <p:extLst>
      <p:ext uri="{BB962C8B-B14F-4D97-AF65-F5344CB8AC3E}">
        <p14:creationId xmlns:p14="http://schemas.microsoft.com/office/powerpoint/2010/main" val="24890981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목차 슬라이드 2">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1BC643D5-2324-F347-A120-9AA9C2FC3E58}"/>
              </a:ext>
            </a:extLst>
          </p:cNvPr>
          <p:cNvPicPr>
            <a:picLocks noChangeAspect="1"/>
          </p:cNvPicPr>
          <p:nvPr userDrawn="1"/>
        </p:nvPicPr>
        <p:blipFill>
          <a:blip r:embed="rId2"/>
          <a:stretch>
            <a:fillRect/>
          </a:stretch>
        </p:blipFill>
        <p:spPr>
          <a:xfrm>
            <a:off x="0" y="0"/>
            <a:ext cx="9906000" cy="6858000"/>
          </a:xfrm>
          <a:prstGeom prst="rect">
            <a:avLst/>
          </a:prstGeom>
        </p:spPr>
      </p:pic>
      <p:sp>
        <p:nvSpPr>
          <p:cNvPr id="5" name="텍스트 개체 틀 7">
            <a:extLst>
              <a:ext uri="{FF2B5EF4-FFF2-40B4-BE49-F238E27FC236}">
                <a16:creationId xmlns:a16="http://schemas.microsoft.com/office/drawing/2014/main" id="{9855CC99-0E44-214A-8380-C2D13AA87FAE}"/>
              </a:ext>
            </a:extLst>
          </p:cNvPr>
          <p:cNvSpPr>
            <a:spLocks noGrp="1"/>
          </p:cNvSpPr>
          <p:nvPr>
            <p:ph type="body" sz="quarter" idx="10"/>
          </p:nvPr>
        </p:nvSpPr>
        <p:spPr>
          <a:xfrm>
            <a:off x="4985659" y="3071683"/>
            <a:ext cx="3704860" cy="1344612"/>
          </a:xfrm>
          <a:prstGeom prst="rect">
            <a:avLst/>
          </a:prstGeom>
        </p:spPr>
        <p:txBody>
          <a:bodyPr/>
          <a:lstStyle>
            <a:lvl1pPr marL="342900" indent="-342900">
              <a:buFont typeface="+mj-lt"/>
              <a:buAutoNum type="arabicPeriod"/>
              <a:defRPr kumimoji="1" lang="ko-KR" altLang="en-US" sz="1200" b="0" i="0" kern="1200" dirty="0">
                <a:solidFill>
                  <a:srgbClr val="0860B5"/>
                </a:solidFill>
                <a:latin typeface="Noto Sans Korean Regular" panose="020B0400000000000000" pitchFamily="34" charset="-128"/>
                <a:ea typeface="Noto Sans Korean Regular" panose="020B0400000000000000" pitchFamily="34" charset="-128"/>
                <a:cs typeface="+mn-cs"/>
              </a:defRPr>
            </a:lvl1pPr>
          </a:lstStyle>
          <a:p>
            <a:pPr lvl="0"/>
            <a:r>
              <a:rPr lang="ko-KR" altLang="en-US"/>
              <a:t>마스터 텍스트 스타일 편집</a:t>
            </a:r>
          </a:p>
        </p:txBody>
      </p:sp>
      <p:sp>
        <p:nvSpPr>
          <p:cNvPr id="7" name="제목 1">
            <a:extLst>
              <a:ext uri="{FF2B5EF4-FFF2-40B4-BE49-F238E27FC236}">
                <a16:creationId xmlns:a16="http://schemas.microsoft.com/office/drawing/2014/main" id="{DB6ED87A-342E-D647-B686-0540F90C750E}"/>
              </a:ext>
            </a:extLst>
          </p:cNvPr>
          <p:cNvSpPr>
            <a:spLocks noGrp="1"/>
          </p:cNvSpPr>
          <p:nvPr>
            <p:ph type="ctrTitle"/>
          </p:nvPr>
        </p:nvSpPr>
        <p:spPr>
          <a:xfrm>
            <a:off x="451529" y="583324"/>
            <a:ext cx="6050871" cy="461665"/>
          </a:xfrm>
          <a:prstGeom prst="rect">
            <a:avLst/>
          </a:prstGeom>
        </p:spPr>
        <p:txBody>
          <a:bodyPr lIns="72000" tIns="36000" rIns="72000" bIns="36000" anchor="ctr">
            <a:normAutofit/>
          </a:bodyPr>
          <a:lstStyle>
            <a:lvl1pPr marL="0" algn="l" defTabSz="914400" rtl="0" eaLnBrk="1" latinLnBrk="0" hangingPunct="1">
              <a:defRPr kumimoji="1" lang="ko-Kore-KR" altLang="en-US" sz="1800" b="0" i="0" kern="1200" dirty="0">
                <a:solidFill>
                  <a:srgbClr val="0860B5"/>
                </a:solidFill>
                <a:latin typeface="Noto Sans Korean Regular" panose="020B0500000000000000" pitchFamily="34" charset="-128"/>
                <a:ea typeface="Noto Sans Korean Regular" panose="020B0500000000000000" pitchFamily="34" charset="-128"/>
                <a:cs typeface="+mn-cs"/>
              </a:defRPr>
            </a:lvl1pPr>
          </a:lstStyle>
          <a:p>
            <a:r>
              <a:rPr kumimoji="1" lang="ko-KR" altLang="en-US"/>
              <a:t>마스터 제목 스타일 편집</a:t>
            </a:r>
            <a:endParaRPr kumimoji="1" lang="ko-Kore-KR" altLang="en-US"/>
          </a:p>
        </p:txBody>
      </p:sp>
      <p:sp>
        <p:nvSpPr>
          <p:cNvPr id="6" name="슬라이드 번호 개체 틀 5">
            <a:extLst>
              <a:ext uri="{FF2B5EF4-FFF2-40B4-BE49-F238E27FC236}">
                <a16:creationId xmlns:a16="http://schemas.microsoft.com/office/drawing/2014/main" id="{5E63D074-D4DD-4911-8226-53D65147B6D7}"/>
              </a:ext>
            </a:extLst>
          </p:cNvPr>
          <p:cNvSpPr>
            <a:spLocks noGrp="1"/>
          </p:cNvSpPr>
          <p:nvPr>
            <p:ph type="sldNum" sz="quarter" idx="4"/>
          </p:nvPr>
        </p:nvSpPr>
        <p:spPr>
          <a:xfrm>
            <a:off x="6996113" y="6492875"/>
            <a:ext cx="2228850" cy="365125"/>
          </a:xfrm>
          <a:prstGeom prst="rect">
            <a:avLst/>
          </a:prstGeom>
        </p:spPr>
        <p:txBody>
          <a:bodyPr vert="horz" lIns="91440" tIns="45720" rIns="91440" bIns="45720" rtlCol="0" anchor="ctr"/>
          <a:lstStyle>
            <a:lvl1pPr algn="r">
              <a:defRPr sz="1200">
                <a:solidFill>
                  <a:schemeClr val="tx1"/>
                </a:solidFill>
              </a:defRPr>
            </a:lvl1pPr>
          </a:lstStyle>
          <a:p>
            <a:fld id="{E8B113C4-B834-4BEA-901C-8797A7F90894}" type="slidenum">
              <a:rPr lang="ko-KR" altLang="en-US" smtClean="0"/>
              <a:pPr/>
              <a:t>‹#›</a:t>
            </a:fld>
            <a:endParaRPr lang="ko-KR" altLang="en-US"/>
          </a:p>
        </p:txBody>
      </p:sp>
    </p:spTree>
    <p:extLst>
      <p:ext uri="{BB962C8B-B14F-4D97-AF65-F5344CB8AC3E}">
        <p14:creationId xmlns:p14="http://schemas.microsoft.com/office/powerpoint/2010/main" val="889033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본문 슬라이드 1 (1)">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0C7FD510-B72A-4E47-8A33-874A0E0FCB3B}"/>
              </a:ext>
            </a:extLst>
          </p:cNvPr>
          <p:cNvSpPr/>
          <p:nvPr userDrawn="1"/>
        </p:nvSpPr>
        <p:spPr>
          <a:xfrm>
            <a:off x="0" y="0"/>
            <a:ext cx="9906000" cy="683978"/>
          </a:xfrm>
          <a:prstGeom prst="rect">
            <a:avLst/>
          </a:prstGeom>
          <a:solidFill>
            <a:srgbClr val="CCDFF1"/>
          </a:solidFill>
          <a:ln>
            <a:solidFill>
              <a:srgbClr val="CCDFF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텍스트 개체 틀 7">
            <a:extLst>
              <a:ext uri="{FF2B5EF4-FFF2-40B4-BE49-F238E27FC236}">
                <a16:creationId xmlns:a16="http://schemas.microsoft.com/office/drawing/2014/main" id="{2393D055-182E-4180-8F0C-FB94E8B60A98}"/>
              </a:ext>
            </a:extLst>
          </p:cNvPr>
          <p:cNvSpPr>
            <a:spLocks noGrp="1"/>
          </p:cNvSpPr>
          <p:nvPr>
            <p:ph type="body" sz="quarter" idx="10"/>
          </p:nvPr>
        </p:nvSpPr>
        <p:spPr>
          <a:xfrm>
            <a:off x="379307" y="936626"/>
            <a:ext cx="9367308" cy="1344612"/>
          </a:xfrm>
          <a:prstGeom prst="rect">
            <a:avLst/>
          </a:prstGeom>
        </p:spPr>
        <p:txBody>
          <a:bodyPr/>
          <a:lstStyle>
            <a:lvl1pPr marL="0" indent="0">
              <a:buFont typeface="+mj-lt"/>
              <a:buNone/>
              <a:defRPr kumimoji="1" lang="ko-KR" altLang="en-US" sz="1000" b="0" i="0" kern="1200" dirty="0">
                <a:solidFill>
                  <a:srgbClr val="005EB8"/>
                </a:solidFill>
                <a:latin typeface="Noto Sans Korean Regular" panose="020B0500000000000000" pitchFamily="34" charset="-128"/>
                <a:ea typeface="Noto Sans Korean Regular" panose="020B0500000000000000" pitchFamily="34" charset="-128"/>
                <a:cs typeface="+mn-cs"/>
              </a:defRPr>
            </a:lvl1pPr>
          </a:lstStyle>
          <a:p>
            <a:pPr lvl="0"/>
            <a:r>
              <a:rPr lang="ko-KR" altLang="en-US"/>
              <a:t>마스터 텍스트 스타일 편집</a:t>
            </a:r>
          </a:p>
        </p:txBody>
      </p:sp>
      <p:sp>
        <p:nvSpPr>
          <p:cNvPr id="12" name="제목 1">
            <a:extLst>
              <a:ext uri="{FF2B5EF4-FFF2-40B4-BE49-F238E27FC236}">
                <a16:creationId xmlns:a16="http://schemas.microsoft.com/office/drawing/2014/main" id="{91FC4EB9-6390-4817-81B4-97EBDE16F7CA}"/>
              </a:ext>
            </a:extLst>
          </p:cNvPr>
          <p:cNvSpPr>
            <a:spLocks noGrp="1"/>
          </p:cNvSpPr>
          <p:nvPr>
            <p:ph type="ctrTitle"/>
          </p:nvPr>
        </p:nvSpPr>
        <p:spPr>
          <a:xfrm>
            <a:off x="379306" y="111167"/>
            <a:ext cx="9367308" cy="461666"/>
          </a:xfrm>
          <a:prstGeom prst="rect">
            <a:avLst/>
          </a:prstGeom>
        </p:spPr>
        <p:txBody>
          <a:bodyPr lIns="72000" tIns="36000" rIns="72000" bIns="36000" anchor="ctr">
            <a:normAutofit/>
          </a:bodyPr>
          <a:lstStyle>
            <a:lvl1pPr marL="0" algn="l" defTabSz="914400" rtl="0" eaLnBrk="1" latinLnBrk="0" hangingPunct="1">
              <a:defRPr kumimoji="1" lang="ko-Kore-KR" altLang="en-US" sz="1200" b="0" i="0" kern="1200" dirty="0">
                <a:solidFill>
                  <a:srgbClr val="005EB8"/>
                </a:solidFill>
                <a:latin typeface="Noto Sans Korean Regular" panose="020B0500000000000000" pitchFamily="34" charset="-128"/>
                <a:ea typeface="Noto Sans Korean Regular" panose="020B0500000000000000" pitchFamily="34" charset="-128"/>
                <a:cs typeface="+mn-cs"/>
              </a:defRPr>
            </a:lvl1pPr>
          </a:lstStyle>
          <a:p>
            <a:r>
              <a:rPr kumimoji="1" lang="ko-KR" altLang="en-US"/>
              <a:t>마스터 제목 스타일 편집</a:t>
            </a:r>
            <a:endParaRPr kumimoji="1" lang="ko-Kore-KR" altLang="en-US"/>
          </a:p>
        </p:txBody>
      </p:sp>
      <p:sp>
        <p:nvSpPr>
          <p:cNvPr id="5" name="슬라이드 번호 개체 틀 5">
            <a:extLst>
              <a:ext uri="{FF2B5EF4-FFF2-40B4-BE49-F238E27FC236}">
                <a16:creationId xmlns:a16="http://schemas.microsoft.com/office/drawing/2014/main" id="{34620688-F169-4C7A-B07C-C1A84C737AFD}"/>
              </a:ext>
            </a:extLst>
          </p:cNvPr>
          <p:cNvSpPr>
            <a:spLocks noGrp="1"/>
          </p:cNvSpPr>
          <p:nvPr>
            <p:ph type="sldNum" sz="quarter" idx="4"/>
          </p:nvPr>
        </p:nvSpPr>
        <p:spPr>
          <a:xfrm>
            <a:off x="0" y="6492875"/>
            <a:ext cx="9906000" cy="365125"/>
          </a:xfrm>
          <a:prstGeom prst="rect">
            <a:avLst/>
          </a:prstGeom>
        </p:spPr>
        <p:txBody>
          <a:bodyPr vert="horz" lIns="91440" tIns="45720" rIns="91440" bIns="45720" rtlCol="0" anchor="ctr"/>
          <a:lstStyle>
            <a:lvl1pPr algn="ctr">
              <a:defRPr sz="1200">
                <a:solidFill>
                  <a:schemeClr val="tx1"/>
                </a:solidFill>
              </a:defRPr>
            </a:lvl1pPr>
          </a:lstStyle>
          <a:p>
            <a:fld id="{E8B113C4-B834-4BEA-901C-8797A7F90894}" type="slidenum">
              <a:rPr lang="ko-KR" altLang="en-US" smtClean="0"/>
              <a:pPr/>
              <a:t>‹#›</a:t>
            </a:fld>
            <a:endParaRPr lang="ko-KR" altLang="en-US"/>
          </a:p>
        </p:txBody>
      </p:sp>
    </p:spTree>
    <p:extLst>
      <p:ext uri="{BB962C8B-B14F-4D97-AF65-F5344CB8AC3E}">
        <p14:creationId xmlns:p14="http://schemas.microsoft.com/office/powerpoint/2010/main" val="368860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본문 슬라이드 1 (2)">
    <p:spTree>
      <p:nvGrpSpPr>
        <p:cNvPr id="1" name=""/>
        <p:cNvGrpSpPr/>
        <p:nvPr/>
      </p:nvGrpSpPr>
      <p:grpSpPr>
        <a:xfrm>
          <a:off x="0" y="0"/>
          <a:ext cx="0" cy="0"/>
          <a:chOff x="0" y="0"/>
          <a:chExt cx="0" cy="0"/>
        </a:xfrm>
      </p:grpSpPr>
      <p:cxnSp>
        <p:nvCxnSpPr>
          <p:cNvPr id="3" name="직선 연결선 2">
            <a:extLst>
              <a:ext uri="{FF2B5EF4-FFF2-40B4-BE49-F238E27FC236}">
                <a16:creationId xmlns:a16="http://schemas.microsoft.com/office/drawing/2014/main" id="{46A00B4C-BE94-4E6D-82FD-2A60CAABAE19}"/>
              </a:ext>
            </a:extLst>
          </p:cNvPr>
          <p:cNvCxnSpPr/>
          <p:nvPr userDrawn="1"/>
        </p:nvCxnSpPr>
        <p:spPr>
          <a:xfrm>
            <a:off x="0" y="684000"/>
            <a:ext cx="9906000" cy="0"/>
          </a:xfrm>
          <a:prstGeom prst="line">
            <a:avLst/>
          </a:prstGeom>
          <a:ln w="19050">
            <a:solidFill>
              <a:srgbClr val="005EB8"/>
            </a:solidFill>
          </a:ln>
        </p:spPr>
        <p:style>
          <a:lnRef idx="1">
            <a:schemeClr val="accent1"/>
          </a:lnRef>
          <a:fillRef idx="0">
            <a:schemeClr val="accent1"/>
          </a:fillRef>
          <a:effectRef idx="0">
            <a:schemeClr val="accent1"/>
          </a:effectRef>
          <a:fontRef idx="minor">
            <a:schemeClr val="tx1"/>
          </a:fontRef>
        </p:style>
      </p:cxnSp>
      <p:sp>
        <p:nvSpPr>
          <p:cNvPr id="5" name="텍스트 개체 틀 7">
            <a:extLst>
              <a:ext uri="{FF2B5EF4-FFF2-40B4-BE49-F238E27FC236}">
                <a16:creationId xmlns:a16="http://schemas.microsoft.com/office/drawing/2014/main" id="{E49EEEAA-333B-FF43-9481-CB7BE6853062}"/>
              </a:ext>
            </a:extLst>
          </p:cNvPr>
          <p:cNvSpPr>
            <a:spLocks noGrp="1"/>
          </p:cNvSpPr>
          <p:nvPr>
            <p:ph type="body" sz="quarter" idx="10"/>
          </p:nvPr>
        </p:nvSpPr>
        <p:spPr>
          <a:xfrm>
            <a:off x="379307" y="936626"/>
            <a:ext cx="9367308" cy="1344612"/>
          </a:xfrm>
          <a:prstGeom prst="rect">
            <a:avLst/>
          </a:prstGeom>
        </p:spPr>
        <p:txBody>
          <a:bodyPr/>
          <a:lstStyle>
            <a:lvl1pPr marL="0" indent="0">
              <a:buFont typeface="+mj-lt"/>
              <a:buNone/>
              <a:defRPr kumimoji="1" lang="ko-KR" altLang="en-US" sz="1000" b="0" i="0" kern="1200" dirty="0">
                <a:solidFill>
                  <a:srgbClr val="005EB8"/>
                </a:solidFill>
                <a:latin typeface="Noto Sans Korean Regular" panose="020B0500000000000000" pitchFamily="34" charset="-128"/>
                <a:ea typeface="Noto Sans Korean Regular" panose="020B0500000000000000" pitchFamily="34" charset="-128"/>
                <a:cs typeface="+mn-cs"/>
              </a:defRPr>
            </a:lvl1pPr>
          </a:lstStyle>
          <a:p>
            <a:pPr lvl="0"/>
            <a:r>
              <a:rPr lang="ko-KR" altLang="en-US"/>
              <a:t>마스터 텍스트 스타일 편집</a:t>
            </a:r>
          </a:p>
        </p:txBody>
      </p:sp>
      <p:sp>
        <p:nvSpPr>
          <p:cNvPr id="6" name="제목 1">
            <a:extLst>
              <a:ext uri="{FF2B5EF4-FFF2-40B4-BE49-F238E27FC236}">
                <a16:creationId xmlns:a16="http://schemas.microsoft.com/office/drawing/2014/main" id="{C78A01E9-C1F5-0E40-9DCD-B6A7A052F038}"/>
              </a:ext>
            </a:extLst>
          </p:cNvPr>
          <p:cNvSpPr>
            <a:spLocks noGrp="1"/>
          </p:cNvSpPr>
          <p:nvPr>
            <p:ph type="ctrTitle"/>
          </p:nvPr>
        </p:nvSpPr>
        <p:spPr>
          <a:xfrm>
            <a:off x="379306" y="111167"/>
            <a:ext cx="9367308" cy="461666"/>
          </a:xfrm>
          <a:prstGeom prst="rect">
            <a:avLst/>
          </a:prstGeom>
        </p:spPr>
        <p:txBody>
          <a:bodyPr lIns="72000" tIns="36000" rIns="72000" bIns="36000" anchor="ctr">
            <a:normAutofit/>
          </a:bodyPr>
          <a:lstStyle>
            <a:lvl1pPr marL="0" algn="l" defTabSz="914400" rtl="0" eaLnBrk="1" latinLnBrk="0" hangingPunct="1">
              <a:defRPr kumimoji="1" lang="ko-Kore-KR" altLang="en-US" sz="1200" b="0" i="0" kern="1200" dirty="0">
                <a:solidFill>
                  <a:srgbClr val="005EB8"/>
                </a:solidFill>
                <a:latin typeface="Noto Sans Korean Regular" panose="020B0500000000000000" pitchFamily="34" charset="-128"/>
                <a:ea typeface="Noto Sans Korean Regular" panose="020B0500000000000000" pitchFamily="34" charset="-128"/>
                <a:cs typeface="+mn-cs"/>
              </a:defRPr>
            </a:lvl1pPr>
          </a:lstStyle>
          <a:p>
            <a:r>
              <a:rPr kumimoji="1" lang="ko-KR" altLang="en-US"/>
              <a:t>마스터 제목 스타일 편집</a:t>
            </a:r>
            <a:endParaRPr kumimoji="1" lang="ko-Kore-KR" altLang="en-US"/>
          </a:p>
        </p:txBody>
      </p:sp>
      <p:sp>
        <p:nvSpPr>
          <p:cNvPr id="8" name="슬라이드 번호 개체 틀 5">
            <a:extLst>
              <a:ext uri="{FF2B5EF4-FFF2-40B4-BE49-F238E27FC236}">
                <a16:creationId xmlns:a16="http://schemas.microsoft.com/office/drawing/2014/main" id="{E6689AF7-5054-4FFC-9272-B5068A91E5DB}"/>
              </a:ext>
            </a:extLst>
          </p:cNvPr>
          <p:cNvSpPr>
            <a:spLocks noGrp="1"/>
          </p:cNvSpPr>
          <p:nvPr>
            <p:ph type="sldNum" sz="quarter" idx="4"/>
          </p:nvPr>
        </p:nvSpPr>
        <p:spPr>
          <a:xfrm>
            <a:off x="0" y="6492875"/>
            <a:ext cx="9906000" cy="365125"/>
          </a:xfrm>
          <a:prstGeom prst="rect">
            <a:avLst/>
          </a:prstGeom>
        </p:spPr>
        <p:txBody>
          <a:bodyPr vert="horz" lIns="91440" tIns="45720" rIns="91440" bIns="45720" rtlCol="0" anchor="ctr"/>
          <a:lstStyle>
            <a:lvl1pPr algn="ctr">
              <a:defRPr sz="1200">
                <a:solidFill>
                  <a:schemeClr val="tx1"/>
                </a:solidFill>
              </a:defRPr>
            </a:lvl1pPr>
          </a:lstStyle>
          <a:p>
            <a:fld id="{E8B113C4-B834-4BEA-901C-8797A7F90894}" type="slidenum">
              <a:rPr lang="ko-KR" altLang="en-US" smtClean="0"/>
              <a:pPr/>
              <a:t>‹#›</a:t>
            </a:fld>
            <a:endParaRPr lang="ko-KR" altLang="en-US"/>
          </a:p>
        </p:txBody>
      </p:sp>
    </p:spTree>
    <p:extLst>
      <p:ext uri="{BB962C8B-B14F-4D97-AF65-F5344CB8AC3E}">
        <p14:creationId xmlns:p14="http://schemas.microsoft.com/office/powerpoint/2010/main" val="29250254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본문 슬라이드 2 (1)">
    <p:spTree>
      <p:nvGrpSpPr>
        <p:cNvPr id="1" name=""/>
        <p:cNvGrpSpPr/>
        <p:nvPr/>
      </p:nvGrpSpPr>
      <p:grpSpPr>
        <a:xfrm>
          <a:off x="0" y="0"/>
          <a:ext cx="0" cy="0"/>
          <a:chOff x="0" y="0"/>
          <a:chExt cx="0" cy="0"/>
        </a:xfrm>
      </p:grpSpPr>
      <p:sp>
        <p:nvSpPr>
          <p:cNvPr id="5" name="직사각형 4">
            <a:extLst>
              <a:ext uri="{FF2B5EF4-FFF2-40B4-BE49-F238E27FC236}">
                <a16:creationId xmlns:a16="http://schemas.microsoft.com/office/drawing/2014/main" id="{90D3DF8A-7ED2-49D4-9A35-6FBD5B4256D6}"/>
              </a:ext>
            </a:extLst>
          </p:cNvPr>
          <p:cNvSpPr/>
          <p:nvPr userDrawn="1"/>
        </p:nvSpPr>
        <p:spPr>
          <a:xfrm>
            <a:off x="0" y="0"/>
            <a:ext cx="9906000" cy="683978"/>
          </a:xfrm>
          <a:prstGeom prst="rect">
            <a:avLst/>
          </a:prstGeom>
          <a:solidFill>
            <a:srgbClr val="CCEDF7"/>
          </a:solidFill>
          <a:ln>
            <a:solidFill>
              <a:srgbClr val="CCDFF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텍스트 개체 틀 7">
            <a:extLst>
              <a:ext uri="{FF2B5EF4-FFF2-40B4-BE49-F238E27FC236}">
                <a16:creationId xmlns:a16="http://schemas.microsoft.com/office/drawing/2014/main" id="{9627BF4C-91D7-4AE1-96FE-BAA7183D68A6}"/>
              </a:ext>
            </a:extLst>
          </p:cNvPr>
          <p:cNvSpPr>
            <a:spLocks noGrp="1"/>
          </p:cNvSpPr>
          <p:nvPr>
            <p:ph type="body" sz="quarter" idx="10"/>
          </p:nvPr>
        </p:nvSpPr>
        <p:spPr>
          <a:xfrm>
            <a:off x="379307" y="936626"/>
            <a:ext cx="9367308" cy="1344612"/>
          </a:xfrm>
          <a:prstGeom prst="rect">
            <a:avLst/>
          </a:prstGeom>
        </p:spPr>
        <p:txBody>
          <a:bodyPr/>
          <a:lstStyle>
            <a:lvl1pPr marL="0" indent="0">
              <a:buFont typeface="+mj-lt"/>
              <a:buNone/>
              <a:defRPr kumimoji="1" lang="ko-KR" altLang="en-US" sz="1000" b="0" i="0" kern="1200" dirty="0">
                <a:solidFill>
                  <a:srgbClr val="00A5D7"/>
                </a:solidFill>
                <a:latin typeface="Noto Sans Korean Regular" panose="020B0500000000000000" pitchFamily="34" charset="-128"/>
                <a:ea typeface="Noto Sans Korean Regular" panose="020B0500000000000000" pitchFamily="34" charset="-128"/>
                <a:cs typeface="+mn-cs"/>
              </a:defRPr>
            </a:lvl1pPr>
          </a:lstStyle>
          <a:p>
            <a:pPr lvl="0"/>
            <a:r>
              <a:rPr lang="ko-KR" altLang="en-US"/>
              <a:t>마스터 텍스트 스타일 편집</a:t>
            </a:r>
          </a:p>
        </p:txBody>
      </p:sp>
      <p:sp>
        <p:nvSpPr>
          <p:cNvPr id="11" name="제목 1">
            <a:extLst>
              <a:ext uri="{FF2B5EF4-FFF2-40B4-BE49-F238E27FC236}">
                <a16:creationId xmlns:a16="http://schemas.microsoft.com/office/drawing/2014/main" id="{2D468F03-9527-48A1-9BAC-6AE7029C172C}"/>
              </a:ext>
            </a:extLst>
          </p:cNvPr>
          <p:cNvSpPr>
            <a:spLocks noGrp="1"/>
          </p:cNvSpPr>
          <p:nvPr>
            <p:ph type="ctrTitle"/>
          </p:nvPr>
        </p:nvSpPr>
        <p:spPr>
          <a:xfrm>
            <a:off x="379306" y="111167"/>
            <a:ext cx="9367308" cy="461666"/>
          </a:xfrm>
          <a:prstGeom prst="rect">
            <a:avLst/>
          </a:prstGeom>
        </p:spPr>
        <p:txBody>
          <a:bodyPr lIns="72000" tIns="36000" rIns="72000" bIns="36000" anchor="ctr">
            <a:normAutofit/>
          </a:bodyPr>
          <a:lstStyle>
            <a:lvl1pPr marL="0" algn="l" defTabSz="914400" rtl="0" eaLnBrk="1" latinLnBrk="0" hangingPunct="1">
              <a:defRPr kumimoji="1" lang="ko-Kore-KR" altLang="en-US" sz="1200" b="0" i="0" kern="1200" dirty="0">
                <a:solidFill>
                  <a:srgbClr val="00A5D7"/>
                </a:solidFill>
                <a:latin typeface="Noto Sans Korean Regular" panose="020B0500000000000000" pitchFamily="34" charset="-128"/>
                <a:ea typeface="Noto Sans Korean Regular" panose="020B0500000000000000" pitchFamily="34" charset="-128"/>
                <a:cs typeface="+mn-cs"/>
              </a:defRPr>
            </a:lvl1pPr>
          </a:lstStyle>
          <a:p>
            <a:r>
              <a:rPr kumimoji="1" lang="ko-KR" altLang="en-US"/>
              <a:t>마스터 제목 스타일 편집</a:t>
            </a:r>
            <a:endParaRPr kumimoji="1" lang="ko-Kore-KR" altLang="en-US"/>
          </a:p>
        </p:txBody>
      </p:sp>
      <p:sp>
        <p:nvSpPr>
          <p:cNvPr id="7" name="슬라이드 번호 개체 틀 5">
            <a:extLst>
              <a:ext uri="{FF2B5EF4-FFF2-40B4-BE49-F238E27FC236}">
                <a16:creationId xmlns:a16="http://schemas.microsoft.com/office/drawing/2014/main" id="{EB0A8B21-E746-4DF9-B229-DCC6DE33275D}"/>
              </a:ext>
            </a:extLst>
          </p:cNvPr>
          <p:cNvSpPr>
            <a:spLocks noGrp="1"/>
          </p:cNvSpPr>
          <p:nvPr>
            <p:ph type="sldNum" sz="quarter" idx="4"/>
          </p:nvPr>
        </p:nvSpPr>
        <p:spPr>
          <a:xfrm>
            <a:off x="0" y="6492875"/>
            <a:ext cx="9906000" cy="365125"/>
          </a:xfrm>
          <a:prstGeom prst="rect">
            <a:avLst/>
          </a:prstGeom>
        </p:spPr>
        <p:txBody>
          <a:bodyPr vert="horz" lIns="91440" tIns="45720" rIns="91440" bIns="45720" rtlCol="0" anchor="ctr"/>
          <a:lstStyle>
            <a:lvl1pPr algn="ctr">
              <a:defRPr sz="1200">
                <a:solidFill>
                  <a:schemeClr val="tx1"/>
                </a:solidFill>
              </a:defRPr>
            </a:lvl1pPr>
          </a:lstStyle>
          <a:p>
            <a:fld id="{E8B113C4-B834-4BEA-901C-8797A7F90894}" type="slidenum">
              <a:rPr lang="ko-KR" altLang="en-US" smtClean="0"/>
              <a:pPr/>
              <a:t>‹#›</a:t>
            </a:fld>
            <a:endParaRPr lang="ko-KR" altLang="en-US"/>
          </a:p>
        </p:txBody>
      </p:sp>
    </p:spTree>
    <p:extLst>
      <p:ext uri="{BB962C8B-B14F-4D97-AF65-F5344CB8AC3E}">
        <p14:creationId xmlns:p14="http://schemas.microsoft.com/office/powerpoint/2010/main" val="34660794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본문 슬라이드 2 (2)">
    <p:spTree>
      <p:nvGrpSpPr>
        <p:cNvPr id="1" name=""/>
        <p:cNvGrpSpPr/>
        <p:nvPr/>
      </p:nvGrpSpPr>
      <p:grpSpPr>
        <a:xfrm>
          <a:off x="0" y="0"/>
          <a:ext cx="0" cy="0"/>
          <a:chOff x="0" y="0"/>
          <a:chExt cx="0" cy="0"/>
        </a:xfrm>
      </p:grpSpPr>
      <p:cxnSp>
        <p:nvCxnSpPr>
          <p:cNvPr id="6" name="직선 연결선 5">
            <a:extLst>
              <a:ext uri="{FF2B5EF4-FFF2-40B4-BE49-F238E27FC236}">
                <a16:creationId xmlns:a16="http://schemas.microsoft.com/office/drawing/2014/main" id="{CE49A75D-DD4B-4550-BFF0-C662ADCA6DA2}"/>
              </a:ext>
            </a:extLst>
          </p:cNvPr>
          <p:cNvCxnSpPr/>
          <p:nvPr userDrawn="1"/>
        </p:nvCxnSpPr>
        <p:spPr>
          <a:xfrm>
            <a:off x="0" y="684000"/>
            <a:ext cx="9906000" cy="0"/>
          </a:xfrm>
          <a:prstGeom prst="line">
            <a:avLst/>
          </a:prstGeom>
          <a:ln w="19050">
            <a:solidFill>
              <a:srgbClr val="00A5D7"/>
            </a:solidFill>
          </a:ln>
        </p:spPr>
        <p:style>
          <a:lnRef idx="1">
            <a:schemeClr val="accent1"/>
          </a:lnRef>
          <a:fillRef idx="0">
            <a:schemeClr val="accent1"/>
          </a:fillRef>
          <a:effectRef idx="0">
            <a:schemeClr val="accent1"/>
          </a:effectRef>
          <a:fontRef idx="minor">
            <a:schemeClr val="tx1"/>
          </a:fontRef>
        </p:style>
      </p:cxnSp>
      <p:sp>
        <p:nvSpPr>
          <p:cNvPr id="5" name="텍스트 개체 틀 7">
            <a:extLst>
              <a:ext uri="{FF2B5EF4-FFF2-40B4-BE49-F238E27FC236}">
                <a16:creationId xmlns:a16="http://schemas.microsoft.com/office/drawing/2014/main" id="{A165CAB2-A612-F346-8E27-C8C91C61DF41}"/>
              </a:ext>
            </a:extLst>
          </p:cNvPr>
          <p:cNvSpPr>
            <a:spLocks noGrp="1"/>
          </p:cNvSpPr>
          <p:nvPr>
            <p:ph type="body" sz="quarter" idx="10"/>
          </p:nvPr>
        </p:nvSpPr>
        <p:spPr>
          <a:xfrm>
            <a:off x="379307" y="936626"/>
            <a:ext cx="9367308" cy="1344612"/>
          </a:xfrm>
          <a:prstGeom prst="rect">
            <a:avLst/>
          </a:prstGeom>
        </p:spPr>
        <p:txBody>
          <a:bodyPr/>
          <a:lstStyle>
            <a:lvl1pPr marL="0" indent="0">
              <a:buFont typeface="+mj-lt"/>
              <a:buNone/>
              <a:defRPr kumimoji="1" lang="ko-KR" altLang="en-US" sz="1000" b="0" i="0" kern="1200" dirty="0">
                <a:solidFill>
                  <a:srgbClr val="00A5D7"/>
                </a:solidFill>
                <a:latin typeface="Noto Sans Korean Regular" panose="020B0500000000000000" pitchFamily="34" charset="-128"/>
                <a:ea typeface="Noto Sans Korean Regular" panose="020B0500000000000000" pitchFamily="34" charset="-128"/>
                <a:cs typeface="+mn-cs"/>
              </a:defRPr>
            </a:lvl1pPr>
          </a:lstStyle>
          <a:p>
            <a:pPr lvl="0"/>
            <a:r>
              <a:rPr lang="ko-KR" altLang="en-US"/>
              <a:t>마스터 텍스트 스타일 편집</a:t>
            </a:r>
          </a:p>
        </p:txBody>
      </p:sp>
      <p:sp>
        <p:nvSpPr>
          <p:cNvPr id="7" name="제목 1">
            <a:extLst>
              <a:ext uri="{FF2B5EF4-FFF2-40B4-BE49-F238E27FC236}">
                <a16:creationId xmlns:a16="http://schemas.microsoft.com/office/drawing/2014/main" id="{43563A63-09D7-FD46-AC17-4825F1E5AA01}"/>
              </a:ext>
            </a:extLst>
          </p:cNvPr>
          <p:cNvSpPr>
            <a:spLocks noGrp="1"/>
          </p:cNvSpPr>
          <p:nvPr>
            <p:ph type="ctrTitle"/>
          </p:nvPr>
        </p:nvSpPr>
        <p:spPr>
          <a:xfrm>
            <a:off x="379306" y="111167"/>
            <a:ext cx="9367308" cy="461666"/>
          </a:xfrm>
          <a:prstGeom prst="rect">
            <a:avLst/>
          </a:prstGeom>
        </p:spPr>
        <p:txBody>
          <a:bodyPr lIns="72000" tIns="36000" rIns="72000" bIns="36000" anchor="ctr">
            <a:normAutofit/>
          </a:bodyPr>
          <a:lstStyle>
            <a:lvl1pPr marL="0" algn="l" defTabSz="914400" rtl="0" eaLnBrk="1" latinLnBrk="0" hangingPunct="1">
              <a:defRPr kumimoji="1" lang="ko-Kore-KR" altLang="en-US" sz="1200" b="0" i="0" kern="1200" dirty="0">
                <a:solidFill>
                  <a:srgbClr val="00A5D7"/>
                </a:solidFill>
                <a:latin typeface="Noto Sans Korean Regular" panose="020B0500000000000000" pitchFamily="34" charset="-128"/>
                <a:ea typeface="Noto Sans Korean Regular" panose="020B0500000000000000" pitchFamily="34" charset="-128"/>
                <a:cs typeface="+mn-cs"/>
              </a:defRPr>
            </a:lvl1pPr>
          </a:lstStyle>
          <a:p>
            <a:r>
              <a:rPr kumimoji="1" lang="ko-KR" altLang="en-US"/>
              <a:t>마스터 제목 스타일 편집</a:t>
            </a:r>
            <a:endParaRPr kumimoji="1" lang="ko-Kore-KR" altLang="en-US"/>
          </a:p>
        </p:txBody>
      </p:sp>
      <p:sp>
        <p:nvSpPr>
          <p:cNvPr id="9" name="슬라이드 번호 개체 틀 5">
            <a:extLst>
              <a:ext uri="{FF2B5EF4-FFF2-40B4-BE49-F238E27FC236}">
                <a16:creationId xmlns:a16="http://schemas.microsoft.com/office/drawing/2014/main" id="{355AD182-E5FA-4A11-BD91-B3BB4D6E2978}"/>
              </a:ext>
            </a:extLst>
          </p:cNvPr>
          <p:cNvSpPr>
            <a:spLocks noGrp="1"/>
          </p:cNvSpPr>
          <p:nvPr>
            <p:ph type="sldNum" sz="quarter" idx="4"/>
          </p:nvPr>
        </p:nvSpPr>
        <p:spPr>
          <a:xfrm>
            <a:off x="0" y="6492875"/>
            <a:ext cx="9906000" cy="365125"/>
          </a:xfrm>
          <a:prstGeom prst="rect">
            <a:avLst/>
          </a:prstGeom>
        </p:spPr>
        <p:txBody>
          <a:bodyPr vert="horz" lIns="91440" tIns="45720" rIns="91440" bIns="45720" rtlCol="0" anchor="ctr"/>
          <a:lstStyle>
            <a:lvl1pPr algn="ctr">
              <a:defRPr sz="1200">
                <a:solidFill>
                  <a:schemeClr val="tx1"/>
                </a:solidFill>
              </a:defRPr>
            </a:lvl1pPr>
          </a:lstStyle>
          <a:p>
            <a:fld id="{E8B113C4-B834-4BEA-901C-8797A7F90894}" type="slidenum">
              <a:rPr lang="ko-KR" altLang="en-US" smtClean="0"/>
              <a:pPr/>
              <a:t>‹#›</a:t>
            </a:fld>
            <a:endParaRPr lang="ko-KR" altLang="en-US"/>
          </a:p>
        </p:txBody>
      </p:sp>
    </p:spTree>
    <p:extLst>
      <p:ext uri="{BB962C8B-B14F-4D97-AF65-F5344CB8AC3E}">
        <p14:creationId xmlns:p14="http://schemas.microsoft.com/office/powerpoint/2010/main" val="3267415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본문 슬라이드 3 (1)">
    <p:spTree>
      <p:nvGrpSpPr>
        <p:cNvPr id="1" name=""/>
        <p:cNvGrpSpPr/>
        <p:nvPr/>
      </p:nvGrpSpPr>
      <p:grpSpPr>
        <a:xfrm>
          <a:off x="0" y="0"/>
          <a:ext cx="0" cy="0"/>
          <a:chOff x="0" y="0"/>
          <a:chExt cx="0" cy="0"/>
        </a:xfrm>
      </p:grpSpPr>
      <p:sp>
        <p:nvSpPr>
          <p:cNvPr id="8" name="직사각형 7">
            <a:extLst>
              <a:ext uri="{FF2B5EF4-FFF2-40B4-BE49-F238E27FC236}">
                <a16:creationId xmlns:a16="http://schemas.microsoft.com/office/drawing/2014/main" id="{2FE0B872-006E-4460-8158-BAFE839241EB}"/>
              </a:ext>
            </a:extLst>
          </p:cNvPr>
          <p:cNvSpPr/>
          <p:nvPr userDrawn="1"/>
        </p:nvSpPr>
        <p:spPr>
          <a:xfrm>
            <a:off x="0" y="0"/>
            <a:ext cx="9906000" cy="683978"/>
          </a:xfrm>
          <a:prstGeom prst="rect">
            <a:avLst/>
          </a:prstGeom>
          <a:solidFill>
            <a:srgbClr val="CCEFE6"/>
          </a:solidFill>
          <a:ln>
            <a:solidFill>
              <a:srgbClr val="CCDFF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텍스트 개체 틀 7">
            <a:extLst>
              <a:ext uri="{FF2B5EF4-FFF2-40B4-BE49-F238E27FC236}">
                <a16:creationId xmlns:a16="http://schemas.microsoft.com/office/drawing/2014/main" id="{02464194-3822-43C1-BE6B-B2417EA5C75F}"/>
              </a:ext>
            </a:extLst>
          </p:cNvPr>
          <p:cNvSpPr>
            <a:spLocks noGrp="1"/>
          </p:cNvSpPr>
          <p:nvPr>
            <p:ph type="body" sz="quarter" idx="10"/>
          </p:nvPr>
        </p:nvSpPr>
        <p:spPr>
          <a:xfrm>
            <a:off x="379307" y="936626"/>
            <a:ext cx="9367308" cy="1344612"/>
          </a:xfrm>
          <a:prstGeom prst="rect">
            <a:avLst/>
          </a:prstGeom>
        </p:spPr>
        <p:txBody>
          <a:bodyPr/>
          <a:lstStyle>
            <a:lvl1pPr marL="0" indent="0">
              <a:buFont typeface="+mj-lt"/>
              <a:buNone/>
              <a:defRPr kumimoji="1" lang="ko-KR" altLang="en-US" sz="1000" b="0" i="0" kern="1200" dirty="0">
                <a:solidFill>
                  <a:srgbClr val="00AD83"/>
                </a:solidFill>
                <a:latin typeface="Noto Sans Korean Regular" panose="020B0500000000000000" pitchFamily="34" charset="-128"/>
                <a:ea typeface="Noto Sans Korean Regular" panose="020B0500000000000000" pitchFamily="34" charset="-128"/>
                <a:cs typeface="+mn-cs"/>
              </a:defRPr>
            </a:lvl1pPr>
          </a:lstStyle>
          <a:p>
            <a:pPr lvl="0"/>
            <a:r>
              <a:rPr lang="ko-KR" altLang="en-US"/>
              <a:t>마스터 텍스트 스타일 편집</a:t>
            </a:r>
          </a:p>
        </p:txBody>
      </p:sp>
      <p:sp>
        <p:nvSpPr>
          <p:cNvPr id="6" name="제목 1">
            <a:extLst>
              <a:ext uri="{FF2B5EF4-FFF2-40B4-BE49-F238E27FC236}">
                <a16:creationId xmlns:a16="http://schemas.microsoft.com/office/drawing/2014/main" id="{E3B5490C-F206-42F5-87DB-BFDEC8476CB5}"/>
              </a:ext>
            </a:extLst>
          </p:cNvPr>
          <p:cNvSpPr>
            <a:spLocks noGrp="1"/>
          </p:cNvSpPr>
          <p:nvPr>
            <p:ph type="ctrTitle"/>
          </p:nvPr>
        </p:nvSpPr>
        <p:spPr>
          <a:xfrm>
            <a:off x="379306" y="111167"/>
            <a:ext cx="9367308" cy="461666"/>
          </a:xfrm>
          <a:prstGeom prst="rect">
            <a:avLst/>
          </a:prstGeom>
        </p:spPr>
        <p:txBody>
          <a:bodyPr lIns="72000" tIns="36000" rIns="72000" bIns="36000" anchor="ctr">
            <a:normAutofit/>
          </a:bodyPr>
          <a:lstStyle>
            <a:lvl1pPr marL="0" algn="l" defTabSz="914400" rtl="0" eaLnBrk="1" latinLnBrk="0" hangingPunct="1">
              <a:defRPr kumimoji="1" lang="ko-Kore-KR" altLang="en-US" sz="1200" b="0" i="0" kern="1200" dirty="0">
                <a:solidFill>
                  <a:srgbClr val="00AD83"/>
                </a:solidFill>
                <a:latin typeface="Noto Sans Korean Regular" panose="020B0500000000000000" pitchFamily="34" charset="-128"/>
                <a:ea typeface="Noto Sans Korean Regular" panose="020B0500000000000000" pitchFamily="34" charset="-128"/>
                <a:cs typeface="+mn-cs"/>
              </a:defRPr>
            </a:lvl1pPr>
          </a:lstStyle>
          <a:p>
            <a:r>
              <a:rPr kumimoji="1" lang="ko-KR" altLang="en-US"/>
              <a:t>마스터 제목 스타일 편집</a:t>
            </a:r>
            <a:endParaRPr kumimoji="1" lang="ko-Kore-KR" altLang="en-US"/>
          </a:p>
        </p:txBody>
      </p:sp>
      <p:sp>
        <p:nvSpPr>
          <p:cNvPr id="9" name="슬라이드 번호 개체 틀 5">
            <a:extLst>
              <a:ext uri="{FF2B5EF4-FFF2-40B4-BE49-F238E27FC236}">
                <a16:creationId xmlns:a16="http://schemas.microsoft.com/office/drawing/2014/main" id="{ED9D3621-085E-4760-9E36-BD6BBD924140}"/>
              </a:ext>
            </a:extLst>
          </p:cNvPr>
          <p:cNvSpPr>
            <a:spLocks noGrp="1"/>
          </p:cNvSpPr>
          <p:nvPr>
            <p:ph type="sldNum" sz="quarter" idx="4"/>
          </p:nvPr>
        </p:nvSpPr>
        <p:spPr>
          <a:xfrm>
            <a:off x="0" y="6492875"/>
            <a:ext cx="9906000" cy="365125"/>
          </a:xfrm>
          <a:prstGeom prst="rect">
            <a:avLst/>
          </a:prstGeom>
        </p:spPr>
        <p:txBody>
          <a:bodyPr vert="horz" lIns="91440" tIns="45720" rIns="91440" bIns="45720" rtlCol="0" anchor="ctr"/>
          <a:lstStyle>
            <a:lvl1pPr algn="ctr">
              <a:defRPr sz="1200">
                <a:solidFill>
                  <a:schemeClr val="tx1"/>
                </a:solidFill>
              </a:defRPr>
            </a:lvl1pPr>
          </a:lstStyle>
          <a:p>
            <a:fld id="{E8B113C4-B834-4BEA-901C-8797A7F90894}" type="slidenum">
              <a:rPr lang="ko-KR" altLang="en-US" smtClean="0"/>
              <a:pPr/>
              <a:t>‹#›</a:t>
            </a:fld>
            <a:endParaRPr lang="ko-KR" altLang="en-US"/>
          </a:p>
        </p:txBody>
      </p:sp>
    </p:spTree>
    <p:extLst>
      <p:ext uri="{BB962C8B-B14F-4D97-AF65-F5344CB8AC3E}">
        <p14:creationId xmlns:p14="http://schemas.microsoft.com/office/powerpoint/2010/main" val="27930503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본문 슬라이드 3 (2)">
    <p:spTree>
      <p:nvGrpSpPr>
        <p:cNvPr id="1" name=""/>
        <p:cNvGrpSpPr/>
        <p:nvPr/>
      </p:nvGrpSpPr>
      <p:grpSpPr>
        <a:xfrm>
          <a:off x="0" y="0"/>
          <a:ext cx="0" cy="0"/>
          <a:chOff x="0" y="0"/>
          <a:chExt cx="0" cy="0"/>
        </a:xfrm>
      </p:grpSpPr>
      <p:cxnSp>
        <p:nvCxnSpPr>
          <p:cNvPr id="7" name="직선 연결선 6">
            <a:extLst>
              <a:ext uri="{FF2B5EF4-FFF2-40B4-BE49-F238E27FC236}">
                <a16:creationId xmlns:a16="http://schemas.microsoft.com/office/drawing/2014/main" id="{F1212FE5-D08D-4D5C-ABB5-0F9DEC6C4D77}"/>
              </a:ext>
            </a:extLst>
          </p:cNvPr>
          <p:cNvCxnSpPr/>
          <p:nvPr userDrawn="1"/>
        </p:nvCxnSpPr>
        <p:spPr>
          <a:xfrm>
            <a:off x="0" y="684000"/>
            <a:ext cx="9906000" cy="0"/>
          </a:xfrm>
          <a:prstGeom prst="line">
            <a:avLst/>
          </a:prstGeom>
          <a:ln w="19050">
            <a:solidFill>
              <a:srgbClr val="00AD83"/>
            </a:solidFill>
          </a:ln>
        </p:spPr>
        <p:style>
          <a:lnRef idx="1">
            <a:schemeClr val="accent1"/>
          </a:lnRef>
          <a:fillRef idx="0">
            <a:schemeClr val="accent1"/>
          </a:fillRef>
          <a:effectRef idx="0">
            <a:schemeClr val="accent1"/>
          </a:effectRef>
          <a:fontRef idx="minor">
            <a:schemeClr val="tx1"/>
          </a:fontRef>
        </p:style>
      </p:cxnSp>
      <p:sp>
        <p:nvSpPr>
          <p:cNvPr id="8" name="텍스트 개체 틀 7">
            <a:extLst>
              <a:ext uri="{FF2B5EF4-FFF2-40B4-BE49-F238E27FC236}">
                <a16:creationId xmlns:a16="http://schemas.microsoft.com/office/drawing/2014/main" id="{8C748963-8F37-DE45-844F-0A6F9BD2DE9A}"/>
              </a:ext>
            </a:extLst>
          </p:cNvPr>
          <p:cNvSpPr>
            <a:spLocks noGrp="1"/>
          </p:cNvSpPr>
          <p:nvPr>
            <p:ph type="body" sz="quarter" idx="10"/>
          </p:nvPr>
        </p:nvSpPr>
        <p:spPr>
          <a:xfrm>
            <a:off x="379307" y="936626"/>
            <a:ext cx="9367308" cy="1344612"/>
          </a:xfrm>
          <a:prstGeom prst="rect">
            <a:avLst/>
          </a:prstGeom>
        </p:spPr>
        <p:txBody>
          <a:bodyPr/>
          <a:lstStyle>
            <a:lvl1pPr marL="0" indent="0">
              <a:buFont typeface="+mj-lt"/>
              <a:buNone/>
              <a:defRPr kumimoji="1" lang="ko-KR" altLang="en-US" sz="1000" b="0" i="0" kern="1200" dirty="0">
                <a:solidFill>
                  <a:srgbClr val="00AD83"/>
                </a:solidFill>
                <a:latin typeface="Noto Sans Korean Regular" panose="020B0500000000000000" pitchFamily="34" charset="-128"/>
                <a:ea typeface="Noto Sans Korean Regular" panose="020B0500000000000000" pitchFamily="34" charset="-128"/>
                <a:cs typeface="+mn-cs"/>
              </a:defRPr>
            </a:lvl1pPr>
          </a:lstStyle>
          <a:p>
            <a:pPr lvl="0"/>
            <a:r>
              <a:rPr lang="ko-KR" altLang="en-US"/>
              <a:t>마스터 텍스트 스타일 편집</a:t>
            </a:r>
          </a:p>
        </p:txBody>
      </p:sp>
      <p:sp>
        <p:nvSpPr>
          <p:cNvPr id="9" name="제목 1">
            <a:extLst>
              <a:ext uri="{FF2B5EF4-FFF2-40B4-BE49-F238E27FC236}">
                <a16:creationId xmlns:a16="http://schemas.microsoft.com/office/drawing/2014/main" id="{A7C48AC0-E43F-9C4B-A8A6-F3B18E73DB20}"/>
              </a:ext>
            </a:extLst>
          </p:cNvPr>
          <p:cNvSpPr>
            <a:spLocks noGrp="1"/>
          </p:cNvSpPr>
          <p:nvPr>
            <p:ph type="ctrTitle"/>
          </p:nvPr>
        </p:nvSpPr>
        <p:spPr>
          <a:xfrm>
            <a:off x="379306" y="111167"/>
            <a:ext cx="9367308" cy="461666"/>
          </a:xfrm>
          <a:prstGeom prst="rect">
            <a:avLst/>
          </a:prstGeom>
        </p:spPr>
        <p:txBody>
          <a:bodyPr lIns="72000" tIns="36000" rIns="72000" bIns="36000" anchor="ctr">
            <a:normAutofit/>
          </a:bodyPr>
          <a:lstStyle>
            <a:lvl1pPr marL="0" algn="l" defTabSz="914400" rtl="0" eaLnBrk="1" latinLnBrk="0" hangingPunct="1">
              <a:defRPr kumimoji="1" lang="ko-Kore-KR" altLang="en-US" sz="1200" b="0" i="0" kern="1200" dirty="0">
                <a:solidFill>
                  <a:srgbClr val="00AD83"/>
                </a:solidFill>
                <a:latin typeface="Noto Sans Korean Regular" panose="020B0500000000000000" pitchFamily="34" charset="-128"/>
                <a:ea typeface="Noto Sans Korean Regular" panose="020B0500000000000000" pitchFamily="34" charset="-128"/>
                <a:cs typeface="+mn-cs"/>
              </a:defRPr>
            </a:lvl1pPr>
          </a:lstStyle>
          <a:p>
            <a:r>
              <a:rPr kumimoji="1" lang="ko-KR" altLang="en-US"/>
              <a:t>마스터 제목 스타일 편집</a:t>
            </a:r>
            <a:endParaRPr kumimoji="1" lang="ko-Kore-KR" altLang="en-US"/>
          </a:p>
        </p:txBody>
      </p:sp>
      <p:sp>
        <p:nvSpPr>
          <p:cNvPr id="6" name="슬라이드 번호 개체 틀 5">
            <a:extLst>
              <a:ext uri="{FF2B5EF4-FFF2-40B4-BE49-F238E27FC236}">
                <a16:creationId xmlns:a16="http://schemas.microsoft.com/office/drawing/2014/main" id="{4CAC271C-7523-4A34-80B6-47906AFD7E04}"/>
              </a:ext>
            </a:extLst>
          </p:cNvPr>
          <p:cNvSpPr>
            <a:spLocks noGrp="1"/>
          </p:cNvSpPr>
          <p:nvPr>
            <p:ph type="sldNum" sz="quarter" idx="4"/>
          </p:nvPr>
        </p:nvSpPr>
        <p:spPr>
          <a:xfrm>
            <a:off x="0" y="6492875"/>
            <a:ext cx="9906000" cy="365125"/>
          </a:xfrm>
          <a:prstGeom prst="rect">
            <a:avLst/>
          </a:prstGeom>
        </p:spPr>
        <p:txBody>
          <a:bodyPr vert="horz" lIns="91440" tIns="45720" rIns="91440" bIns="45720" rtlCol="0" anchor="ctr"/>
          <a:lstStyle>
            <a:lvl1pPr algn="ctr">
              <a:defRPr sz="1200">
                <a:solidFill>
                  <a:schemeClr val="tx1"/>
                </a:solidFill>
              </a:defRPr>
            </a:lvl1pPr>
          </a:lstStyle>
          <a:p>
            <a:fld id="{E8B113C4-B834-4BEA-901C-8797A7F90894}" type="slidenum">
              <a:rPr lang="ko-KR" altLang="en-US" smtClean="0"/>
              <a:pPr/>
              <a:t>‹#›</a:t>
            </a:fld>
            <a:endParaRPr lang="ko-KR" altLang="en-US"/>
          </a:p>
        </p:txBody>
      </p:sp>
    </p:spTree>
    <p:extLst>
      <p:ext uri="{BB962C8B-B14F-4D97-AF65-F5344CB8AC3E}">
        <p14:creationId xmlns:p14="http://schemas.microsoft.com/office/powerpoint/2010/main" val="16650620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빈 화면">
    <p:spTree>
      <p:nvGrpSpPr>
        <p:cNvPr id="1" name=""/>
        <p:cNvGrpSpPr/>
        <p:nvPr/>
      </p:nvGrpSpPr>
      <p:grpSpPr>
        <a:xfrm>
          <a:off x="0" y="0"/>
          <a:ext cx="0" cy="0"/>
          <a:chOff x="0" y="0"/>
          <a:chExt cx="0" cy="0"/>
        </a:xfrm>
      </p:grpSpPr>
      <p:sp>
        <p:nvSpPr>
          <p:cNvPr id="3" name="슬라이드 번호 개체 틀 5">
            <a:extLst>
              <a:ext uri="{FF2B5EF4-FFF2-40B4-BE49-F238E27FC236}">
                <a16:creationId xmlns:a16="http://schemas.microsoft.com/office/drawing/2014/main" id="{560E6F00-83DA-4E7D-874B-BE1EE3F075D1}"/>
              </a:ext>
            </a:extLst>
          </p:cNvPr>
          <p:cNvSpPr>
            <a:spLocks noGrp="1"/>
          </p:cNvSpPr>
          <p:nvPr>
            <p:ph type="sldNum" sz="quarter" idx="4"/>
          </p:nvPr>
        </p:nvSpPr>
        <p:spPr>
          <a:xfrm>
            <a:off x="0" y="6492875"/>
            <a:ext cx="9906000" cy="365125"/>
          </a:xfrm>
          <a:prstGeom prst="rect">
            <a:avLst/>
          </a:prstGeom>
        </p:spPr>
        <p:txBody>
          <a:bodyPr vert="horz" lIns="91440" tIns="45720" rIns="91440" bIns="45720" rtlCol="0" anchor="ctr"/>
          <a:lstStyle>
            <a:lvl1pPr algn="ctr">
              <a:defRPr sz="1200">
                <a:solidFill>
                  <a:schemeClr val="tx1"/>
                </a:solidFill>
              </a:defRPr>
            </a:lvl1pPr>
          </a:lstStyle>
          <a:p>
            <a:fld id="{E8B113C4-B834-4BEA-901C-8797A7F90894}" type="slidenum">
              <a:rPr lang="ko-KR" altLang="en-US" smtClean="0"/>
              <a:pPr/>
              <a:t>‹#›</a:t>
            </a:fld>
            <a:endParaRPr lang="ko-KR" altLang="en-US"/>
          </a:p>
        </p:txBody>
      </p:sp>
    </p:spTree>
    <p:extLst>
      <p:ext uri="{BB962C8B-B14F-4D97-AF65-F5344CB8AC3E}">
        <p14:creationId xmlns:p14="http://schemas.microsoft.com/office/powerpoint/2010/main" val="32034545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57706225"/>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90" r:id="rId3"/>
    <p:sldLayoutId id="2147483691" r:id="rId4"/>
    <p:sldLayoutId id="2147483692" r:id="rId5"/>
    <p:sldLayoutId id="2147483696" r:id="rId6"/>
    <p:sldLayoutId id="2147483693" r:id="rId7"/>
    <p:sldLayoutId id="2147483697" r:id="rId8"/>
    <p:sldLayoutId id="2147483694" r:id="rId9"/>
    <p:sldLayoutId id="2147483698" r:id="rId10"/>
    <p:sldLayoutId id="2147483695" r:id="rId11"/>
  </p:sldLayoutIdLst>
  <p:hf hdr="0" dt="0"/>
  <p:txStyles>
    <p:titleStyle>
      <a:lvl1pPr algn="l" defTabSz="742950" rtl="0" eaLnBrk="1" latinLnBrk="1" hangingPunct="1">
        <a:lnSpc>
          <a:spcPct val="90000"/>
        </a:lnSpc>
        <a:spcBef>
          <a:spcPct val="0"/>
        </a:spcBef>
        <a:buNone/>
        <a:defRPr sz="3575" kern="1200">
          <a:solidFill>
            <a:schemeClr val="tx1"/>
          </a:solidFill>
          <a:latin typeface="+mj-lt"/>
          <a:ea typeface="+mj-ea"/>
          <a:cs typeface="+mj-cs"/>
        </a:defRPr>
      </a:lvl1pPr>
    </p:titleStyle>
    <p:bodyStyle>
      <a:lvl1pPr marL="185738" indent="-185738" algn="l" defTabSz="742950" rtl="0" eaLnBrk="1" latinLnBrk="1" hangingPunct="1">
        <a:lnSpc>
          <a:spcPct val="90000"/>
        </a:lnSpc>
        <a:spcBef>
          <a:spcPts val="813"/>
        </a:spcBef>
        <a:buFont typeface="Arial" panose="020B0604020202020204" pitchFamily="34" charset="0"/>
        <a:buChar char="•"/>
        <a:defRPr sz="2275" kern="1200">
          <a:solidFill>
            <a:schemeClr val="tx1"/>
          </a:solidFill>
          <a:latin typeface="+mn-lt"/>
          <a:ea typeface="+mn-ea"/>
          <a:cs typeface="+mn-cs"/>
        </a:defRPr>
      </a:lvl1pPr>
      <a:lvl2pPr marL="557213" indent="-185738" algn="l" defTabSz="742950" rtl="0" eaLnBrk="1" latinLnBrk="1"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8" indent="-185738" algn="l" defTabSz="742950" rtl="0" eaLnBrk="1" latinLnBrk="1"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63"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4pPr>
      <a:lvl5pPr marL="1671638"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5pPr>
      <a:lvl6pPr marL="2043113"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p:bodyStyle>
    <p:otherStyle>
      <a:defPPr>
        <a:defRPr lang="ko-KR"/>
      </a:defPPr>
      <a:lvl1pPr marL="0" algn="l" defTabSz="742950" rtl="0" eaLnBrk="1" latinLnBrk="1" hangingPunct="1">
        <a:defRPr sz="1463" kern="1200">
          <a:solidFill>
            <a:schemeClr val="tx1"/>
          </a:solidFill>
          <a:latin typeface="+mn-lt"/>
          <a:ea typeface="+mn-ea"/>
          <a:cs typeface="+mn-cs"/>
        </a:defRPr>
      </a:lvl1pPr>
      <a:lvl2pPr marL="371475" algn="l" defTabSz="742950" rtl="0" eaLnBrk="1" latinLnBrk="1" hangingPunct="1">
        <a:defRPr sz="1463" kern="1200">
          <a:solidFill>
            <a:schemeClr val="tx1"/>
          </a:solidFill>
          <a:latin typeface="+mn-lt"/>
          <a:ea typeface="+mn-ea"/>
          <a:cs typeface="+mn-cs"/>
        </a:defRPr>
      </a:lvl2pPr>
      <a:lvl3pPr marL="742950" algn="l" defTabSz="742950" rtl="0" eaLnBrk="1" latinLnBrk="1" hangingPunct="1">
        <a:defRPr sz="1463" kern="1200">
          <a:solidFill>
            <a:schemeClr val="tx1"/>
          </a:solidFill>
          <a:latin typeface="+mn-lt"/>
          <a:ea typeface="+mn-ea"/>
          <a:cs typeface="+mn-cs"/>
        </a:defRPr>
      </a:lvl3pPr>
      <a:lvl4pPr marL="1114425" algn="l" defTabSz="742950" rtl="0" eaLnBrk="1" latinLnBrk="1" hangingPunct="1">
        <a:defRPr sz="1463" kern="1200">
          <a:solidFill>
            <a:schemeClr val="tx1"/>
          </a:solidFill>
          <a:latin typeface="+mn-lt"/>
          <a:ea typeface="+mn-ea"/>
          <a:cs typeface="+mn-cs"/>
        </a:defRPr>
      </a:lvl4pPr>
      <a:lvl5pPr marL="1485900" algn="l" defTabSz="742950" rtl="0" eaLnBrk="1" latinLnBrk="1" hangingPunct="1">
        <a:defRPr sz="1463" kern="1200">
          <a:solidFill>
            <a:schemeClr val="tx1"/>
          </a:solidFill>
          <a:latin typeface="+mn-lt"/>
          <a:ea typeface="+mn-ea"/>
          <a:cs typeface="+mn-cs"/>
        </a:defRPr>
      </a:lvl5pPr>
      <a:lvl6pPr marL="1857375" algn="l" defTabSz="742950" rtl="0" eaLnBrk="1" latinLnBrk="1" hangingPunct="1">
        <a:defRPr sz="1463" kern="1200">
          <a:solidFill>
            <a:schemeClr val="tx1"/>
          </a:solidFill>
          <a:latin typeface="+mn-lt"/>
          <a:ea typeface="+mn-ea"/>
          <a:cs typeface="+mn-cs"/>
        </a:defRPr>
      </a:lvl6pPr>
      <a:lvl7pPr marL="2228850" algn="l" defTabSz="742950" rtl="0" eaLnBrk="1" latinLnBrk="1" hangingPunct="1">
        <a:defRPr sz="1463" kern="1200">
          <a:solidFill>
            <a:schemeClr val="tx1"/>
          </a:solidFill>
          <a:latin typeface="+mn-lt"/>
          <a:ea typeface="+mn-ea"/>
          <a:cs typeface="+mn-cs"/>
        </a:defRPr>
      </a:lvl7pPr>
      <a:lvl8pPr marL="2600325" algn="l" defTabSz="742950" rtl="0" eaLnBrk="1" latinLnBrk="1" hangingPunct="1">
        <a:defRPr sz="1463" kern="1200">
          <a:solidFill>
            <a:schemeClr val="tx1"/>
          </a:solidFill>
          <a:latin typeface="+mn-lt"/>
          <a:ea typeface="+mn-ea"/>
          <a:cs typeface="+mn-cs"/>
        </a:defRPr>
      </a:lvl8pPr>
      <a:lvl9pPr marL="2971800" algn="l" defTabSz="742950" rtl="0" eaLnBrk="1" latinLnBrk="1" hangingPunct="1">
        <a:defRPr sz="146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png"/><Relationship Id="rId3" Type="http://schemas.openxmlformats.org/officeDocument/2006/relationships/notesSlide" Target="../notesSlides/notesSlide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png"/><Relationship Id="rId3" Type="http://schemas.openxmlformats.org/officeDocument/2006/relationships/notesSlide" Target="../notesSlides/notesSlide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 Id="rId9"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3.png"/><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png"/><Relationship Id="rId8" Type="http://schemas.openxmlformats.org/officeDocument/2006/relationships/image" Target="../media/image49.png"/><Relationship Id="rId9" Type="http://schemas.openxmlformats.org/officeDocument/2006/relationships/image" Target="../media/image50.png"/><Relationship Id="rId10"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55.png"/><Relationship Id="rId7"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2">
            <a:extLst>
              <a:ext uri="{FF2B5EF4-FFF2-40B4-BE49-F238E27FC236}">
                <a16:creationId xmlns:a16="http://schemas.microsoft.com/office/drawing/2014/main" id="{64B6421F-CAE9-400E-9445-A5AF32A83B13}"/>
              </a:ext>
            </a:extLst>
          </p:cNvPr>
          <p:cNvSpPr>
            <a:spLocks noGrp="1"/>
          </p:cNvSpPr>
          <p:nvPr>
            <p:ph type="body" sz="quarter" idx="12"/>
          </p:nvPr>
        </p:nvSpPr>
        <p:spPr>
          <a:xfrm>
            <a:off x="3683389" y="5961507"/>
            <a:ext cx="6125752" cy="338554"/>
          </a:xfrm>
        </p:spPr>
        <p:txBody>
          <a:bodyPr/>
          <a:lstStyle/>
          <a:p>
            <a:endParaRPr lang="en-US" altLang="ko-KR" sz="1400" b="1" dirty="0"/>
          </a:p>
          <a:p>
            <a:r>
              <a:rPr lang="ko-KR" altLang="en-US" sz="1400" b="1" dirty="0"/>
              <a:t>일시 </a:t>
            </a:r>
            <a:r>
              <a:rPr lang="en-US" altLang="ko-KR" sz="1400" b="1"/>
              <a:t>: 2026. 09. 16 (</a:t>
            </a:r>
            <a:r>
              <a:rPr lang="ko-KR" altLang="en-US" sz="1400" b="1" dirty="0"/>
              <a:t>수</a:t>
            </a:r>
            <a:r>
              <a:rPr lang="en-US" altLang="ko-KR" sz="1400" b="1"/>
              <a:t>)</a:t>
            </a:r>
            <a:endParaRPr lang="ko-KR" altLang="en-US" sz="1400" b="1" dirty="0"/>
          </a:p>
        </p:txBody>
      </p:sp>
      <p:sp>
        <p:nvSpPr>
          <p:cNvPr id="9" name="제목 8">
            <a:extLst>
              <a:ext uri="{FF2B5EF4-FFF2-40B4-BE49-F238E27FC236}">
                <a16:creationId xmlns:a16="http://schemas.microsoft.com/office/drawing/2014/main" id="{CF5D3829-D03B-4BD0-BD03-046B360CA49E}"/>
              </a:ext>
            </a:extLst>
          </p:cNvPr>
          <p:cNvSpPr>
            <a:spLocks noGrp="1"/>
          </p:cNvSpPr>
          <p:nvPr>
            <p:ph type="ctrTitle"/>
          </p:nvPr>
        </p:nvSpPr>
        <p:spPr>
          <a:xfrm>
            <a:off x="0" y="1548527"/>
            <a:ext cx="9906000" cy="923330"/>
          </a:xfrm>
        </p:spPr>
        <p:txBody>
          <a:bodyPr/>
          <a:lstStyle/>
          <a:p>
            <a:pPr algn="ctr"/>
            <a:r>
              <a:rPr lang="en-US" altLang="ko-KR" sz="2800" b="1">
                <a:latin typeface="Noto Sans KR" panose="020B0500000000000000" pitchFamily="34" charset="-127"/>
                <a:ea typeface="Noto Sans KR" panose="020B0500000000000000" pitchFamily="34" charset="-127"/>
              </a:rPr>
              <a:t>(3</a:t>
            </a:r>
            <a:r>
              <a:rPr lang="ko-KR" altLang="en-US" sz="2800" b="1">
                <a:latin typeface="Noto Sans KR" panose="020B0500000000000000" pitchFamily="34" charset="-127"/>
                <a:ea typeface="Noto Sans KR" panose="020B0500000000000000" pitchFamily="34" charset="-127"/>
              </a:rPr>
              <a:t>세부</a:t>
            </a:r>
            <a:r>
              <a:rPr lang="en-US" altLang="ko-KR" sz="2800" b="1">
                <a:latin typeface="Noto Sans KR" panose="020B0500000000000000" pitchFamily="34" charset="-127"/>
                <a:ea typeface="Noto Sans KR" panose="020B0500000000000000" pitchFamily="34" charset="-127"/>
              </a:rPr>
              <a:t>) </a:t>
            </a:r>
            <a:r>
              <a:rPr lang="ko-KR" altLang="en-US" sz="2800" b="1">
                <a:latin typeface="Noto Sans KR" panose="020B0500000000000000" pitchFamily="34" charset="-127"/>
                <a:ea typeface="Noto Sans KR" panose="020B0500000000000000" pitchFamily="34" charset="-127"/>
              </a:rPr>
              <a:t>고출력</a:t>
            </a:r>
            <a:r>
              <a:rPr lang="en-US" altLang="ko-KR" sz="2800" b="1">
                <a:latin typeface="Noto Sans KR" panose="020B0500000000000000" pitchFamily="34" charset="-127"/>
                <a:ea typeface="Noto Sans KR" panose="020B0500000000000000" pitchFamily="34" charset="-127"/>
              </a:rPr>
              <a:t>, </a:t>
            </a:r>
            <a:r>
              <a:rPr lang="ko-KR" altLang="en-US" sz="2800" b="1">
                <a:latin typeface="Noto Sans KR" panose="020B0500000000000000" pitchFamily="34" charset="-127"/>
                <a:ea typeface="Noto Sans KR" panose="020B0500000000000000" pitchFamily="34" charset="-127"/>
              </a:rPr>
              <a:t>광대역 특성을 갖는 레이돔 일체형 위성 통신</a:t>
            </a:r>
            <a:br>
              <a:rPr lang="en-US" altLang="ko-KR" sz="2800" b="1">
                <a:latin typeface="Noto Sans KR" panose="020B0500000000000000" pitchFamily="34" charset="-127"/>
                <a:ea typeface="Noto Sans KR" panose="020B0500000000000000" pitchFamily="34" charset="-127"/>
              </a:rPr>
            </a:br>
            <a:r>
              <a:rPr lang="ko-KR" altLang="en-US" sz="2800" b="1">
                <a:latin typeface="Noto Sans KR" panose="020B0500000000000000" pitchFamily="34" charset="-127"/>
                <a:ea typeface="Noto Sans KR" panose="020B0500000000000000" pitchFamily="34" charset="-127"/>
              </a:rPr>
              <a:t>지상 단말국용 빔조향 송</a:t>
            </a:r>
            <a:r>
              <a:rPr lang="en-US" altLang="ko-KR" sz="2800" b="1">
                <a:latin typeface="Noto Sans KR" panose="020B0500000000000000" pitchFamily="34" charset="-127"/>
                <a:ea typeface="Noto Sans KR" panose="020B0500000000000000" pitchFamily="34" charset="-127"/>
              </a:rPr>
              <a:t>, </a:t>
            </a:r>
            <a:r>
              <a:rPr lang="ko-KR" altLang="en-US" sz="2800" b="1">
                <a:latin typeface="Noto Sans KR" panose="020B0500000000000000" pitchFamily="34" charset="-127"/>
                <a:ea typeface="Noto Sans KR" panose="020B0500000000000000" pitchFamily="34" charset="-127"/>
              </a:rPr>
              <a:t>수신 안테나 모듈 개발</a:t>
            </a:r>
            <a:endParaRPr lang="ko-KR" altLang="en-US" dirty="0"/>
          </a:p>
        </p:txBody>
      </p:sp>
      <p:sp>
        <p:nvSpPr>
          <p:cNvPr id="12" name="직사각형 11">
            <a:extLst>
              <a:ext uri="{FF2B5EF4-FFF2-40B4-BE49-F238E27FC236}">
                <a16:creationId xmlns:a16="http://schemas.microsoft.com/office/drawing/2014/main" id="{E74DF4C8-9B13-446C-A6A8-79E6358DC948}"/>
              </a:ext>
            </a:extLst>
          </p:cNvPr>
          <p:cNvSpPr/>
          <p:nvPr/>
        </p:nvSpPr>
        <p:spPr>
          <a:xfrm>
            <a:off x="78571" y="6447447"/>
            <a:ext cx="5125916" cy="3385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000" dirty="0">
                <a:solidFill>
                  <a:schemeClr val="bg1"/>
                </a:solidFill>
                <a:latin typeface="Noto Sans KR" panose="020B0500000000000000" pitchFamily="34" charset="-127"/>
                <a:ea typeface="Noto Sans KR" panose="020B0500000000000000" pitchFamily="34" charset="-127"/>
              </a:rPr>
              <a:t>2024</a:t>
            </a:r>
            <a:r>
              <a:rPr lang="ko-KR" altLang="en-US" sz="1000" dirty="0">
                <a:solidFill>
                  <a:schemeClr val="bg1"/>
                </a:solidFill>
                <a:latin typeface="Noto Sans KR" panose="020B0500000000000000" pitchFamily="34" charset="-127"/>
                <a:ea typeface="Noto Sans KR" panose="020B0500000000000000" pitchFamily="34" charset="-127"/>
              </a:rPr>
              <a:t>년도 제 </a:t>
            </a:r>
            <a:r>
              <a:rPr lang="en-US" altLang="ko-KR" sz="1000" dirty="0">
                <a:solidFill>
                  <a:schemeClr val="bg1"/>
                </a:solidFill>
                <a:latin typeface="Noto Sans KR" panose="020B0500000000000000" pitchFamily="34" charset="-127"/>
                <a:ea typeface="Noto Sans KR" panose="020B0500000000000000" pitchFamily="34" charset="-127"/>
              </a:rPr>
              <a:t>1</a:t>
            </a:r>
            <a:r>
              <a:rPr lang="ko-KR" altLang="en-US" sz="1000" dirty="0">
                <a:solidFill>
                  <a:schemeClr val="bg1"/>
                </a:solidFill>
                <a:latin typeface="Noto Sans KR" panose="020B0500000000000000" pitchFamily="34" charset="-127"/>
                <a:ea typeface="Noto Sans KR" panose="020B0500000000000000" pitchFamily="34" charset="-127"/>
              </a:rPr>
              <a:t>차 정보통신 방송 기술개발사업 및 표준개발지원사업</a:t>
            </a:r>
          </a:p>
        </p:txBody>
      </p:sp>
      <p:sp>
        <p:nvSpPr>
          <p:cNvPr id="13" name="제목 1">
            <a:extLst>
              <a:ext uri="{FF2B5EF4-FFF2-40B4-BE49-F238E27FC236}">
                <a16:creationId xmlns:a16="http://schemas.microsoft.com/office/drawing/2014/main" id="{A7162B4C-6491-419E-A7D3-08742CA7C02D}"/>
              </a:ext>
            </a:extLst>
          </p:cNvPr>
          <p:cNvSpPr txBox="1">
            <a:spLocks/>
          </p:cNvSpPr>
          <p:nvPr/>
        </p:nvSpPr>
        <p:spPr>
          <a:xfrm>
            <a:off x="0" y="2267574"/>
            <a:ext cx="9906000" cy="923330"/>
          </a:xfrm>
          <a:prstGeom prst="rect">
            <a:avLst/>
          </a:prstGeom>
        </p:spPr>
        <p:txBody>
          <a:bodyPr anchor="ctr"/>
          <a:lstStyle>
            <a:lvl1pPr algn="l" defTabSz="742950" rtl="0" eaLnBrk="1" latinLnBrk="1" hangingPunct="1">
              <a:lnSpc>
                <a:spcPct val="90000"/>
              </a:lnSpc>
              <a:spcBef>
                <a:spcPct val="0"/>
              </a:spcBef>
              <a:buNone/>
              <a:defRPr kumimoji="1" lang="ko-KR" altLang="en-US" sz="2650" kern="1200" dirty="0">
                <a:solidFill>
                  <a:schemeClr val="bg1"/>
                </a:solidFill>
                <a:latin typeface="Noto Sans Korean Light" panose="020B0300000000000000" pitchFamily="34" charset="-127"/>
                <a:ea typeface="Noto Sans Korean Light" panose="020B0300000000000000" pitchFamily="34" charset="-127"/>
                <a:cs typeface="+mn-cs"/>
              </a:defRPr>
            </a:lvl1pPr>
          </a:lstStyle>
          <a:p>
            <a:pPr algn="ctr"/>
            <a:r>
              <a:rPr lang="en-US" altLang="ko-KR" sz="1600" b="1" dirty="0">
                <a:solidFill>
                  <a:srgbClr val="0860B5"/>
                </a:solidFill>
                <a:latin typeface="Noto Sans KR" panose="020B0500000000000000" pitchFamily="34" charset="-127"/>
                <a:ea typeface="Noto Sans KR" panose="020B0500000000000000" pitchFamily="34" charset="-127"/>
              </a:rPr>
              <a:t>- Kick-off Meeting -</a:t>
            </a:r>
            <a:r>
              <a:rPr lang="ko-KR" altLang="en-US" sz="1600" b="1" dirty="0">
                <a:solidFill>
                  <a:srgbClr val="0860B5"/>
                </a:solidFill>
                <a:latin typeface="Noto Sans KR" panose="020B0500000000000000" pitchFamily="34" charset="-127"/>
                <a:ea typeface="Noto Sans KR" panose="020B0500000000000000" pitchFamily="34" charset="-127"/>
              </a:rPr>
              <a:t> </a:t>
            </a:r>
          </a:p>
        </p:txBody>
      </p:sp>
    </p:spTree>
    <p:extLst>
      <p:ext uri="{BB962C8B-B14F-4D97-AF65-F5344CB8AC3E}">
        <p14:creationId xmlns:p14="http://schemas.microsoft.com/office/powerpoint/2010/main" val="17186888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2">
            <a:extLst>
              <a:ext uri="{FF2B5EF4-FFF2-40B4-BE49-F238E27FC236}">
                <a16:creationId xmlns:a16="http://schemas.microsoft.com/office/drawing/2014/main" id="{91A01BA3-5102-036B-AA42-9993E8624E00}"/>
              </a:ext>
            </a:extLst>
          </p:cNvPr>
          <p:cNvSpPr>
            <a:spLocks noGrp="1"/>
          </p:cNvSpPr>
          <p:nvPr>
            <p:ph type="body" sz="quarter" idx="10"/>
          </p:nvPr>
        </p:nvSpPr>
        <p:spPr>
          <a:xfrm>
            <a:off x="4460240" y="2976150"/>
            <a:ext cx="5214111" cy="2117058"/>
          </a:xfrm>
        </p:spPr>
        <p:txBody>
          <a:bodyPr/>
          <a:lstStyle/>
          <a:p>
            <a:pPr>
              <a:lnSpc>
                <a:spcPct val="150000"/>
              </a:lnSpc>
            </a:pPr>
            <a:r>
              <a:rPr lang="ko-KR" altLang="en-US" sz="1600">
                <a:latin typeface="Noto Sans KR" panose="020B0500000000000000" pitchFamily="34" charset="-127"/>
                <a:ea typeface="Noto Sans KR" panose="020B0500000000000000" pitchFamily="34" charset="-127"/>
              </a:rPr>
              <a:t>과제 개요 및 필요성</a:t>
            </a:r>
            <a:endParaRPr lang="en-US" altLang="ko-KR" sz="1600" dirty="0">
              <a:latin typeface="Noto Sans KR" panose="020B0500000000000000" pitchFamily="34" charset="-127"/>
              <a:ea typeface="Noto Sans KR" panose="020B0500000000000000" pitchFamily="34" charset="-127"/>
            </a:endParaRPr>
          </a:p>
          <a:p>
            <a:pPr>
              <a:lnSpc>
                <a:spcPct val="150000"/>
              </a:lnSpc>
            </a:pPr>
            <a:r>
              <a:rPr lang="ko-KR" altLang="en-US" sz="1600">
                <a:latin typeface="Noto Sans KR" panose="020B0500000000000000" pitchFamily="34" charset="-127"/>
                <a:ea typeface="Noto Sans KR" panose="020B0500000000000000" pitchFamily="34" charset="-127"/>
              </a:rPr>
              <a:t>연구 목표 및 내용</a:t>
            </a:r>
            <a:endParaRPr lang="en-US" altLang="ko-KR" sz="1600">
              <a:latin typeface="Noto Sans KR" panose="020B0500000000000000" pitchFamily="34" charset="-127"/>
              <a:ea typeface="Noto Sans KR" panose="020B0500000000000000" pitchFamily="34" charset="-127"/>
            </a:endParaRPr>
          </a:p>
          <a:p>
            <a:pPr>
              <a:lnSpc>
                <a:spcPct val="150000"/>
              </a:lnSpc>
            </a:pPr>
            <a:r>
              <a:rPr lang="ko-KR" altLang="en-US" sz="1600">
                <a:latin typeface="Noto Sans KR" panose="020B0500000000000000" pitchFamily="34" charset="-127"/>
                <a:ea typeface="Noto Sans KR" panose="020B0500000000000000" pitchFamily="34" charset="-127"/>
              </a:rPr>
              <a:t>과제 추진 계획</a:t>
            </a:r>
            <a:endParaRPr lang="en-US" altLang="ko-KR" sz="1600" dirty="0">
              <a:latin typeface="Noto Sans KR" panose="020B0500000000000000" pitchFamily="34" charset="-127"/>
              <a:ea typeface="Noto Sans KR" panose="020B0500000000000000" pitchFamily="34" charset="-127"/>
            </a:endParaRPr>
          </a:p>
          <a:p>
            <a:pPr>
              <a:lnSpc>
                <a:spcPct val="150000"/>
              </a:lnSpc>
            </a:pPr>
            <a:r>
              <a:rPr lang="ko-KR" altLang="en-US" sz="1600">
                <a:latin typeface="Noto Sans KR" panose="020B0500000000000000" pitchFamily="34" charset="-127"/>
                <a:ea typeface="Noto Sans KR" panose="020B0500000000000000" pitchFamily="34" charset="-127"/>
              </a:rPr>
              <a:t>연차별 개발 내용 및 주요 결과물 </a:t>
            </a:r>
            <a:r>
              <a:rPr lang="en-US" altLang="ko-KR" sz="1600">
                <a:latin typeface="Noto Sans KR" panose="020B0500000000000000" pitchFamily="34" charset="-127"/>
                <a:ea typeface="Noto Sans KR" panose="020B0500000000000000" pitchFamily="34" charset="-127"/>
              </a:rPr>
              <a:t>– </a:t>
            </a:r>
            <a:r>
              <a:rPr lang="ko-KR" altLang="en-US" sz="1600">
                <a:latin typeface="Noto Sans KR" panose="020B0500000000000000" pitchFamily="34" charset="-127"/>
                <a:ea typeface="Noto Sans KR" panose="020B0500000000000000" pitchFamily="34" charset="-127"/>
              </a:rPr>
              <a:t>㈜두산전자사업 수지</a:t>
            </a:r>
            <a:endParaRPr lang="en-US" altLang="ko-KR" sz="1600">
              <a:latin typeface="Noto Sans KR" panose="020B0500000000000000" pitchFamily="34" charset="-127"/>
              <a:ea typeface="Noto Sans KR" panose="020B0500000000000000" pitchFamily="34" charset="-127"/>
            </a:endParaRPr>
          </a:p>
          <a:p>
            <a:pPr>
              <a:lnSpc>
                <a:spcPct val="150000"/>
              </a:lnSpc>
            </a:pPr>
            <a:r>
              <a:rPr lang="en-US" altLang="ko-KR" sz="1600">
                <a:latin typeface="Noto Sans KR" panose="020B0500000000000000" pitchFamily="34" charset="-127"/>
                <a:ea typeface="Noto Sans KR" panose="020B0500000000000000" pitchFamily="34" charset="-127"/>
              </a:rPr>
              <a:t>1</a:t>
            </a:r>
            <a:r>
              <a:rPr lang="ko-KR" altLang="en-US" sz="1600">
                <a:latin typeface="Noto Sans KR" panose="020B0500000000000000" pitchFamily="34" charset="-127"/>
                <a:ea typeface="Noto Sans KR" panose="020B0500000000000000" pitchFamily="34" charset="-127"/>
              </a:rPr>
              <a:t>차년도 진행 스케쥴 및 계획 </a:t>
            </a:r>
            <a:r>
              <a:rPr lang="en-US" altLang="ko-KR" sz="1600">
                <a:latin typeface="Noto Sans KR" panose="020B0500000000000000" pitchFamily="34" charset="-127"/>
                <a:ea typeface="Noto Sans KR" panose="020B0500000000000000" pitchFamily="34" charset="-127"/>
              </a:rPr>
              <a:t>– </a:t>
            </a:r>
            <a:r>
              <a:rPr lang="ko-KR" altLang="en-US" sz="1600">
                <a:latin typeface="Noto Sans KR" panose="020B0500000000000000" pitchFamily="34" charset="-127"/>
                <a:ea typeface="Noto Sans KR" panose="020B0500000000000000" pitchFamily="34" charset="-127"/>
              </a:rPr>
              <a:t>㈜ 두산전자사업 수지</a:t>
            </a:r>
            <a:endParaRPr lang="ko-KR" altLang="en-US" sz="1600" dirty="0">
              <a:latin typeface="Noto Sans KR" panose="020B0500000000000000" pitchFamily="34" charset="-127"/>
              <a:ea typeface="Noto Sans KR" panose="020B0500000000000000" pitchFamily="34" charset="-127"/>
            </a:endParaRPr>
          </a:p>
        </p:txBody>
      </p:sp>
      <p:sp>
        <p:nvSpPr>
          <p:cNvPr id="4" name="제목 3">
            <a:extLst>
              <a:ext uri="{FF2B5EF4-FFF2-40B4-BE49-F238E27FC236}">
                <a16:creationId xmlns:a16="http://schemas.microsoft.com/office/drawing/2014/main" id="{7AFFE02B-8833-4F4F-862E-235445E052F8}"/>
              </a:ext>
            </a:extLst>
          </p:cNvPr>
          <p:cNvSpPr>
            <a:spLocks noGrp="1"/>
          </p:cNvSpPr>
          <p:nvPr>
            <p:ph type="ctrTitle"/>
          </p:nvPr>
        </p:nvSpPr>
        <p:spPr/>
        <p:txBody>
          <a:bodyPr>
            <a:normAutofit/>
          </a:bodyPr>
          <a:lstStyle/>
          <a:p>
            <a:r>
              <a:rPr lang="ko-KR" altLang="en-US" sz="2000" b="1" dirty="0">
                <a:latin typeface="Noto Sans KR" panose="020B0500000000000000" pitchFamily="34" charset="-127"/>
                <a:ea typeface="Noto Sans KR" panose="020B0500000000000000" pitchFamily="34" charset="-127"/>
              </a:rPr>
              <a:t>목 차</a:t>
            </a:r>
          </a:p>
        </p:txBody>
      </p:sp>
    </p:spTree>
    <p:extLst>
      <p:ext uri="{BB962C8B-B14F-4D97-AF65-F5344CB8AC3E}">
        <p14:creationId xmlns:p14="http://schemas.microsoft.com/office/powerpoint/2010/main" val="1099902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a:extLst>
              <a:ext uri="{FF2B5EF4-FFF2-40B4-BE49-F238E27FC236}">
                <a16:creationId xmlns:a16="http://schemas.microsoft.com/office/drawing/2014/main" id="{DAD10DA8-FB02-59A8-1BD2-915C945DCCE2}"/>
              </a:ext>
            </a:extLst>
          </p:cNvPr>
          <p:cNvSpPr>
            <a:spLocks noGrp="1"/>
          </p:cNvSpPr>
          <p:nvPr>
            <p:ph type="ctrTitle"/>
          </p:nvPr>
        </p:nvSpPr>
        <p:spPr/>
        <p:txBody>
          <a:bodyPr>
            <a:normAutofit/>
          </a:bodyPr>
          <a:lstStyle/>
          <a:p>
            <a:r>
              <a:rPr lang="en-US" altLang="ko-KR" sz="1800" b="1">
                <a:latin typeface="Noto Sans KR" panose="020B0200000000000000" pitchFamily="50" charset="-127"/>
                <a:ea typeface="Noto Sans KR" panose="020B0200000000000000" pitchFamily="50" charset="-127"/>
              </a:rPr>
              <a:t>1. </a:t>
            </a:r>
            <a:r>
              <a:rPr lang="ko-KR" altLang="en-US" sz="1800" b="1">
                <a:latin typeface="Noto Sans KR" panose="020B0200000000000000" pitchFamily="50" charset="-127"/>
                <a:ea typeface="Noto Sans KR" panose="020B0200000000000000" pitchFamily="50" charset="-127"/>
              </a:rPr>
              <a:t>과제 개요 및 필요성</a:t>
            </a:r>
          </a:p>
        </p:txBody>
      </p:sp>
      <p:sp>
        <p:nvSpPr>
          <p:cNvPr id="4" name="슬라이드 번호 개체 틀 3">
            <a:extLst>
              <a:ext uri="{FF2B5EF4-FFF2-40B4-BE49-F238E27FC236}">
                <a16:creationId xmlns:a16="http://schemas.microsoft.com/office/drawing/2014/main" id="{D897A916-027B-F5DE-B507-2A9D7034DAE7}"/>
              </a:ext>
            </a:extLst>
          </p:cNvPr>
          <p:cNvSpPr>
            <a:spLocks noGrp="1"/>
          </p:cNvSpPr>
          <p:nvPr>
            <p:ph type="sldNum" sz="quarter" idx="4"/>
          </p:nvPr>
        </p:nvSpPr>
        <p:spPr/>
        <p:txBody>
          <a:bodyPr/>
          <a:lstStyle/>
          <a:p>
            <a:fld id="{E8B113C4-B834-4BEA-901C-8797A7F90894}" type="slidenum">
              <a:rPr lang="ko-KR" altLang="en-US" smtClean="0"/>
              <a:pPr/>
              <a:t>2</a:t>
            </a:fld>
            <a:endParaRPr lang="ko-KR" altLang="en-US"/>
          </a:p>
        </p:txBody>
      </p:sp>
      <p:grpSp>
        <p:nvGrpSpPr>
          <p:cNvPr id="35" name="그룹 34">
            <a:extLst>
              <a:ext uri="{FF2B5EF4-FFF2-40B4-BE49-F238E27FC236}">
                <a16:creationId xmlns:a16="http://schemas.microsoft.com/office/drawing/2014/main" id="{DCC78EC2-72C2-DF7F-DE1E-83A54CF5E4FF}"/>
              </a:ext>
            </a:extLst>
          </p:cNvPr>
          <p:cNvGrpSpPr/>
          <p:nvPr/>
        </p:nvGrpSpPr>
        <p:grpSpPr>
          <a:xfrm>
            <a:off x="379306" y="921125"/>
            <a:ext cx="9262534" cy="1330960"/>
            <a:chOff x="379306" y="1330960"/>
            <a:chExt cx="9262534" cy="1330960"/>
          </a:xfrm>
        </p:grpSpPr>
        <p:sp>
          <p:nvSpPr>
            <p:cNvPr id="5" name="직사각형 4">
              <a:extLst>
                <a:ext uri="{FF2B5EF4-FFF2-40B4-BE49-F238E27FC236}">
                  <a16:creationId xmlns:a16="http://schemas.microsoft.com/office/drawing/2014/main" id="{D61B6BE3-7DA4-CB63-8C60-3AA9C58C6534}"/>
                </a:ext>
              </a:extLst>
            </p:cNvPr>
            <p:cNvSpPr/>
            <p:nvPr/>
          </p:nvSpPr>
          <p:spPr>
            <a:xfrm>
              <a:off x="379306" y="1330960"/>
              <a:ext cx="9262534" cy="4616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a:latin typeface="Noto Sans KR" panose="020B0200000000000000" pitchFamily="50" charset="-127"/>
                  <a:ea typeface="Noto Sans KR" panose="020B0200000000000000" pitchFamily="50" charset="-127"/>
                </a:rPr>
                <a:t>연구개발과제명</a:t>
              </a:r>
            </a:p>
          </p:txBody>
        </p:sp>
        <p:sp>
          <p:nvSpPr>
            <p:cNvPr id="6" name="직사각형 5">
              <a:extLst>
                <a:ext uri="{FF2B5EF4-FFF2-40B4-BE49-F238E27FC236}">
                  <a16:creationId xmlns:a16="http://schemas.microsoft.com/office/drawing/2014/main" id="{A86741FC-2BCD-BFA5-E18C-060F81DBA60B}"/>
                </a:ext>
              </a:extLst>
            </p:cNvPr>
            <p:cNvSpPr/>
            <p:nvPr/>
          </p:nvSpPr>
          <p:spPr>
            <a:xfrm>
              <a:off x="379306" y="1792626"/>
              <a:ext cx="9262534" cy="86929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600">
                  <a:solidFill>
                    <a:schemeClr val="tx1"/>
                  </a:solidFill>
                  <a:latin typeface="Noto Sans KR" panose="020B0200000000000000" pitchFamily="50" charset="-127"/>
                  <a:ea typeface="Noto Sans KR" panose="020B0200000000000000" pitchFamily="50" charset="-127"/>
                </a:rPr>
                <a:t>고출력</a:t>
              </a:r>
              <a:r>
                <a:rPr lang="en-US" altLang="ko-KR" sz="1600">
                  <a:solidFill>
                    <a:schemeClr val="tx1"/>
                  </a:solidFill>
                  <a:latin typeface="Noto Sans KR" panose="020B0200000000000000" pitchFamily="50" charset="-127"/>
                  <a:ea typeface="Noto Sans KR" panose="020B0200000000000000" pitchFamily="50" charset="-127"/>
                </a:rPr>
                <a:t>, </a:t>
              </a:r>
              <a:r>
                <a:rPr lang="ko-KR" altLang="en-US" sz="1600">
                  <a:solidFill>
                    <a:schemeClr val="tx1"/>
                  </a:solidFill>
                  <a:latin typeface="Noto Sans KR" panose="020B0200000000000000" pitchFamily="50" charset="-127"/>
                  <a:ea typeface="Noto Sans KR" panose="020B0200000000000000" pitchFamily="50" charset="-127"/>
                </a:rPr>
                <a:t>광대역 특성을 갖는 레이돔 일체형 위성 통신 지상</a:t>
              </a:r>
              <a:endParaRPr lang="en-US" altLang="ko-KR" sz="1600">
                <a:solidFill>
                  <a:schemeClr val="tx1"/>
                </a:solidFill>
                <a:latin typeface="Noto Sans KR" panose="020B0200000000000000" pitchFamily="50" charset="-127"/>
                <a:ea typeface="Noto Sans KR" panose="020B0200000000000000" pitchFamily="50" charset="-127"/>
              </a:endParaRPr>
            </a:p>
            <a:p>
              <a:pPr algn="ctr"/>
              <a:r>
                <a:rPr lang="ko-KR" altLang="en-US" sz="1600">
                  <a:solidFill>
                    <a:schemeClr val="tx1"/>
                  </a:solidFill>
                  <a:latin typeface="Noto Sans KR" panose="020B0200000000000000" pitchFamily="50" charset="-127"/>
                  <a:ea typeface="Noto Sans KR" panose="020B0200000000000000" pitchFamily="50" charset="-127"/>
                </a:rPr>
                <a:t>단말국용 빔조향 송</a:t>
              </a:r>
              <a:r>
                <a:rPr lang="en-US" altLang="ko-KR" sz="1600">
                  <a:solidFill>
                    <a:schemeClr val="tx1"/>
                  </a:solidFill>
                  <a:latin typeface="Noto Sans KR" panose="020B0200000000000000" pitchFamily="50" charset="-127"/>
                  <a:ea typeface="Noto Sans KR" panose="020B0200000000000000" pitchFamily="50" charset="-127"/>
                </a:rPr>
                <a:t>, </a:t>
              </a:r>
              <a:r>
                <a:rPr lang="ko-KR" altLang="en-US" sz="1600">
                  <a:solidFill>
                    <a:schemeClr val="tx1"/>
                  </a:solidFill>
                  <a:latin typeface="Noto Sans KR" panose="020B0200000000000000" pitchFamily="50" charset="-127"/>
                  <a:ea typeface="Noto Sans KR" panose="020B0200000000000000" pitchFamily="50" charset="-127"/>
                </a:rPr>
                <a:t>수신 안테나 모듈 개발</a:t>
              </a:r>
            </a:p>
          </p:txBody>
        </p:sp>
      </p:grpSp>
      <p:grpSp>
        <p:nvGrpSpPr>
          <p:cNvPr id="34" name="그룹 33">
            <a:extLst>
              <a:ext uri="{FF2B5EF4-FFF2-40B4-BE49-F238E27FC236}">
                <a16:creationId xmlns:a16="http://schemas.microsoft.com/office/drawing/2014/main" id="{6FF532F2-7580-146E-4D5B-2143FE6F1056}"/>
              </a:ext>
            </a:extLst>
          </p:cNvPr>
          <p:cNvGrpSpPr/>
          <p:nvPr/>
        </p:nvGrpSpPr>
        <p:grpSpPr>
          <a:xfrm>
            <a:off x="285981" y="2509823"/>
            <a:ext cx="9475698" cy="1815772"/>
            <a:chOff x="285981" y="3071188"/>
            <a:chExt cx="9475698" cy="1815772"/>
          </a:xfrm>
        </p:grpSpPr>
        <p:sp>
          <p:nvSpPr>
            <p:cNvPr id="7" name="직사각형 6">
              <a:extLst>
                <a:ext uri="{FF2B5EF4-FFF2-40B4-BE49-F238E27FC236}">
                  <a16:creationId xmlns:a16="http://schemas.microsoft.com/office/drawing/2014/main" id="{733125D9-A2E9-EC4A-83D1-766841AA06AF}"/>
                </a:ext>
              </a:extLst>
            </p:cNvPr>
            <p:cNvSpPr/>
            <p:nvPr/>
          </p:nvSpPr>
          <p:spPr>
            <a:xfrm>
              <a:off x="379306" y="3071188"/>
              <a:ext cx="9262534" cy="4616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a:latin typeface="Noto Sans KR" panose="020B0200000000000000" pitchFamily="50" charset="-127"/>
                  <a:ea typeface="Noto Sans KR" panose="020B0200000000000000" pitchFamily="50" charset="-127"/>
                </a:rPr>
                <a:t>연구개발기관</a:t>
              </a:r>
            </a:p>
          </p:txBody>
        </p:sp>
        <p:sp>
          <p:nvSpPr>
            <p:cNvPr id="8" name="직사각형 7">
              <a:extLst>
                <a:ext uri="{FF2B5EF4-FFF2-40B4-BE49-F238E27FC236}">
                  <a16:creationId xmlns:a16="http://schemas.microsoft.com/office/drawing/2014/main" id="{BEE8FDC4-A963-EEB6-38CE-AEF1F376A2CF}"/>
                </a:ext>
              </a:extLst>
            </p:cNvPr>
            <p:cNvSpPr/>
            <p:nvPr/>
          </p:nvSpPr>
          <p:spPr>
            <a:xfrm>
              <a:off x="379306" y="3532854"/>
              <a:ext cx="9262534" cy="13541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10" name="그림 9">
              <a:extLst>
                <a:ext uri="{FF2B5EF4-FFF2-40B4-BE49-F238E27FC236}">
                  <a16:creationId xmlns:a16="http://schemas.microsoft.com/office/drawing/2014/main" id="{B814152C-0DC0-55A5-E353-D759E58BBD7F}"/>
                </a:ext>
              </a:extLst>
            </p:cNvPr>
            <p:cNvPicPr>
              <a:picLocks noChangeAspect="1"/>
            </p:cNvPicPr>
            <p:nvPr/>
          </p:nvPicPr>
          <p:blipFill>
            <a:blip r:embed="rId3"/>
            <a:srcRect t="2359"/>
            <a:stretch>
              <a:fillRect/>
            </a:stretch>
          </p:blipFill>
          <p:spPr>
            <a:xfrm>
              <a:off x="2323576" y="3970354"/>
              <a:ext cx="979073" cy="516062"/>
            </a:xfrm>
            <a:prstGeom prst="rect">
              <a:avLst/>
            </a:prstGeom>
          </p:spPr>
        </p:pic>
        <p:pic>
          <p:nvPicPr>
            <p:cNvPr id="12" name="그림 11">
              <a:extLst>
                <a:ext uri="{FF2B5EF4-FFF2-40B4-BE49-F238E27FC236}">
                  <a16:creationId xmlns:a16="http://schemas.microsoft.com/office/drawing/2014/main" id="{B68DACC7-5E0B-1F7F-D9BA-DC88237C8B56}"/>
                </a:ext>
              </a:extLst>
            </p:cNvPr>
            <p:cNvPicPr>
              <a:picLocks noChangeAspect="1"/>
            </p:cNvPicPr>
            <p:nvPr/>
          </p:nvPicPr>
          <p:blipFill>
            <a:blip r:embed="rId4"/>
            <a:stretch>
              <a:fillRect/>
            </a:stretch>
          </p:blipFill>
          <p:spPr>
            <a:xfrm>
              <a:off x="474791" y="4065888"/>
              <a:ext cx="1432560" cy="347018"/>
            </a:xfrm>
            <a:prstGeom prst="rect">
              <a:avLst/>
            </a:prstGeom>
          </p:spPr>
        </p:pic>
        <p:sp>
          <p:nvSpPr>
            <p:cNvPr id="13" name="TextBox 12">
              <a:extLst>
                <a:ext uri="{FF2B5EF4-FFF2-40B4-BE49-F238E27FC236}">
                  <a16:creationId xmlns:a16="http://schemas.microsoft.com/office/drawing/2014/main" id="{7BB1E303-9AD4-41BC-2AA7-4EC81894EBA0}"/>
                </a:ext>
              </a:extLst>
            </p:cNvPr>
            <p:cNvSpPr txBox="1"/>
            <p:nvPr/>
          </p:nvSpPr>
          <p:spPr>
            <a:xfrm>
              <a:off x="504641" y="3659966"/>
              <a:ext cx="1432560" cy="369332"/>
            </a:xfrm>
            <a:prstGeom prst="rect">
              <a:avLst/>
            </a:prstGeom>
            <a:noFill/>
          </p:spPr>
          <p:txBody>
            <a:bodyPr wrap="square" rtlCol="0">
              <a:spAutoFit/>
            </a:bodyPr>
            <a:lstStyle/>
            <a:p>
              <a:pPr algn="ctr"/>
              <a:r>
                <a:rPr lang="ko-KR" altLang="en-US" b="1">
                  <a:latin typeface="Noto Sans KR" panose="020B0200000000000000" pitchFamily="50" charset="-127"/>
                  <a:ea typeface="Noto Sans KR" panose="020B0200000000000000" pitchFamily="50" charset="-127"/>
                </a:rPr>
                <a:t>주관기관</a:t>
              </a:r>
            </a:p>
          </p:txBody>
        </p:sp>
        <p:sp>
          <p:nvSpPr>
            <p:cNvPr id="14" name="TextBox 13">
              <a:extLst>
                <a:ext uri="{FF2B5EF4-FFF2-40B4-BE49-F238E27FC236}">
                  <a16:creationId xmlns:a16="http://schemas.microsoft.com/office/drawing/2014/main" id="{AD693570-D169-8044-FAA9-2A146D8F95A5}"/>
                </a:ext>
              </a:extLst>
            </p:cNvPr>
            <p:cNvSpPr txBox="1"/>
            <p:nvPr/>
          </p:nvSpPr>
          <p:spPr>
            <a:xfrm>
              <a:off x="285981" y="4447958"/>
              <a:ext cx="1822499" cy="307777"/>
            </a:xfrm>
            <a:prstGeom prst="rect">
              <a:avLst/>
            </a:prstGeom>
            <a:noFill/>
          </p:spPr>
          <p:txBody>
            <a:bodyPr wrap="square" rtlCol="0">
              <a:spAutoFit/>
            </a:bodyPr>
            <a:lstStyle/>
            <a:p>
              <a:pPr algn="ctr"/>
              <a:r>
                <a:rPr lang="ko-KR" altLang="en-US" sz="1400">
                  <a:latin typeface="Noto Sans KR" panose="020B0200000000000000" pitchFamily="50" charset="-127"/>
                  <a:ea typeface="Noto Sans KR" panose="020B0200000000000000" pitchFamily="50" charset="-127"/>
                </a:rPr>
                <a:t>㈜두산전자사업 수지</a:t>
              </a:r>
            </a:p>
          </p:txBody>
        </p:sp>
        <p:sp>
          <p:nvSpPr>
            <p:cNvPr id="15" name="TextBox 14">
              <a:extLst>
                <a:ext uri="{FF2B5EF4-FFF2-40B4-BE49-F238E27FC236}">
                  <a16:creationId xmlns:a16="http://schemas.microsoft.com/office/drawing/2014/main" id="{6626B736-ACC8-3022-DCC8-3AE50F485581}"/>
                </a:ext>
              </a:extLst>
            </p:cNvPr>
            <p:cNvSpPr txBox="1"/>
            <p:nvPr/>
          </p:nvSpPr>
          <p:spPr>
            <a:xfrm>
              <a:off x="1941342" y="4447958"/>
              <a:ext cx="1733207" cy="307777"/>
            </a:xfrm>
            <a:prstGeom prst="rect">
              <a:avLst/>
            </a:prstGeom>
            <a:noFill/>
          </p:spPr>
          <p:txBody>
            <a:bodyPr wrap="square" rtlCol="0">
              <a:spAutoFit/>
            </a:bodyPr>
            <a:lstStyle/>
            <a:p>
              <a:pPr algn="ctr"/>
              <a:r>
                <a:rPr lang="ko-KR" altLang="en-US" sz="1400">
                  <a:latin typeface="Noto Sans KR" panose="020B0200000000000000" pitchFamily="50" charset="-127"/>
                  <a:ea typeface="Noto Sans KR" panose="020B0200000000000000" pitchFamily="50" charset="-127"/>
                </a:rPr>
                <a:t>한국전자기술연구원</a:t>
              </a:r>
            </a:p>
          </p:txBody>
        </p:sp>
        <p:pic>
          <p:nvPicPr>
            <p:cNvPr id="17" name="그림 16">
              <a:extLst>
                <a:ext uri="{FF2B5EF4-FFF2-40B4-BE49-F238E27FC236}">
                  <a16:creationId xmlns:a16="http://schemas.microsoft.com/office/drawing/2014/main" id="{D71D6D61-04BD-D5D6-55E5-619828432917}"/>
                </a:ext>
              </a:extLst>
            </p:cNvPr>
            <p:cNvPicPr>
              <a:picLocks noChangeAspect="1"/>
            </p:cNvPicPr>
            <p:nvPr/>
          </p:nvPicPr>
          <p:blipFill>
            <a:blip r:embed="rId5"/>
            <a:stretch>
              <a:fillRect/>
            </a:stretch>
          </p:blipFill>
          <p:spPr>
            <a:xfrm>
              <a:off x="3926112" y="3907222"/>
              <a:ext cx="851518" cy="556762"/>
            </a:xfrm>
            <a:prstGeom prst="rect">
              <a:avLst/>
            </a:prstGeom>
          </p:spPr>
        </p:pic>
        <p:sp>
          <p:nvSpPr>
            <p:cNvPr id="18" name="TextBox 17">
              <a:extLst>
                <a:ext uri="{FF2B5EF4-FFF2-40B4-BE49-F238E27FC236}">
                  <a16:creationId xmlns:a16="http://schemas.microsoft.com/office/drawing/2014/main" id="{1E4C1021-64C6-D218-6B00-4271FFC5FFF0}"/>
                </a:ext>
              </a:extLst>
            </p:cNvPr>
            <p:cNvSpPr txBox="1"/>
            <p:nvPr/>
          </p:nvSpPr>
          <p:spPr>
            <a:xfrm>
              <a:off x="3507411" y="4447958"/>
              <a:ext cx="1688921" cy="307777"/>
            </a:xfrm>
            <a:prstGeom prst="rect">
              <a:avLst/>
            </a:prstGeom>
            <a:noFill/>
          </p:spPr>
          <p:txBody>
            <a:bodyPr wrap="square" rtlCol="0">
              <a:spAutoFit/>
            </a:bodyPr>
            <a:lstStyle/>
            <a:p>
              <a:pPr algn="ctr"/>
              <a:r>
                <a:rPr lang="ko-KR" altLang="en-US" sz="1400">
                  <a:latin typeface="Noto Sans KR" panose="020B0200000000000000" pitchFamily="50" charset="-127"/>
                  <a:ea typeface="Noto Sans KR" panose="020B0200000000000000" pitchFamily="50" charset="-127"/>
                </a:rPr>
                <a:t>한국산업기술시험원</a:t>
              </a:r>
            </a:p>
          </p:txBody>
        </p:sp>
        <p:pic>
          <p:nvPicPr>
            <p:cNvPr id="20" name="그림 19">
              <a:extLst>
                <a:ext uri="{FF2B5EF4-FFF2-40B4-BE49-F238E27FC236}">
                  <a16:creationId xmlns:a16="http://schemas.microsoft.com/office/drawing/2014/main" id="{CB20526C-62AF-45C6-5A43-78F497D4E80B}"/>
                </a:ext>
              </a:extLst>
            </p:cNvPr>
            <p:cNvPicPr>
              <a:picLocks noChangeAspect="1"/>
            </p:cNvPicPr>
            <p:nvPr/>
          </p:nvPicPr>
          <p:blipFill>
            <a:blip r:embed="rId6"/>
            <a:stretch>
              <a:fillRect/>
            </a:stretch>
          </p:blipFill>
          <p:spPr>
            <a:xfrm>
              <a:off x="5276162" y="4030199"/>
              <a:ext cx="1194983" cy="378692"/>
            </a:xfrm>
            <a:prstGeom prst="rect">
              <a:avLst/>
            </a:prstGeom>
          </p:spPr>
        </p:pic>
        <p:sp>
          <p:nvSpPr>
            <p:cNvPr id="21" name="TextBox 20">
              <a:extLst>
                <a:ext uri="{FF2B5EF4-FFF2-40B4-BE49-F238E27FC236}">
                  <a16:creationId xmlns:a16="http://schemas.microsoft.com/office/drawing/2014/main" id="{FD822297-B9CB-5FEC-09DE-81B0DECD7717}"/>
                </a:ext>
              </a:extLst>
            </p:cNvPr>
            <p:cNvSpPr txBox="1"/>
            <p:nvPr/>
          </p:nvSpPr>
          <p:spPr>
            <a:xfrm>
              <a:off x="5029194" y="4447958"/>
              <a:ext cx="1688921" cy="307777"/>
            </a:xfrm>
            <a:prstGeom prst="rect">
              <a:avLst/>
            </a:prstGeom>
            <a:noFill/>
          </p:spPr>
          <p:txBody>
            <a:bodyPr wrap="square" rtlCol="0">
              <a:spAutoFit/>
            </a:bodyPr>
            <a:lstStyle/>
            <a:p>
              <a:pPr algn="ctr"/>
              <a:r>
                <a:rPr lang="ko-KR" altLang="en-US" sz="1400">
                  <a:latin typeface="Noto Sans KR" panose="020B0200000000000000" pitchFamily="50" charset="-127"/>
                  <a:ea typeface="Noto Sans KR" panose="020B0200000000000000" pitchFamily="50" charset="-127"/>
                </a:rPr>
                <a:t>울산과학기술원</a:t>
              </a:r>
            </a:p>
          </p:txBody>
        </p:sp>
        <p:pic>
          <p:nvPicPr>
            <p:cNvPr id="23" name="그림 22">
              <a:extLst>
                <a:ext uri="{FF2B5EF4-FFF2-40B4-BE49-F238E27FC236}">
                  <a16:creationId xmlns:a16="http://schemas.microsoft.com/office/drawing/2014/main" id="{70877DE7-7EDE-626F-2B0D-E818971CA487}"/>
                </a:ext>
              </a:extLst>
            </p:cNvPr>
            <p:cNvPicPr>
              <a:picLocks noChangeAspect="1"/>
            </p:cNvPicPr>
            <p:nvPr/>
          </p:nvPicPr>
          <p:blipFill>
            <a:blip r:embed="rId7"/>
            <a:stretch>
              <a:fillRect/>
            </a:stretch>
          </p:blipFill>
          <p:spPr>
            <a:xfrm>
              <a:off x="6704355" y="3970354"/>
              <a:ext cx="1382164" cy="493630"/>
            </a:xfrm>
            <a:prstGeom prst="rect">
              <a:avLst/>
            </a:prstGeom>
          </p:spPr>
        </p:pic>
        <p:sp>
          <p:nvSpPr>
            <p:cNvPr id="24" name="TextBox 23">
              <a:extLst>
                <a:ext uri="{FF2B5EF4-FFF2-40B4-BE49-F238E27FC236}">
                  <a16:creationId xmlns:a16="http://schemas.microsoft.com/office/drawing/2014/main" id="{2C607D28-BBD7-5BCE-248E-FCCEF9C69E33}"/>
                </a:ext>
              </a:extLst>
            </p:cNvPr>
            <p:cNvSpPr txBox="1"/>
            <p:nvPr/>
          </p:nvSpPr>
          <p:spPr>
            <a:xfrm>
              <a:off x="6550977" y="4447958"/>
              <a:ext cx="1688921" cy="307777"/>
            </a:xfrm>
            <a:prstGeom prst="rect">
              <a:avLst/>
            </a:prstGeom>
            <a:noFill/>
          </p:spPr>
          <p:txBody>
            <a:bodyPr wrap="square" rtlCol="0">
              <a:spAutoFit/>
            </a:bodyPr>
            <a:lstStyle/>
            <a:p>
              <a:pPr algn="ctr"/>
              <a:r>
                <a:rPr lang="ko-KR" altLang="en-US" sz="1400">
                  <a:latin typeface="Noto Sans KR" panose="020B0200000000000000" pitchFamily="50" charset="-127"/>
                  <a:ea typeface="Noto Sans KR" panose="020B0200000000000000" pitchFamily="50" charset="-127"/>
                </a:rPr>
                <a:t>㈜알에프텍</a:t>
              </a:r>
            </a:p>
          </p:txBody>
        </p:sp>
        <p:pic>
          <p:nvPicPr>
            <p:cNvPr id="26" name="그림 25">
              <a:extLst>
                <a:ext uri="{FF2B5EF4-FFF2-40B4-BE49-F238E27FC236}">
                  <a16:creationId xmlns:a16="http://schemas.microsoft.com/office/drawing/2014/main" id="{CA011BEE-C2F1-00EA-1459-E0E95E3F947B}"/>
                </a:ext>
              </a:extLst>
            </p:cNvPr>
            <p:cNvPicPr>
              <a:picLocks noChangeAspect="1"/>
            </p:cNvPicPr>
            <p:nvPr/>
          </p:nvPicPr>
          <p:blipFill>
            <a:blip r:embed="rId8"/>
            <a:stretch>
              <a:fillRect/>
            </a:stretch>
          </p:blipFill>
          <p:spPr>
            <a:xfrm>
              <a:off x="8578970" y="3848097"/>
              <a:ext cx="676495" cy="715712"/>
            </a:xfrm>
            <a:prstGeom prst="rect">
              <a:avLst/>
            </a:prstGeom>
          </p:spPr>
        </p:pic>
        <p:sp>
          <p:nvSpPr>
            <p:cNvPr id="27" name="TextBox 26">
              <a:extLst>
                <a:ext uri="{FF2B5EF4-FFF2-40B4-BE49-F238E27FC236}">
                  <a16:creationId xmlns:a16="http://schemas.microsoft.com/office/drawing/2014/main" id="{49464849-2C27-FB73-C9C3-D9CE5827447C}"/>
                </a:ext>
              </a:extLst>
            </p:cNvPr>
            <p:cNvSpPr txBox="1"/>
            <p:nvPr/>
          </p:nvSpPr>
          <p:spPr>
            <a:xfrm>
              <a:off x="8072758" y="4447958"/>
              <a:ext cx="1688921" cy="307777"/>
            </a:xfrm>
            <a:prstGeom prst="rect">
              <a:avLst/>
            </a:prstGeom>
            <a:noFill/>
          </p:spPr>
          <p:txBody>
            <a:bodyPr wrap="square" rtlCol="0">
              <a:spAutoFit/>
            </a:bodyPr>
            <a:lstStyle/>
            <a:p>
              <a:pPr algn="ctr"/>
              <a:r>
                <a:rPr lang="ko-KR" altLang="en-US" sz="1400">
                  <a:latin typeface="Noto Sans KR" panose="020B0200000000000000" pitchFamily="50" charset="-127"/>
                  <a:ea typeface="Noto Sans KR" panose="020B0200000000000000" pitchFamily="50" charset="-127"/>
                </a:rPr>
                <a:t>국립금오공과대학교</a:t>
              </a:r>
            </a:p>
          </p:txBody>
        </p:sp>
        <p:sp>
          <p:nvSpPr>
            <p:cNvPr id="28" name="TextBox 27">
              <a:extLst>
                <a:ext uri="{FF2B5EF4-FFF2-40B4-BE49-F238E27FC236}">
                  <a16:creationId xmlns:a16="http://schemas.microsoft.com/office/drawing/2014/main" id="{658E1C88-9218-A81B-C665-60B64A4CC855}"/>
                </a:ext>
              </a:extLst>
            </p:cNvPr>
            <p:cNvSpPr txBox="1"/>
            <p:nvPr/>
          </p:nvSpPr>
          <p:spPr>
            <a:xfrm>
              <a:off x="2090579" y="3659966"/>
              <a:ext cx="1432560" cy="369332"/>
            </a:xfrm>
            <a:prstGeom prst="rect">
              <a:avLst/>
            </a:prstGeom>
            <a:noFill/>
          </p:spPr>
          <p:txBody>
            <a:bodyPr wrap="square" rtlCol="0">
              <a:spAutoFit/>
            </a:bodyPr>
            <a:lstStyle/>
            <a:p>
              <a:pPr algn="ctr"/>
              <a:r>
                <a:rPr lang="ko-KR" altLang="en-US" b="1">
                  <a:latin typeface="Noto Sans KR" panose="020B0200000000000000" pitchFamily="50" charset="-127"/>
                  <a:ea typeface="Noto Sans KR" panose="020B0200000000000000" pitchFamily="50" charset="-127"/>
                </a:rPr>
                <a:t>참여기관</a:t>
              </a:r>
              <a:r>
                <a:rPr lang="en-US" altLang="ko-KR" b="1">
                  <a:latin typeface="Noto Sans KR" panose="020B0200000000000000" pitchFamily="50" charset="-127"/>
                  <a:ea typeface="Noto Sans KR" panose="020B0200000000000000" pitchFamily="50" charset="-127"/>
                </a:rPr>
                <a:t>1</a:t>
              </a:r>
              <a:endParaRPr lang="ko-KR" altLang="en-US" b="1">
                <a:latin typeface="Noto Sans KR" panose="020B0200000000000000" pitchFamily="50" charset="-127"/>
                <a:ea typeface="Noto Sans KR" panose="020B0200000000000000" pitchFamily="50" charset="-127"/>
              </a:endParaRPr>
            </a:p>
          </p:txBody>
        </p:sp>
        <p:sp>
          <p:nvSpPr>
            <p:cNvPr id="29" name="TextBox 28">
              <a:extLst>
                <a:ext uri="{FF2B5EF4-FFF2-40B4-BE49-F238E27FC236}">
                  <a16:creationId xmlns:a16="http://schemas.microsoft.com/office/drawing/2014/main" id="{598742FA-FD71-A296-ED66-8C04EA993C9B}"/>
                </a:ext>
              </a:extLst>
            </p:cNvPr>
            <p:cNvSpPr txBox="1"/>
            <p:nvPr/>
          </p:nvSpPr>
          <p:spPr>
            <a:xfrm>
              <a:off x="3641721" y="3659966"/>
              <a:ext cx="1432560" cy="369332"/>
            </a:xfrm>
            <a:prstGeom prst="rect">
              <a:avLst/>
            </a:prstGeom>
            <a:noFill/>
          </p:spPr>
          <p:txBody>
            <a:bodyPr wrap="square" rtlCol="0">
              <a:spAutoFit/>
            </a:bodyPr>
            <a:lstStyle/>
            <a:p>
              <a:pPr algn="ctr"/>
              <a:r>
                <a:rPr lang="ko-KR" altLang="en-US" b="1">
                  <a:latin typeface="Noto Sans KR" panose="020B0200000000000000" pitchFamily="50" charset="-127"/>
                  <a:ea typeface="Noto Sans KR" panose="020B0200000000000000" pitchFamily="50" charset="-127"/>
                </a:rPr>
                <a:t>참여기관</a:t>
              </a:r>
              <a:r>
                <a:rPr lang="en-US" altLang="ko-KR" b="1">
                  <a:latin typeface="Noto Sans KR" panose="020B0200000000000000" pitchFamily="50" charset="-127"/>
                  <a:ea typeface="Noto Sans KR" panose="020B0200000000000000" pitchFamily="50" charset="-127"/>
                </a:rPr>
                <a:t>2</a:t>
              </a:r>
              <a:endParaRPr lang="ko-KR" altLang="en-US" b="1">
                <a:latin typeface="Noto Sans KR" panose="020B0200000000000000" pitchFamily="50" charset="-127"/>
                <a:ea typeface="Noto Sans KR" panose="020B0200000000000000" pitchFamily="50" charset="-127"/>
              </a:endParaRPr>
            </a:p>
          </p:txBody>
        </p:sp>
        <p:sp>
          <p:nvSpPr>
            <p:cNvPr id="30" name="TextBox 29">
              <a:extLst>
                <a:ext uri="{FF2B5EF4-FFF2-40B4-BE49-F238E27FC236}">
                  <a16:creationId xmlns:a16="http://schemas.microsoft.com/office/drawing/2014/main" id="{8002FB24-B9A0-77FB-C421-DFFB45B7AB8D}"/>
                </a:ext>
              </a:extLst>
            </p:cNvPr>
            <p:cNvSpPr txBox="1"/>
            <p:nvPr/>
          </p:nvSpPr>
          <p:spPr>
            <a:xfrm>
              <a:off x="5155190" y="3659966"/>
              <a:ext cx="1432560" cy="369332"/>
            </a:xfrm>
            <a:prstGeom prst="rect">
              <a:avLst/>
            </a:prstGeom>
            <a:noFill/>
          </p:spPr>
          <p:txBody>
            <a:bodyPr wrap="square" rtlCol="0">
              <a:spAutoFit/>
            </a:bodyPr>
            <a:lstStyle/>
            <a:p>
              <a:pPr algn="ctr"/>
              <a:r>
                <a:rPr lang="ko-KR" altLang="en-US" b="1">
                  <a:latin typeface="Noto Sans KR" panose="020B0200000000000000" pitchFamily="50" charset="-127"/>
                  <a:ea typeface="Noto Sans KR" panose="020B0200000000000000" pitchFamily="50" charset="-127"/>
                </a:rPr>
                <a:t>참여기관</a:t>
              </a:r>
              <a:r>
                <a:rPr lang="en-US" altLang="ko-KR" b="1">
                  <a:latin typeface="Noto Sans KR" panose="020B0200000000000000" pitchFamily="50" charset="-127"/>
                  <a:ea typeface="Noto Sans KR" panose="020B0200000000000000" pitchFamily="50" charset="-127"/>
                </a:rPr>
                <a:t>3</a:t>
              </a:r>
              <a:endParaRPr lang="ko-KR" altLang="en-US" b="1">
                <a:latin typeface="Noto Sans KR" panose="020B0200000000000000" pitchFamily="50" charset="-127"/>
                <a:ea typeface="Noto Sans KR" panose="020B0200000000000000" pitchFamily="50" charset="-127"/>
              </a:endParaRPr>
            </a:p>
          </p:txBody>
        </p:sp>
        <p:sp>
          <p:nvSpPr>
            <p:cNvPr id="31" name="TextBox 30">
              <a:extLst>
                <a:ext uri="{FF2B5EF4-FFF2-40B4-BE49-F238E27FC236}">
                  <a16:creationId xmlns:a16="http://schemas.microsoft.com/office/drawing/2014/main" id="{5D2DEC9E-8A5C-C503-A164-35FC82F669E3}"/>
                </a:ext>
              </a:extLst>
            </p:cNvPr>
            <p:cNvSpPr txBox="1"/>
            <p:nvPr/>
          </p:nvSpPr>
          <p:spPr>
            <a:xfrm>
              <a:off x="6679157" y="3659966"/>
              <a:ext cx="1432560" cy="369332"/>
            </a:xfrm>
            <a:prstGeom prst="rect">
              <a:avLst/>
            </a:prstGeom>
            <a:noFill/>
          </p:spPr>
          <p:txBody>
            <a:bodyPr wrap="square" rtlCol="0">
              <a:spAutoFit/>
            </a:bodyPr>
            <a:lstStyle/>
            <a:p>
              <a:pPr algn="ctr"/>
              <a:r>
                <a:rPr lang="ko-KR" altLang="en-US" b="1">
                  <a:latin typeface="Noto Sans KR" panose="020B0200000000000000" pitchFamily="50" charset="-127"/>
                  <a:ea typeface="Noto Sans KR" panose="020B0200000000000000" pitchFamily="50" charset="-127"/>
                </a:rPr>
                <a:t>참여기관</a:t>
              </a:r>
              <a:r>
                <a:rPr lang="en-US" altLang="ko-KR" b="1">
                  <a:latin typeface="Noto Sans KR" panose="020B0200000000000000" pitchFamily="50" charset="-127"/>
                  <a:ea typeface="Noto Sans KR" panose="020B0200000000000000" pitchFamily="50" charset="-127"/>
                </a:rPr>
                <a:t>4</a:t>
              </a:r>
              <a:endParaRPr lang="ko-KR" altLang="en-US" b="1">
                <a:latin typeface="Noto Sans KR" panose="020B0200000000000000" pitchFamily="50" charset="-127"/>
                <a:ea typeface="Noto Sans KR" panose="020B0200000000000000" pitchFamily="50" charset="-127"/>
              </a:endParaRPr>
            </a:p>
          </p:txBody>
        </p:sp>
        <p:sp>
          <p:nvSpPr>
            <p:cNvPr id="32" name="TextBox 31">
              <a:extLst>
                <a:ext uri="{FF2B5EF4-FFF2-40B4-BE49-F238E27FC236}">
                  <a16:creationId xmlns:a16="http://schemas.microsoft.com/office/drawing/2014/main" id="{ABE82D44-ADAD-22DC-0F04-949BBBFFEEF3}"/>
                </a:ext>
              </a:extLst>
            </p:cNvPr>
            <p:cNvSpPr txBox="1"/>
            <p:nvPr/>
          </p:nvSpPr>
          <p:spPr>
            <a:xfrm>
              <a:off x="8221879" y="3586236"/>
              <a:ext cx="1432560" cy="369332"/>
            </a:xfrm>
            <a:prstGeom prst="rect">
              <a:avLst/>
            </a:prstGeom>
            <a:noFill/>
          </p:spPr>
          <p:txBody>
            <a:bodyPr wrap="square" rtlCol="0">
              <a:spAutoFit/>
            </a:bodyPr>
            <a:lstStyle/>
            <a:p>
              <a:pPr algn="ctr"/>
              <a:r>
                <a:rPr lang="ko-KR" altLang="en-US" b="1">
                  <a:latin typeface="Noto Sans KR" panose="020B0200000000000000" pitchFamily="50" charset="-127"/>
                  <a:ea typeface="Noto Sans KR" panose="020B0200000000000000" pitchFamily="50" charset="-127"/>
                </a:rPr>
                <a:t>참여기관</a:t>
              </a:r>
              <a:r>
                <a:rPr lang="en-US" altLang="ko-KR" b="1">
                  <a:latin typeface="Noto Sans KR" panose="020B0200000000000000" pitchFamily="50" charset="-127"/>
                  <a:ea typeface="Noto Sans KR" panose="020B0200000000000000" pitchFamily="50" charset="-127"/>
                </a:rPr>
                <a:t>5</a:t>
              </a:r>
              <a:endParaRPr lang="ko-KR" altLang="en-US" b="1">
                <a:latin typeface="Noto Sans KR" panose="020B0200000000000000" pitchFamily="50" charset="-127"/>
                <a:ea typeface="Noto Sans KR" panose="020B0200000000000000" pitchFamily="50" charset="-127"/>
              </a:endParaRPr>
            </a:p>
          </p:txBody>
        </p:sp>
      </p:grpSp>
      <p:sp>
        <p:nvSpPr>
          <p:cNvPr id="33" name="직사각형 32">
            <a:extLst>
              <a:ext uri="{FF2B5EF4-FFF2-40B4-BE49-F238E27FC236}">
                <a16:creationId xmlns:a16="http://schemas.microsoft.com/office/drawing/2014/main" id="{13E50732-C259-57AD-6B58-5B23696881EE}"/>
              </a:ext>
            </a:extLst>
          </p:cNvPr>
          <p:cNvSpPr/>
          <p:nvPr/>
        </p:nvSpPr>
        <p:spPr>
          <a:xfrm>
            <a:off x="379306" y="4583334"/>
            <a:ext cx="9262534" cy="4616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a:latin typeface="Noto Sans KR" panose="020B0200000000000000" pitchFamily="50" charset="-127"/>
                <a:ea typeface="Noto Sans KR" panose="020B0200000000000000" pitchFamily="50" charset="-127"/>
              </a:rPr>
              <a:t>연구기간 및 연구개발비</a:t>
            </a:r>
          </a:p>
        </p:txBody>
      </p:sp>
      <p:graphicFrame>
        <p:nvGraphicFramePr>
          <p:cNvPr id="36" name="표 35">
            <a:extLst>
              <a:ext uri="{FF2B5EF4-FFF2-40B4-BE49-F238E27FC236}">
                <a16:creationId xmlns:a16="http://schemas.microsoft.com/office/drawing/2014/main" id="{89FBD843-1083-F218-D68F-E8F8E44C26EC}"/>
              </a:ext>
            </a:extLst>
          </p:cNvPr>
          <p:cNvGraphicFramePr>
            <a:graphicFrameLocks noGrp="1"/>
          </p:cNvGraphicFramePr>
          <p:nvPr>
            <p:extLst>
              <p:ext uri="{D42A27DB-BD31-4B8C-83A1-F6EECF244321}">
                <p14:modId xmlns:p14="http://schemas.microsoft.com/office/powerpoint/2010/main" val="734151516"/>
              </p:ext>
            </p:extLst>
          </p:nvPr>
        </p:nvGraphicFramePr>
        <p:xfrm>
          <a:off x="379307" y="5056963"/>
          <a:ext cx="9275133" cy="1102360"/>
        </p:xfrm>
        <a:graphic>
          <a:graphicData uri="http://schemas.openxmlformats.org/drawingml/2006/table">
            <a:tbl>
              <a:tblPr bandRow="1">
                <a:tableStyleId>{5C22544A-7EE6-4342-B048-85BDC9FD1C3A}</a:tableStyleId>
              </a:tblPr>
              <a:tblGrid>
                <a:gridCol w="1290947">
                  <a:extLst>
                    <a:ext uri="{9D8B030D-6E8A-4147-A177-3AD203B41FA5}">
                      <a16:colId xmlns:a16="http://schemas.microsoft.com/office/drawing/2014/main" val="2846407069"/>
                    </a:ext>
                  </a:extLst>
                </a:gridCol>
                <a:gridCol w="1433056">
                  <a:extLst>
                    <a:ext uri="{9D8B030D-6E8A-4147-A177-3AD203B41FA5}">
                      <a16:colId xmlns:a16="http://schemas.microsoft.com/office/drawing/2014/main" val="978620208"/>
                    </a:ext>
                  </a:extLst>
                </a:gridCol>
                <a:gridCol w="2787648">
                  <a:extLst>
                    <a:ext uri="{9D8B030D-6E8A-4147-A177-3AD203B41FA5}">
                      <a16:colId xmlns:a16="http://schemas.microsoft.com/office/drawing/2014/main" val="3388568376"/>
                    </a:ext>
                  </a:extLst>
                </a:gridCol>
                <a:gridCol w="1234686">
                  <a:extLst>
                    <a:ext uri="{9D8B030D-6E8A-4147-A177-3AD203B41FA5}">
                      <a16:colId xmlns:a16="http://schemas.microsoft.com/office/drawing/2014/main" val="2820704586"/>
                    </a:ext>
                  </a:extLst>
                </a:gridCol>
                <a:gridCol w="2528796">
                  <a:extLst>
                    <a:ext uri="{9D8B030D-6E8A-4147-A177-3AD203B41FA5}">
                      <a16:colId xmlns:a16="http://schemas.microsoft.com/office/drawing/2014/main" val="2717986347"/>
                    </a:ext>
                  </a:extLst>
                </a:gridCol>
              </a:tblGrid>
              <a:tr h="370840">
                <a:tc>
                  <a:txBody>
                    <a:bodyPr/>
                    <a:lstStyle/>
                    <a:p>
                      <a:pPr algn="ctr" latinLnBrk="1"/>
                      <a:r>
                        <a:rPr lang="ko-KR" altLang="en-US" sz="1400" b="1">
                          <a:latin typeface="Noto Sans KR" panose="020B0200000000000000" pitchFamily="50" charset="-127"/>
                          <a:ea typeface="Noto Sans KR" panose="020B0200000000000000" pitchFamily="50" charset="-127"/>
                        </a:rPr>
                        <a:t>총 연구기간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4">
                  <a:txBody>
                    <a:bodyPr/>
                    <a:lstStyle/>
                    <a:p>
                      <a:pPr algn="ctr" latinLnBrk="1"/>
                      <a:r>
                        <a:rPr lang="en-US" altLang="ko-KR" sz="1400" b="1">
                          <a:latin typeface="Noto Sans KR" panose="020B0200000000000000" pitchFamily="50" charset="-127"/>
                          <a:ea typeface="Noto Sans KR" panose="020B0200000000000000" pitchFamily="50" charset="-127"/>
                        </a:rPr>
                        <a:t>2026.07.01 – 2032.12.31 (6</a:t>
                      </a:r>
                      <a:r>
                        <a:rPr lang="ko-KR" altLang="en-US" sz="1400" b="1">
                          <a:latin typeface="Noto Sans KR" panose="020B0200000000000000" pitchFamily="50" charset="-127"/>
                          <a:ea typeface="Noto Sans KR" panose="020B0200000000000000" pitchFamily="50" charset="-127"/>
                        </a:rPr>
                        <a:t>년 </a:t>
                      </a:r>
                      <a:r>
                        <a:rPr lang="en-US" altLang="ko-KR" sz="1400" b="1">
                          <a:latin typeface="Noto Sans KR" panose="020B0200000000000000" pitchFamily="50" charset="-127"/>
                          <a:ea typeface="Noto Sans KR" panose="020B0200000000000000" pitchFamily="50" charset="-127"/>
                        </a:rPr>
                        <a:t>6</a:t>
                      </a:r>
                      <a:r>
                        <a:rPr lang="ko-KR" altLang="en-US" sz="1400" b="1">
                          <a:latin typeface="Noto Sans KR" panose="020B0200000000000000" pitchFamily="50" charset="-127"/>
                          <a:ea typeface="Noto Sans KR" panose="020B0200000000000000" pitchFamily="50" charset="-127"/>
                        </a:rPr>
                        <a:t>개월</a:t>
                      </a:r>
                      <a:r>
                        <a:rPr lang="en-US" altLang="ko-KR" sz="1400" b="1">
                          <a:latin typeface="Noto Sans KR" panose="020B0200000000000000" pitchFamily="50" charset="-127"/>
                          <a:ea typeface="Noto Sans KR" panose="020B0200000000000000" pitchFamily="50" charset="-127"/>
                        </a:rPr>
                        <a:t>)</a:t>
                      </a:r>
                      <a:endParaRPr lang="ko-KR" altLang="en-US" sz="1400" b="1">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234553136"/>
                  </a:ext>
                </a:extLst>
              </a:tr>
              <a:tr h="370840">
                <a:tc>
                  <a:txBody>
                    <a:bodyPr/>
                    <a:lstStyle/>
                    <a:p>
                      <a:pPr algn="ctr" latinLnBrk="1"/>
                      <a:r>
                        <a:rPr lang="ko-KR" altLang="en-US" sz="1400" b="1">
                          <a:latin typeface="Noto Sans KR" panose="020B0200000000000000" pitchFamily="50" charset="-127"/>
                          <a:ea typeface="Noto Sans KR" panose="020B0200000000000000" pitchFamily="50" charset="-127"/>
                        </a:rPr>
                        <a:t>연구개발비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400" b="1">
                          <a:latin typeface="Noto Sans KR" panose="020B0200000000000000" pitchFamily="50" charset="-127"/>
                          <a:ea typeface="Noto Sans KR" panose="020B0200000000000000" pitchFamily="50" charset="-127"/>
                        </a:rPr>
                        <a:t>총 연구 개발비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400" b="1">
                          <a:latin typeface="Noto Sans KR" panose="020B0200000000000000" pitchFamily="50" charset="-127"/>
                          <a:ea typeface="Noto Sans KR" panose="020B0200000000000000" pitchFamily="50" charset="-127"/>
                        </a:rPr>
                        <a:t>14,443,500 </a:t>
                      </a:r>
                      <a:r>
                        <a:rPr lang="ko-KR" altLang="en-US" sz="1400" b="1">
                          <a:latin typeface="Noto Sans KR" panose="020B0200000000000000" pitchFamily="50" charset="-127"/>
                          <a:ea typeface="Noto Sans KR" panose="020B0200000000000000" pitchFamily="50" charset="-127"/>
                        </a:rPr>
                        <a:t>천원</a:t>
                      </a:r>
                      <a:endParaRPr lang="en-US" altLang="ko-KR" sz="1400" b="1">
                        <a:latin typeface="Noto Sans KR" panose="020B0200000000000000" pitchFamily="50" charset="-127"/>
                        <a:ea typeface="Noto Sans KR" panose="020B0200000000000000" pitchFamily="50" charset="-127"/>
                      </a:endParaRPr>
                    </a:p>
                    <a:p>
                      <a:pPr algn="ctr" latinLnBrk="1"/>
                      <a:r>
                        <a:rPr lang="en-US" altLang="ko-KR" sz="1400" b="1">
                          <a:latin typeface="Noto Sans KR" panose="020B0200000000000000" pitchFamily="50" charset="-127"/>
                          <a:ea typeface="Noto Sans KR" panose="020B0200000000000000" pitchFamily="50" charset="-127"/>
                        </a:rPr>
                        <a:t>(</a:t>
                      </a:r>
                      <a:r>
                        <a:rPr lang="ko-KR" altLang="en-US" sz="1400" b="1">
                          <a:latin typeface="Noto Sans KR" panose="020B0200000000000000" pitchFamily="50" charset="-127"/>
                          <a:ea typeface="Noto Sans KR" panose="020B0200000000000000" pitchFamily="50" charset="-127"/>
                        </a:rPr>
                        <a:t>출연금</a:t>
                      </a:r>
                      <a:r>
                        <a:rPr lang="en-US" altLang="ko-KR" sz="1400" b="1">
                          <a:latin typeface="Noto Sans KR" panose="020B0200000000000000" pitchFamily="50" charset="-127"/>
                          <a:ea typeface="Noto Sans KR" panose="020B0200000000000000" pitchFamily="50" charset="-127"/>
                        </a:rPr>
                        <a:t>: 10,200,000 </a:t>
                      </a:r>
                      <a:r>
                        <a:rPr lang="ko-KR" altLang="en-US" sz="1400" b="1">
                          <a:latin typeface="Noto Sans KR" panose="020B0200000000000000" pitchFamily="50" charset="-127"/>
                          <a:ea typeface="Noto Sans KR" panose="020B0200000000000000" pitchFamily="50" charset="-127"/>
                        </a:rPr>
                        <a:t>천원</a:t>
                      </a:r>
                      <a:r>
                        <a:rPr lang="en-US" altLang="ko-KR" sz="1400" b="1">
                          <a:latin typeface="Noto Sans KR" panose="020B0200000000000000" pitchFamily="50" charset="-127"/>
                          <a:ea typeface="Noto Sans KR" panose="020B0200000000000000" pitchFamily="50" charset="-127"/>
                        </a:rPr>
                        <a:t>)</a:t>
                      </a:r>
                    </a:p>
                    <a:p>
                      <a:pPr algn="ctr" latinLnBrk="1"/>
                      <a:r>
                        <a:rPr lang="en-US" altLang="ko-KR" sz="1400" b="1">
                          <a:latin typeface="Noto Sans KR" panose="020B0200000000000000" pitchFamily="50" charset="-127"/>
                          <a:ea typeface="Noto Sans KR" panose="020B0200000000000000" pitchFamily="50" charset="-127"/>
                        </a:rPr>
                        <a:t>(</a:t>
                      </a:r>
                      <a:r>
                        <a:rPr lang="ko-KR" altLang="en-US" sz="1400" b="1">
                          <a:latin typeface="Noto Sans KR" panose="020B0200000000000000" pitchFamily="50" charset="-127"/>
                          <a:ea typeface="Noto Sans KR" panose="020B0200000000000000" pitchFamily="50" charset="-127"/>
                        </a:rPr>
                        <a:t>민간부담금</a:t>
                      </a:r>
                      <a:r>
                        <a:rPr lang="en-US" altLang="ko-KR" sz="1400" b="1">
                          <a:latin typeface="Noto Sans KR" panose="020B0200000000000000" pitchFamily="50" charset="-127"/>
                          <a:ea typeface="Noto Sans KR" panose="020B0200000000000000" pitchFamily="50" charset="-127"/>
                        </a:rPr>
                        <a:t>: 4,243,500 </a:t>
                      </a:r>
                      <a:r>
                        <a:rPr lang="ko-KR" altLang="en-US" sz="1400" b="1">
                          <a:latin typeface="Noto Sans KR" panose="020B0200000000000000" pitchFamily="50" charset="-127"/>
                          <a:ea typeface="Noto Sans KR" panose="020B0200000000000000" pitchFamily="50" charset="-127"/>
                        </a:rPr>
                        <a:t>천원</a:t>
                      </a:r>
                      <a:r>
                        <a:rPr lang="en-US" altLang="ko-KR" sz="1400" b="1">
                          <a:latin typeface="Noto Sans KR" panose="020B0200000000000000" pitchFamily="50" charset="-127"/>
                          <a:ea typeface="Noto Sans KR" panose="020B0200000000000000" pitchFamily="50" charset="-127"/>
                        </a:rPr>
                        <a:t>)</a:t>
                      </a:r>
                      <a:endParaRPr lang="ko-KR" altLang="en-US" sz="1400" b="1">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400" b="1">
                          <a:latin typeface="Noto Sans KR" panose="020B0200000000000000" pitchFamily="50" charset="-127"/>
                          <a:ea typeface="Noto Sans KR" panose="020B0200000000000000" pitchFamily="50" charset="-127"/>
                        </a:rPr>
                        <a:t>2026</a:t>
                      </a:r>
                      <a:r>
                        <a:rPr lang="ko-KR" altLang="en-US" sz="1400" b="1">
                          <a:latin typeface="Noto Sans KR" panose="020B0200000000000000" pitchFamily="50" charset="-127"/>
                          <a:ea typeface="Noto Sans KR" panose="020B0200000000000000" pitchFamily="50" charset="-127"/>
                        </a:rPr>
                        <a:t>년</a:t>
                      </a:r>
                      <a:endParaRPr lang="en-US" altLang="ko-KR" sz="1400" b="1">
                        <a:latin typeface="Noto Sans KR" panose="020B0200000000000000" pitchFamily="50" charset="-127"/>
                        <a:ea typeface="Noto Sans KR" panose="020B0200000000000000" pitchFamily="50" charset="-127"/>
                      </a:endParaRPr>
                    </a:p>
                    <a:p>
                      <a:pPr algn="ctr" latinLnBrk="1"/>
                      <a:r>
                        <a:rPr lang="ko-KR" altLang="en-US" sz="1400" b="1">
                          <a:latin typeface="Noto Sans KR" panose="020B0200000000000000" pitchFamily="50" charset="-127"/>
                          <a:ea typeface="Noto Sans KR" panose="020B0200000000000000" pitchFamily="50" charset="-127"/>
                        </a:rPr>
                        <a:t>연구 개발비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400" b="1">
                          <a:latin typeface="Noto Sans KR" panose="020B0200000000000000" pitchFamily="50" charset="-127"/>
                          <a:ea typeface="Noto Sans KR" panose="020B0200000000000000" pitchFamily="50" charset="-127"/>
                        </a:rPr>
                        <a:t>1,239,500 </a:t>
                      </a:r>
                      <a:r>
                        <a:rPr lang="ko-KR" altLang="en-US" sz="1400" b="1">
                          <a:latin typeface="Noto Sans KR" panose="020B0200000000000000" pitchFamily="50" charset="-127"/>
                          <a:ea typeface="Noto Sans KR" panose="020B0200000000000000" pitchFamily="50" charset="-127"/>
                        </a:rPr>
                        <a:t>천원</a:t>
                      </a:r>
                      <a:endParaRPr lang="en-US" altLang="ko-KR" sz="1400" b="1">
                        <a:latin typeface="Noto Sans KR" panose="020B0200000000000000" pitchFamily="50" charset="-127"/>
                        <a:ea typeface="Noto Sans KR" panose="020B0200000000000000" pitchFamily="50" charset="-127"/>
                      </a:endParaRPr>
                    </a:p>
                    <a:p>
                      <a:pPr algn="ctr" latinLnBrk="1"/>
                      <a:r>
                        <a:rPr lang="en-US" altLang="ko-KR" sz="1400" b="1">
                          <a:latin typeface="Noto Sans KR" panose="020B0200000000000000" pitchFamily="50" charset="-127"/>
                          <a:ea typeface="Noto Sans KR" panose="020B0200000000000000" pitchFamily="50" charset="-127"/>
                        </a:rPr>
                        <a:t>(</a:t>
                      </a:r>
                      <a:r>
                        <a:rPr lang="ko-KR" altLang="en-US" sz="1400" b="1">
                          <a:latin typeface="Noto Sans KR" panose="020B0200000000000000" pitchFamily="50" charset="-127"/>
                          <a:ea typeface="Noto Sans KR" panose="020B0200000000000000" pitchFamily="50" charset="-127"/>
                        </a:rPr>
                        <a:t>출연금</a:t>
                      </a:r>
                      <a:r>
                        <a:rPr lang="en-US" altLang="ko-KR" sz="1400" b="1">
                          <a:latin typeface="Noto Sans KR" panose="020B0200000000000000" pitchFamily="50" charset="-127"/>
                          <a:ea typeface="Noto Sans KR" panose="020B0200000000000000" pitchFamily="50" charset="-127"/>
                        </a:rPr>
                        <a:t>: 810,000 </a:t>
                      </a:r>
                      <a:r>
                        <a:rPr lang="ko-KR" altLang="en-US" sz="1400" b="1">
                          <a:latin typeface="Noto Sans KR" panose="020B0200000000000000" pitchFamily="50" charset="-127"/>
                          <a:ea typeface="Noto Sans KR" panose="020B0200000000000000" pitchFamily="50" charset="-127"/>
                        </a:rPr>
                        <a:t>천원</a:t>
                      </a:r>
                      <a:r>
                        <a:rPr lang="en-US" altLang="ko-KR" sz="1400" b="1">
                          <a:latin typeface="Noto Sans KR" panose="020B0200000000000000" pitchFamily="50" charset="-127"/>
                          <a:ea typeface="Noto Sans KR" panose="020B0200000000000000" pitchFamily="50" charset="-127"/>
                        </a:rPr>
                        <a:t>)</a:t>
                      </a:r>
                    </a:p>
                    <a:p>
                      <a:pPr algn="ctr" latinLnBrk="1"/>
                      <a:r>
                        <a:rPr lang="en-US" altLang="ko-KR" sz="1400" b="1">
                          <a:latin typeface="Noto Sans KR" panose="020B0200000000000000" pitchFamily="50" charset="-127"/>
                          <a:ea typeface="Noto Sans KR" panose="020B0200000000000000" pitchFamily="50" charset="-127"/>
                        </a:rPr>
                        <a:t>(</a:t>
                      </a:r>
                      <a:r>
                        <a:rPr lang="ko-KR" altLang="en-US" sz="1400" b="1">
                          <a:latin typeface="Noto Sans KR" panose="020B0200000000000000" pitchFamily="50" charset="-127"/>
                          <a:ea typeface="Noto Sans KR" panose="020B0200000000000000" pitchFamily="50" charset="-127"/>
                        </a:rPr>
                        <a:t>민간부담금</a:t>
                      </a:r>
                      <a:r>
                        <a:rPr lang="en-US" altLang="ko-KR" sz="1400" b="1">
                          <a:latin typeface="Noto Sans KR" panose="020B0200000000000000" pitchFamily="50" charset="-127"/>
                          <a:ea typeface="Noto Sans KR" panose="020B0200000000000000" pitchFamily="50" charset="-127"/>
                        </a:rPr>
                        <a:t>: 429,500 </a:t>
                      </a:r>
                      <a:r>
                        <a:rPr lang="ko-KR" altLang="en-US" sz="1400" b="1">
                          <a:latin typeface="Noto Sans KR" panose="020B0200000000000000" pitchFamily="50" charset="-127"/>
                          <a:ea typeface="Noto Sans KR" panose="020B0200000000000000" pitchFamily="50" charset="-127"/>
                        </a:rPr>
                        <a:t>천원</a:t>
                      </a:r>
                      <a:r>
                        <a:rPr lang="en-US" altLang="ko-KR" sz="1400" b="1">
                          <a:latin typeface="Noto Sans KR" panose="020B0200000000000000" pitchFamily="50" charset="-127"/>
                          <a:ea typeface="Noto Sans KR" panose="020B0200000000000000" pitchFamily="50" charset="-127"/>
                        </a:rPr>
                        <a:t>)</a:t>
                      </a:r>
                      <a:endParaRPr lang="ko-KR" altLang="en-US" sz="1400" b="1">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51676120"/>
                  </a:ext>
                </a:extLst>
              </a:tr>
            </a:tbl>
          </a:graphicData>
        </a:graphic>
      </p:graphicFrame>
    </p:spTree>
    <p:extLst>
      <p:ext uri="{BB962C8B-B14F-4D97-AF65-F5344CB8AC3E}">
        <p14:creationId xmlns:p14="http://schemas.microsoft.com/office/powerpoint/2010/main" val="22675908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1F4171E5-B483-CDF5-ED0E-D3C3B7E1C4D7}"/>
              </a:ext>
            </a:extLst>
          </p:cNvPr>
          <p:cNvSpPr>
            <a:spLocks noGrp="1"/>
          </p:cNvSpPr>
          <p:nvPr>
            <p:ph type="sldNum" sz="quarter" idx="4"/>
          </p:nvPr>
        </p:nvSpPr>
        <p:spPr/>
        <p:txBody>
          <a:bodyPr/>
          <a:lstStyle/>
          <a:p>
            <a:fld id="{E8B113C4-B834-4BEA-901C-8797A7F90894}" type="slidenum">
              <a:rPr lang="ko-KR" altLang="en-US" smtClean="0"/>
              <a:pPr/>
              <a:t>3</a:t>
            </a:fld>
            <a:endParaRPr lang="ko-KR" altLang="en-US"/>
          </a:p>
        </p:txBody>
      </p:sp>
      <p:sp>
        <p:nvSpPr>
          <p:cNvPr id="5" name="제목 2">
            <a:extLst>
              <a:ext uri="{FF2B5EF4-FFF2-40B4-BE49-F238E27FC236}">
                <a16:creationId xmlns:a16="http://schemas.microsoft.com/office/drawing/2014/main" id="{3D9CEC28-AB14-79A2-6859-5627F7179865}"/>
              </a:ext>
            </a:extLst>
          </p:cNvPr>
          <p:cNvSpPr>
            <a:spLocks noGrp="1"/>
          </p:cNvSpPr>
          <p:nvPr>
            <p:ph type="ctrTitle"/>
          </p:nvPr>
        </p:nvSpPr>
        <p:spPr>
          <a:xfrm>
            <a:off x="379306" y="111167"/>
            <a:ext cx="9367308" cy="461666"/>
          </a:xfrm>
        </p:spPr>
        <p:txBody>
          <a:bodyPr>
            <a:normAutofit/>
          </a:bodyPr>
          <a:lstStyle/>
          <a:p>
            <a:r>
              <a:rPr lang="en-US" altLang="ko-KR" sz="1800" b="1">
                <a:latin typeface="Noto Sans KR" panose="020B0200000000000000" pitchFamily="50" charset="-127"/>
                <a:ea typeface="Noto Sans KR" panose="020B0200000000000000" pitchFamily="50" charset="-127"/>
              </a:rPr>
              <a:t>1. </a:t>
            </a:r>
            <a:r>
              <a:rPr lang="ko-KR" altLang="en-US" sz="1800" b="1">
                <a:latin typeface="Noto Sans KR" panose="020B0200000000000000" pitchFamily="50" charset="-127"/>
                <a:ea typeface="Noto Sans KR" panose="020B0200000000000000" pitchFamily="50" charset="-127"/>
              </a:rPr>
              <a:t>과제 개요 및 필요성</a:t>
            </a:r>
          </a:p>
        </p:txBody>
      </p:sp>
      <p:sp>
        <p:nvSpPr>
          <p:cNvPr id="7" name="사각형: 둥근 모서리 6">
            <a:extLst>
              <a:ext uri="{FF2B5EF4-FFF2-40B4-BE49-F238E27FC236}">
                <a16:creationId xmlns:a16="http://schemas.microsoft.com/office/drawing/2014/main" id="{E919DA69-3E35-1D4E-7530-E3E176B001CA}"/>
              </a:ext>
            </a:extLst>
          </p:cNvPr>
          <p:cNvSpPr/>
          <p:nvPr/>
        </p:nvSpPr>
        <p:spPr>
          <a:xfrm>
            <a:off x="272980" y="1244009"/>
            <a:ext cx="2051931" cy="1360968"/>
          </a:xfrm>
          <a:prstGeom prst="roundRect">
            <a:avLst/>
          </a:prstGeom>
          <a:solidFill>
            <a:schemeClr val="accent1">
              <a:lumMod val="20000"/>
              <a:lumOff val="8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600" b="1">
                <a:solidFill>
                  <a:schemeClr val="tx1"/>
                </a:solidFill>
                <a:latin typeface="Noto Sans KR" panose="020B0200000000000000" pitchFamily="50" charset="-127"/>
                <a:ea typeface="Noto Sans KR" panose="020B0200000000000000" pitchFamily="50" charset="-127"/>
              </a:rPr>
              <a:t>AI</a:t>
            </a:r>
            <a:r>
              <a:rPr lang="ko-KR" altLang="ko-KR" sz="1600" b="1">
                <a:solidFill>
                  <a:schemeClr val="tx1"/>
                </a:solidFill>
                <a:latin typeface="Noto Sans KR" panose="020B0200000000000000" pitchFamily="50" charset="-127"/>
                <a:ea typeface="Noto Sans KR" panose="020B0200000000000000" pitchFamily="50" charset="-127"/>
              </a:rPr>
              <a:t>·</a:t>
            </a:r>
            <a:r>
              <a:rPr lang="en-US" altLang="ko-KR" sz="1600" b="1">
                <a:solidFill>
                  <a:schemeClr val="tx1"/>
                </a:solidFill>
                <a:latin typeface="Noto Sans KR" panose="020B0200000000000000" pitchFamily="50" charset="-127"/>
                <a:ea typeface="Noto Sans KR" panose="020B0200000000000000" pitchFamily="50" charset="-127"/>
              </a:rPr>
              <a:t>6G</a:t>
            </a:r>
            <a:r>
              <a:rPr lang="ko-KR" altLang="en-US" sz="1600" b="1">
                <a:solidFill>
                  <a:schemeClr val="tx1"/>
                </a:solidFill>
                <a:latin typeface="Noto Sans KR" panose="020B0200000000000000" pitchFamily="50" charset="-127"/>
                <a:ea typeface="Noto Sans KR" panose="020B0200000000000000" pitchFamily="50" charset="-127"/>
              </a:rPr>
              <a:t> 위성통신</a:t>
            </a:r>
            <a:endParaRPr lang="en-US" altLang="ko-KR" sz="1600" b="1">
              <a:solidFill>
                <a:schemeClr val="tx1"/>
              </a:solidFill>
              <a:latin typeface="Noto Sans KR" panose="020B0200000000000000" pitchFamily="50" charset="-127"/>
              <a:ea typeface="Noto Sans KR" panose="020B0200000000000000" pitchFamily="50" charset="-127"/>
            </a:endParaRPr>
          </a:p>
          <a:p>
            <a:pPr algn="ctr"/>
            <a:r>
              <a:rPr lang="ko-KR" altLang="en-US" sz="1600" b="1">
                <a:solidFill>
                  <a:schemeClr val="tx1"/>
                </a:solidFill>
                <a:latin typeface="Noto Sans KR" panose="020B0200000000000000" pitchFamily="50" charset="-127"/>
                <a:ea typeface="Noto Sans KR" panose="020B0200000000000000" pitchFamily="50" charset="-127"/>
              </a:rPr>
              <a:t>시장 확장</a:t>
            </a:r>
          </a:p>
        </p:txBody>
      </p:sp>
      <p:sp>
        <p:nvSpPr>
          <p:cNvPr id="8" name="사각형: 둥근 모서리 7">
            <a:extLst>
              <a:ext uri="{FF2B5EF4-FFF2-40B4-BE49-F238E27FC236}">
                <a16:creationId xmlns:a16="http://schemas.microsoft.com/office/drawing/2014/main" id="{34BF1D88-C9EF-9669-E10E-0D38682C263A}"/>
              </a:ext>
            </a:extLst>
          </p:cNvPr>
          <p:cNvSpPr/>
          <p:nvPr/>
        </p:nvSpPr>
        <p:spPr>
          <a:xfrm>
            <a:off x="2558375" y="1244009"/>
            <a:ext cx="7081914" cy="1360968"/>
          </a:xfrm>
          <a:prstGeom prst="roundRect">
            <a:avLst/>
          </a:prstGeom>
          <a:solidFill>
            <a:schemeClr val="accent1">
              <a:lumMod val="20000"/>
              <a:lumOff val="8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ko-KR" altLang="en-US" sz="1400">
                <a:solidFill>
                  <a:schemeClr val="tx1"/>
                </a:solidFill>
                <a:latin typeface="Noto Sans KR" panose="020B0200000000000000" pitchFamily="50" charset="-127"/>
                <a:ea typeface="Noto Sans KR" panose="020B0200000000000000" pitchFamily="50" charset="-127"/>
              </a:rPr>
              <a:t>초고속</a:t>
            </a:r>
            <a:r>
              <a:rPr lang="en-US" altLang="ko-KR" sz="1400">
                <a:solidFill>
                  <a:schemeClr val="tx1"/>
                </a:solidFill>
                <a:latin typeface="Noto Sans KR" panose="020B0200000000000000" pitchFamily="50" charset="-127"/>
                <a:ea typeface="Noto Sans KR" panose="020B0200000000000000" pitchFamily="50" charset="-127"/>
              </a:rPr>
              <a:t>·</a:t>
            </a:r>
            <a:r>
              <a:rPr lang="ko-KR" altLang="en-US" sz="1400">
                <a:solidFill>
                  <a:schemeClr val="tx1"/>
                </a:solidFill>
                <a:latin typeface="Noto Sans KR" panose="020B0200000000000000" pitchFamily="50" charset="-127"/>
                <a:ea typeface="Noto Sans KR" panose="020B0200000000000000" pitchFamily="50" charset="-127"/>
              </a:rPr>
              <a:t>대용량 데이터 수요 급증으로 저궤도</a:t>
            </a:r>
            <a:r>
              <a:rPr lang="en-US" altLang="ko-KR" sz="1400">
                <a:solidFill>
                  <a:schemeClr val="tx1"/>
                </a:solidFill>
                <a:latin typeface="Noto Sans KR" panose="020B0200000000000000" pitchFamily="50" charset="-127"/>
                <a:ea typeface="Noto Sans KR" panose="020B0200000000000000" pitchFamily="50" charset="-127"/>
              </a:rPr>
              <a:t>(LEO) </a:t>
            </a:r>
            <a:r>
              <a:rPr lang="ko-KR" altLang="en-US" sz="1400">
                <a:solidFill>
                  <a:schemeClr val="tx1"/>
                </a:solidFill>
                <a:latin typeface="Noto Sans KR" panose="020B0200000000000000" pitchFamily="50" charset="-127"/>
                <a:ea typeface="Noto Sans KR" panose="020B0200000000000000" pitchFamily="50" charset="-127"/>
              </a:rPr>
              <a:t>위성 기반 </a:t>
            </a:r>
            <a:r>
              <a:rPr lang="en-US" altLang="ko-KR" sz="1400">
                <a:solidFill>
                  <a:schemeClr val="tx1"/>
                </a:solidFill>
                <a:latin typeface="Noto Sans KR" panose="020B0200000000000000" pitchFamily="50" charset="-127"/>
                <a:ea typeface="Noto Sans KR" panose="020B0200000000000000" pitchFamily="50" charset="-127"/>
              </a:rPr>
              <a:t>NTN </a:t>
            </a:r>
            <a:r>
              <a:rPr lang="ko-KR" altLang="en-US" sz="1400">
                <a:solidFill>
                  <a:schemeClr val="tx1"/>
                </a:solidFill>
                <a:latin typeface="Noto Sans KR" panose="020B0200000000000000" pitchFamily="50" charset="-127"/>
                <a:ea typeface="Noto Sans KR" panose="020B0200000000000000" pitchFamily="50" charset="-127"/>
              </a:rPr>
              <a:t>중요성 확대</a:t>
            </a:r>
            <a:endParaRPr lang="en-US" altLang="ko-KR" sz="1400">
              <a:solidFill>
                <a:schemeClr val="tx1"/>
              </a:solidFill>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en-US" altLang="ko-KR" sz="1400">
                <a:solidFill>
                  <a:schemeClr val="tx1"/>
                </a:solidFill>
                <a:latin typeface="Noto Sans KR" panose="020B0200000000000000" pitchFamily="50" charset="-127"/>
                <a:ea typeface="Noto Sans KR" panose="020B0200000000000000" pitchFamily="50" charset="-127"/>
              </a:rPr>
              <a:t>6G </a:t>
            </a:r>
            <a:r>
              <a:rPr lang="ko-KR" altLang="en-US" sz="1400">
                <a:solidFill>
                  <a:schemeClr val="tx1"/>
                </a:solidFill>
                <a:latin typeface="Noto Sans KR" panose="020B0200000000000000" pitchFamily="50" charset="-127"/>
                <a:ea typeface="Noto Sans KR" panose="020B0200000000000000" pitchFamily="50" charset="-127"/>
              </a:rPr>
              <a:t>지상</a:t>
            </a:r>
            <a:r>
              <a:rPr lang="en-US" altLang="ko-KR" sz="1400">
                <a:solidFill>
                  <a:schemeClr val="tx1"/>
                </a:solidFill>
                <a:latin typeface="Noto Sans KR" panose="020B0200000000000000" pitchFamily="50" charset="-127"/>
                <a:ea typeface="Noto Sans KR" panose="020B0200000000000000" pitchFamily="50" charset="-127"/>
              </a:rPr>
              <a:t> ·</a:t>
            </a:r>
            <a:r>
              <a:rPr lang="ko-KR" altLang="en-US" sz="1400">
                <a:solidFill>
                  <a:schemeClr val="tx1"/>
                </a:solidFill>
                <a:latin typeface="Noto Sans KR" panose="020B0200000000000000" pitchFamily="50" charset="-127"/>
                <a:ea typeface="Noto Sans KR" panose="020B0200000000000000" pitchFamily="50" charset="-127"/>
              </a:rPr>
              <a:t>위성망 통합 필수화</a:t>
            </a:r>
            <a:r>
              <a:rPr lang="en-US" altLang="ko-KR" sz="1400">
                <a:solidFill>
                  <a:schemeClr val="tx1"/>
                </a:solidFill>
                <a:latin typeface="Noto Sans KR" panose="020B0200000000000000" pitchFamily="50" charset="-127"/>
                <a:ea typeface="Noto Sans KR" panose="020B0200000000000000" pitchFamily="50" charset="-127"/>
              </a:rPr>
              <a:t>, </a:t>
            </a:r>
            <a:r>
              <a:rPr lang="ko-KR" altLang="en-US" sz="1400">
                <a:solidFill>
                  <a:schemeClr val="tx1"/>
                </a:solidFill>
                <a:latin typeface="Noto Sans KR" panose="020B0200000000000000" pitchFamily="50" charset="-127"/>
                <a:ea typeface="Noto Sans KR" panose="020B0200000000000000" pitchFamily="50" charset="-127"/>
              </a:rPr>
              <a:t>능동형 빔조향 단말 기술 확보가 핵심</a:t>
            </a:r>
          </a:p>
        </p:txBody>
      </p:sp>
      <p:sp>
        <p:nvSpPr>
          <p:cNvPr id="9" name="사각형: 둥근 모서리 8">
            <a:extLst>
              <a:ext uri="{FF2B5EF4-FFF2-40B4-BE49-F238E27FC236}">
                <a16:creationId xmlns:a16="http://schemas.microsoft.com/office/drawing/2014/main" id="{C2C7A82B-BC7F-B850-C6F1-16F01677FC5A}"/>
              </a:ext>
            </a:extLst>
          </p:cNvPr>
          <p:cNvSpPr/>
          <p:nvPr/>
        </p:nvSpPr>
        <p:spPr>
          <a:xfrm>
            <a:off x="272980" y="3014703"/>
            <a:ext cx="2051931" cy="1360968"/>
          </a:xfrm>
          <a:prstGeom prst="roundRect">
            <a:avLst/>
          </a:prstGeom>
          <a:solidFill>
            <a:schemeClr val="accent1">
              <a:lumMod val="20000"/>
              <a:lumOff val="8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600" b="1">
                <a:solidFill>
                  <a:schemeClr val="tx1"/>
                </a:solidFill>
                <a:latin typeface="Noto Sans KR" panose="020B0200000000000000" pitchFamily="50" charset="-127"/>
                <a:ea typeface="Noto Sans KR" panose="020B0200000000000000" pitchFamily="50" charset="-127"/>
              </a:rPr>
              <a:t>기존 위성통신 단말 기술의 구조적 한계</a:t>
            </a:r>
          </a:p>
        </p:txBody>
      </p:sp>
      <p:sp>
        <p:nvSpPr>
          <p:cNvPr id="10" name="사각형: 둥근 모서리 9">
            <a:extLst>
              <a:ext uri="{FF2B5EF4-FFF2-40B4-BE49-F238E27FC236}">
                <a16:creationId xmlns:a16="http://schemas.microsoft.com/office/drawing/2014/main" id="{84E4C338-1071-EC81-A78A-2E6CD7C30F4C}"/>
              </a:ext>
            </a:extLst>
          </p:cNvPr>
          <p:cNvSpPr/>
          <p:nvPr/>
        </p:nvSpPr>
        <p:spPr>
          <a:xfrm>
            <a:off x="2558375" y="3014703"/>
            <a:ext cx="7081914" cy="1360968"/>
          </a:xfrm>
          <a:prstGeom prst="roundRect">
            <a:avLst/>
          </a:prstGeom>
          <a:solidFill>
            <a:schemeClr val="accent1">
              <a:lumMod val="20000"/>
              <a:lumOff val="8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ko-KR" altLang="en-US" sz="1400">
                <a:solidFill>
                  <a:schemeClr val="tx1"/>
                </a:solidFill>
                <a:latin typeface="Noto Sans KR" panose="020B0200000000000000" pitchFamily="50" charset="-127"/>
                <a:ea typeface="Noto Sans KR" panose="020B0200000000000000" pitchFamily="50" charset="-127"/>
              </a:rPr>
              <a:t>기계식</a:t>
            </a:r>
            <a:r>
              <a:rPr lang="en-US" altLang="ko-KR" sz="1400">
                <a:solidFill>
                  <a:schemeClr val="tx1"/>
                </a:solidFill>
                <a:latin typeface="Noto Sans KR" panose="020B0200000000000000" pitchFamily="50" charset="-127"/>
                <a:ea typeface="Noto Sans KR" panose="020B0200000000000000" pitchFamily="50" charset="-127"/>
              </a:rPr>
              <a:t> ·</a:t>
            </a:r>
            <a:r>
              <a:rPr lang="ko-KR" altLang="en-US" sz="1400">
                <a:solidFill>
                  <a:schemeClr val="tx1"/>
                </a:solidFill>
                <a:latin typeface="Noto Sans KR" panose="020B0200000000000000" pitchFamily="50" charset="-127"/>
                <a:ea typeface="Noto Sans KR" panose="020B0200000000000000" pitchFamily="50" charset="-127"/>
              </a:rPr>
              <a:t>제한적 전자식 빔조향 </a:t>
            </a:r>
            <a:r>
              <a:rPr lang="en-US" altLang="ko-KR" sz="1400">
                <a:solidFill>
                  <a:schemeClr val="tx1"/>
                </a:solidFill>
                <a:latin typeface="Noto Sans KR" panose="020B0200000000000000" pitchFamily="50" charset="-127"/>
                <a:ea typeface="Noto Sans KR" panose="020B0200000000000000" pitchFamily="50" charset="-127"/>
                <a:sym typeface="Wingdings" panose="05000000000000000000" pitchFamily="2" charset="2"/>
              </a:rPr>
              <a:t> </a:t>
            </a:r>
            <a:r>
              <a:rPr lang="ko-KR" altLang="en-US" sz="1400">
                <a:solidFill>
                  <a:schemeClr val="tx1"/>
                </a:solidFill>
                <a:latin typeface="Noto Sans KR" panose="020B0200000000000000" pitchFamily="50" charset="-127"/>
                <a:ea typeface="Noto Sans KR" panose="020B0200000000000000" pitchFamily="50" charset="-127"/>
                <a:sym typeface="Wingdings" panose="05000000000000000000" pitchFamily="2" charset="2"/>
              </a:rPr>
              <a:t>빔 전환 지연</a:t>
            </a:r>
            <a:r>
              <a:rPr lang="en-US" altLang="ko-KR" sz="1400">
                <a:solidFill>
                  <a:schemeClr val="tx1"/>
                </a:solidFill>
                <a:latin typeface="Noto Sans KR" panose="020B0200000000000000" pitchFamily="50" charset="-127"/>
                <a:ea typeface="Noto Sans KR" panose="020B0200000000000000" pitchFamily="50" charset="-127"/>
                <a:sym typeface="Wingdings" panose="05000000000000000000" pitchFamily="2" charset="2"/>
              </a:rPr>
              <a:t>, </a:t>
            </a:r>
            <a:r>
              <a:rPr lang="ko-KR" altLang="en-US" sz="1400">
                <a:solidFill>
                  <a:schemeClr val="tx1"/>
                </a:solidFill>
                <a:latin typeface="Noto Sans KR" panose="020B0200000000000000" pitchFamily="50" charset="-127"/>
                <a:ea typeface="Noto Sans KR" panose="020B0200000000000000" pitchFamily="50" charset="-127"/>
                <a:sym typeface="Wingdings" panose="05000000000000000000" pitchFamily="2" charset="2"/>
              </a:rPr>
              <a:t>설치 제약</a:t>
            </a:r>
            <a:r>
              <a:rPr lang="en-US" altLang="ko-KR" sz="1400">
                <a:solidFill>
                  <a:schemeClr val="tx1"/>
                </a:solidFill>
                <a:latin typeface="Noto Sans KR" panose="020B0200000000000000" pitchFamily="50" charset="-127"/>
                <a:ea typeface="Noto Sans KR" panose="020B0200000000000000" pitchFamily="50" charset="-127"/>
                <a:sym typeface="Wingdings" panose="05000000000000000000" pitchFamily="2" charset="2"/>
              </a:rPr>
              <a:t>, </a:t>
            </a:r>
            <a:r>
              <a:rPr lang="ko-KR" altLang="en-US" sz="1400">
                <a:solidFill>
                  <a:schemeClr val="tx1"/>
                </a:solidFill>
                <a:latin typeface="Noto Sans KR" panose="020B0200000000000000" pitchFamily="50" charset="-127"/>
                <a:ea typeface="Noto Sans KR" panose="020B0200000000000000" pitchFamily="50" charset="-127"/>
                <a:sym typeface="Wingdings" panose="05000000000000000000" pitchFamily="2" charset="2"/>
              </a:rPr>
              <a:t>발열</a:t>
            </a:r>
            <a:r>
              <a:rPr lang="en-US" altLang="ko-KR" sz="1400">
                <a:solidFill>
                  <a:schemeClr val="tx1"/>
                </a:solidFill>
                <a:latin typeface="Noto Sans KR" panose="020B0200000000000000" pitchFamily="50" charset="-127"/>
                <a:ea typeface="Noto Sans KR" panose="020B0200000000000000" pitchFamily="50" charset="-127"/>
                <a:sym typeface="Wingdings" panose="05000000000000000000" pitchFamily="2" charset="2"/>
              </a:rPr>
              <a:t>, </a:t>
            </a:r>
            <a:r>
              <a:rPr lang="ko-KR" altLang="en-US" sz="1400">
                <a:solidFill>
                  <a:schemeClr val="tx1"/>
                </a:solidFill>
                <a:latin typeface="Noto Sans KR" panose="020B0200000000000000" pitchFamily="50" charset="-127"/>
                <a:ea typeface="Noto Sans KR" panose="020B0200000000000000" pitchFamily="50" charset="-127"/>
                <a:sym typeface="Wingdings" panose="05000000000000000000" pitchFamily="2" charset="2"/>
              </a:rPr>
              <a:t>배열 확장 시 오차 누적</a:t>
            </a:r>
            <a:endParaRPr lang="en-US" altLang="ko-KR" sz="1400">
              <a:solidFill>
                <a:schemeClr val="tx1"/>
              </a:solidFill>
              <a:latin typeface="Noto Sans KR" panose="020B0200000000000000" pitchFamily="50" charset="-127"/>
              <a:ea typeface="Noto Sans KR" panose="020B0200000000000000" pitchFamily="50" charset="-127"/>
              <a:sym typeface="Wingdings" panose="05000000000000000000" pitchFamily="2" charset="2"/>
            </a:endParaRPr>
          </a:p>
          <a:p>
            <a:pPr marL="285750" indent="-285750">
              <a:buFont typeface="Arial" panose="020B0604020202020204" pitchFamily="34" charset="0"/>
              <a:buChar char="•"/>
            </a:pPr>
            <a:r>
              <a:rPr lang="ko-KR" altLang="en-US" sz="1400">
                <a:solidFill>
                  <a:schemeClr val="tx1"/>
                </a:solidFill>
                <a:latin typeface="Noto Sans KR" panose="020B0200000000000000" pitchFamily="50" charset="-127"/>
                <a:ea typeface="Noto Sans KR" panose="020B0200000000000000" pitchFamily="50" charset="-127"/>
                <a:sym typeface="Wingdings" panose="05000000000000000000" pitchFamily="2" charset="2"/>
              </a:rPr>
              <a:t>안테나</a:t>
            </a:r>
            <a:r>
              <a:rPr lang="en-US" altLang="ko-KR" sz="1400">
                <a:solidFill>
                  <a:schemeClr val="tx1"/>
                </a:solidFill>
                <a:latin typeface="Noto Sans KR" panose="020B0200000000000000" pitchFamily="50" charset="-127"/>
                <a:ea typeface="Noto Sans KR" panose="020B0200000000000000" pitchFamily="50" charset="-127"/>
              </a:rPr>
              <a:t> ·RF-</a:t>
            </a:r>
            <a:r>
              <a:rPr lang="ko-KR" altLang="en-US" sz="1400">
                <a:solidFill>
                  <a:schemeClr val="tx1"/>
                </a:solidFill>
                <a:latin typeface="Noto Sans KR" panose="020B0200000000000000" pitchFamily="50" charset="-127"/>
                <a:ea typeface="Noto Sans KR" panose="020B0200000000000000" pitchFamily="50" charset="-127"/>
              </a:rPr>
              <a:t>레이돔 분리 구조 </a:t>
            </a:r>
            <a:r>
              <a:rPr lang="en-US" altLang="ko-KR" sz="1400">
                <a:solidFill>
                  <a:schemeClr val="tx1"/>
                </a:solidFill>
                <a:latin typeface="Noto Sans KR" panose="020B0200000000000000" pitchFamily="50" charset="-127"/>
                <a:ea typeface="Noto Sans KR" panose="020B0200000000000000" pitchFamily="50" charset="-127"/>
                <a:sym typeface="Wingdings" panose="05000000000000000000" pitchFamily="2" charset="2"/>
              </a:rPr>
              <a:t> </a:t>
            </a:r>
            <a:r>
              <a:rPr lang="ko-KR" altLang="en-US" sz="1400">
                <a:solidFill>
                  <a:schemeClr val="tx1"/>
                </a:solidFill>
                <a:latin typeface="Noto Sans KR" panose="020B0200000000000000" pitchFamily="50" charset="-127"/>
                <a:ea typeface="Noto Sans KR" panose="020B0200000000000000" pitchFamily="50" charset="-127"/>
                <a:sym typeface="Wingdings" panose="05000000000000000000" pitchFamily="2" charset="2"/>
              </a:rPr>
              <a:t>경로 손실 증가</a:t>
            </a:r>
            <a:r>
              <a:rPr lang="en-US" altLang="ko-KR" sz="1400">
                <a:solidFill>
                  <a:schemeClr val="tx1"/>
                </a:solidFill>
                <a:latin typeface="Noto Sans KR" panose="020B0200000000000000" pitchFamily="50" charset="-127"/>
                <a:ea typeface="Noto Sans KR" panose="020B0200000000000000" pitchFamily="50" charset="-127"/>
                <a:sym typeface="Wingdings" panose="05000000000000000000" pitchFamily="2" charset="2"/>
              </a:rPr>
              <a:t>, </a:t>
            </a:r>
            <a:r>
              <a:rPr lang="ko-KR" altLang="en-US" sz="1400">
                <a:solidFill>
                  <a:schemeClr val="tx1"/>
                </a:solidFill>
                <a:latin typeface="Noto Sans KR" panose="020B0200000000000000" pitchFamily="50" charset="-127"/>
                <a:ea typeface="Noto Sans KR" panose="020B0200000000000000" pitchFamily="50" charset="-127"/>
                <a:sym typeface="Wingdings" panose="05000000000000000000" pitchFamily="2" charset="2"/>
              </a:rPr>
              <a:t>임피던스 불연속</a:t>
            </a:r>
            <a:r>
              <a:rPr lang="en-US" altLang="ko-KR" sz="1400">
                <a:solidFill>
                  <a:schemeClr val="tx1"/>
                </a:solidFill>
                <a:latin typeface="Noto Sans KR" panose="020B0200000000000000" pitchFamily="50" charset="-127"/>
                <a:ea typeface="Noto Sans KR" panose="020B0200000000000000" pitchFamily="50" charset="-127"/>
                <a:sym typeface="Wingdings" panose="05000000000000000000" pitchFamily="2" charset="2"/>
              </a:rPr>
              <a:t>, </a:t>
            </a:r>
            <a:r>
              <a:rPr lang="ko-KR" altLang="en-US" sz="1400">
                <a:solidFill>
                  <a:schemeClr val="tx1"/>
                </a:solidFill>
                <a:latin typeface="Noto Sans KR" panose="020B0200000000000000" pitchFamily="50" charset="-127"/>
                <a:ea typeface="Noto Sans KR" panose="020B0200000000000000" pitchFamily="50" charset="-127"/>
                <a:sym typeface="Wingdings" panose="05000000000000000000" pitchFamily="2" charset="2"/>
              </a:rPr>
              <a:t>방사패턴 왜곡</a:t>
            </a:r>
            <a:endParaRPr lang="ko-KR" altLang="en-US" sz="1400">
              <a:solidFill>
                <a:schemeClr val="tx1"/>
              </a:solidFill>
              <a:latin typeface="Noto Sans KR" panose="020B0200000000000000" pitchFamily="50" charset="-127"/>
              <a:ea typeface="Noto Sans KR" panose="020B0200000000000000" pitchFamily="50" charset="-127"/>
            </a:endParaRPr>
          </a:p>
        </p:txBody>
      </p:sp>
      <p:sp>
        <p:nvSpPr>
          <p:cNvPr id="11" name="사각형: 둥근 모서리 10">
            <a:extLst>
              <a:ext uri="{FF2B5EF4-FFF2-40B4-BE49-F238E27FC236}">
                <a16:creationId xmlns:a16="http://schemas.microsoft.com/office/drawing/2014/main" id="{1F53803F-2B4A-347C-D599-E6ABD0479A2F}"/>
              </a:ext>
            </a:extLst>
          </p:cNvPr>
          <p:cNvSpPr/>
          <p:nvPr/>
        </p:nvSpPr>
        <p:spPr>
          <a:xfrm>
            <a:off x="272980" y="4722181"/>
            <a:ext cx="2051931" cy="1360968"/>
          </a:xfrm>
          <a:prstGeom prst="roundRect">
            <a:avLst/>
          </a:prstGeom>
          <a:solidFill>
            <a:schemeClr val="accent1">
              <a:lumMod val="20000"/>
              <a:lumOff val="8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600" b="1">
                <a:solidFill>
                  <a:schemeClr val="tx1"/>
                </a:solidFill>
                <a:latin typeface="Noto Sans KR" panose="020B0200000000000000" pitchFamily="50" charset="-127"/>
                <a:ea typeface="Noto Sans KR" panose="020B0200000000000000" pitchFamily="50" charset="-127"/>
              </a:rPr>
              <a:t>레이돔 일체 통합형 </a:t>
            </a:r>
            <a:r>
              <a:rPr lang="en-US" altLang="ko-KR" sz="1600" b="1">
                <a:solidFill>
                  <a:schemeClr val="tx1"/>
                </a:solidFill>
                <a:latin typeface="Noto Sans KR" panose="020B0200000000000000" pitchFamily="50" charset="-127"/>
                <a:ea typeface="Noto Sans KR" panose="020B0200000000000000" pitchFamily="50" charset="-127"/>
              </a:rPr>
              <a:t>ESA </a:t>
            </a:r>
            <a:r>
              <a:rPr lang="ko-KR" altLang="en-US" sz="1600" b="1">
                <a:solidFill>
                  <a:schemeClr val="tx1"/>
                </a:solidFill>
                <a:latin typeface="Noto Sans KR" panose="020B0200000000000000" pitchFamily="50" charset="-127"/>
                <a:ea typeface="Noto Sans KR" panose="020B0200000000000000" pitchFamily="50" charset="-127"/>
              </a:rPr>
              <a:t>기술 개발</a:t>
            </a:r>
            <a:endParaRPr lang="en-US" altLang="ko-KR" sz="1600" b="1">
              <a:solidFill>
                <a:schemeClr val="tx1"/>
              </a:solidFill>
              <a:latin typeface="Noto Sans KR" panose="020B0200000000000000" pitchFamily="50" charset="-127"/>
              <a:ea typeface="Noto Sans KR" panose="020B0200000000000000" pitchFamily="50" charset="-127"/>
            </a:endParaRPr>
          </a:p>
          <a:p>
            <a:pPr algn="ctr"/>
            <a:r>
              <a:rPr lang="ko-KR" altLang="en-US" sz="1600" b="1">
                <a:solidFill>
                  <a:schemeClr val="tx1"/>
                </a:solidFill>
                <a:latin typeface="Noto Sans KR" panose="020B0200000000000000" pitchFamily="50" charset="-127"/>
                <a:ea typeface="Noto Sans KR" panose="020B0200000000000000" pitchFamily="50" charset="-127"/>
              </a:rPr>
              <a:t>필요성</a:t>
            </a:r>
          </a:p>
        </p:txBody>
      </p:sp>
      <p:sp>
        <p:nvSpPr>
          <p:cNvPr id="12" name="사각형: 둥근 모서리 11">
            <a:extLst>
              <a:ext uri="{FF2B5EF4-FFF2-40B4-BE49-F238E27FC236}">
                <a16:creationId xmlns:a16="http://schemas.microsoft.com/office/drawing/2014/main" id="{FA721CCC-F231-0F25-B2E3-31E9AB84421B}"/>
              </a:ext>
            </a:extLst>
          </p:cNvPr>
          <p:cNvSpPr/>
          <p:nvPr/>
        </p:nvSpPr>
        <p:spPr>
          <a:xfrm>
            <a:off x="2558375" y="4722181"/>
            <a:ext cx="7081914" cy="1360968"/>
          </a:xfrm>
          <a:prstGeom prst="roundRect">
            <a:avLst/>
          </a:prstGeom>
          <a:solidFill>
            <a:schemeClr val="accent1">
              <a:lumMod val="20000"/>
              <a:lumOff val="8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ko-KR" altLang="en-US" sz="1400">
                <a:solidFill>
                  <a:schemeClr val="tx1"/>
                </a:solidFill>
                <a:latin typeface="Noto Sans KR" panose="020B0200000000000000" pitchFamily="50" charset="-127"/>
                <a:ea typeface="Noto Sans KR" panose="020B0200000000000000" pitchFamily="50" charset="-127"/>
              </a:rPr>
              <a:t>레이돔</a:t>
            </a:r>
            <a:r>
              <a:rPr lang="en-US" altLang="ko-KR" sz="1400">
                <a:solidFill>
                  <a:schemeClr val="tx1"/>
                </a:solidFill>
                <a:latin typeface="Noto Sans KR" panose="020B0200000000000000" pitchFamily="50" charset="-127"/>
                <a:ea typeface="Noto Sans KR" panose="020B0200000000000000" pitchFamily="50" charset="-127"/>
              </a:rPr>
              <a:t>-</a:t>
            </a:r>
            <a:r>
              <a:rPr lang="ko-KR" altLang="en-US" sz="1400">
                <a:solidFill>
                  <a:schemeClr val="tx1"/>
                </a:solidFill>
                <a:latin typeface="Noto Sans KR" panose="020B0200000000000000" pitchFamily="50" charset="-127"/>
                <a:ea typeface="Noto Sans KR" panose="020B0200000000000000" pitchFamily="50" charset="-127"/>
              </a:rPr>
              <a:t>메타표면</a:t>
            </a:r>
            <a:r>
              <a:rPr lang="en-US" altLang="ko-KR" sz="1400">
                <a:solidFill>
                  <a:schemeClr val="tx1"/>
                </a:solidFill>
                <a:latin typeface="Noto Sans KR" panose="020B0200000000000000" pitchFamily="50" charset="-127"/>
                <a:ea typeface="Noto Sans KR" panose="020B0200000000000000" pitchFamily="50" charset="-127"/>
              </a:rPr>
              <a:t>-</a:t>
            </a:r>
            <a:r>
              <a:rPr lang="ko-KR" altLang="en-US" sz="1400">
                <a:solidFill>
                  <a:schemeClr val="tx1"/>
                </a:solidFill>
                <a:latin typeface="Noto Sans KR" panose="020B0200000000000000" pitchFamily="50" charset="-127"/>
                <a:ea typeface="Noto Sans KR" panose="020B0200000000000000" pitchFamily="50" charset="-127"/>
              </a:rPr>
              <a:t>안테나</a:t>
            </a:r>
            <a:r>
              <a:rPr lang="en-US" altLang="ko-KR" sz="1400">
                <a:solidFill>
                  <a:schemeClr val="tx1"/>
                </a:solidFill>
                <a:latin typeface="Noto Sans KR" panose="020B0200000000000000" pitchFamily="50" charset="-127"/>
                <a:ea typeface="Noto Sans KR" panose="020B0200000000000000" pitchFamily="50" charset="-127"/>
              </a:rPr>
              <a:t>-RF </a:t>
            </a:r>
            <a:r>
              <a:rPr lang="ko-KR" altLang="en-US" sz="1400">
                <a:solidFill>
                  <a:schemeClr val="tx1"/>
                </a:solidFill>
                <a:latin typeface="Noto Sans KR" panose="020B0200000000000000" pitchFamily="50" charset="-127"/>
                <a:ea typeface="Noto Sans KR" panose="020B0200000000000000" pitchFamily="50" charset="-127"/>
              </a:rPr>
              <a:t>일체형 </a:t>
            </a:r>
            <a:r>
              <a:rPr lang="en-US" altLang="ko-KR" sz="1400">
                <a:solidFill>
                  <a:schemeClr val="tx1"/>
                </a:solidFill>
                <a:latin typeface="Noto Sans KR" panose="020B0200000000000000" pitchFamily="50" charset="-127"/>
                <a:ea typeface="Noto Sans KR" panose="020B0200000000000000" pitchFamily="50" charset="-127"/>
              </a:rPr>
              <a:t>Full ESA</a:t>
            </a:r>
            <a:r>
              <a:rPr lang="ko-KR" altLang="en-US" sz="1400">
                <a:solidFill>
                  <a:schemeClr val="tx1"/>
                </a:solidFill>
                <a:latin typeface="Noto Sans KR" panose="020B0200000000000000" pitchFamily="50" charset="-127"/>
                <a:ea typeface="Noto Sans KR" panose="020B0200000000000000" pitchFamily="50" charset="-127"/>
              </a:rPr>
              <a:t>로 급전손실</a:t>
            </a:r>
            <a:r>
              <a:rPr lang="en-US" altLang="ko-KR" sz="1400">
                <a:solidFill>
                  <a:schemeClr val="tx1"/>
                </a:solidFill>
                <a:latin typeface="Noto Sans KR" panose="020B0200000000000000" pitchFamily="50" charset="-127"/>
                <a:ea typeface="Noto Sans KR" panose="020B0200000000000000" pitchFamily="50" charset="-127"/>
              </a:rPr>
              <a:t> </a:t>
            </a:r>
            <a:r>
              <a:rPr lang="ko-KR" altLang="en-US" sz="1400">
                <a:solidFill>
                  <a:schemeClr val="tx1"/>
                </a:solidFill>
                <a:latin typeface="Noto Sans KR" panose="020B0200000000000000" pitchFamily="50" charset="-127"/>
                <a:ea typeface="Noto Sans KR" panose="020B0200000000000000" pitchFamily="50" charset="-127"/>
              </a:rPr>
              <a:t>최소화</a:t>
            </a:r>
            <a:r>
              <a:rPr lang="en-US" altLang="ko-KR" sz="1400">
                <a:solidFill>
                  <a:schemeClr val="tx1"/>
                </a:solidFill>
                <a:latin typeface="Noto Sans KR" panose="020B0200000000000000" pitchFamily="50" charset="-127"/>
                <a:ea typeface="Noto Sans KR" panose="020B0200000000000000" pitchFamily="50" charset="-127"/>
              </a:rPr>
              <a:t> ·</a:t>
            </a:r>
            <a:r>
              <a:rPr lang="ko-KR" altLang="en-US" sz="1400">
                <a:solidFill>
                  <a:schemeClr val="tx1"/>
                </a:solidFill>
                <a:latin typeface="Noto Sans KR" panose="020B0200000000000000" pitchFamily="50" charset="-127"/>
                <a:ea typeface="Noto Sans KR" panose="020B0200000000000000" pitchFamily="50" charset="-127"/>
              </a:rPr>
              <a:t>확장형 배열</a:t>
            </a:r>
            <a:r>
              <a:rPr lang="en-US" altLang="ko-KR" sz="1400">
                <a:solidFill>
                  <a:schemeClr val="tx1"/>
                </a:solidFill>
                <a:latin typeface="Noto Sans KR" panose="020B0200000000000000" pitchFamily="50" charset="-127"/>
                <a:ea typeface="Noto Sans KR" panose="020B0200000000000000" pitchFamily="50" charset="-127"/>
              </a:rPr>
              <a:t> ·</a:t>
            </a:r>
            <a:r>
              <a:rPr lang="ko-KR" altLang="en-US" sz="1400">
                <a:solidFill>
                  <a:schemeClr val="tx1"/>
                </a:solidFill>
                <a:latin typeface="Noto Sans KR" panose="020B0200000000000000" pitchFamily="50" charset="-127"/>
                <a:ea typeface="Noto Sans KR" panose="020B0200000000000000" pitchFamily="50" charset="-127"/>
              </a:rPr>
              <a:t>실시간 보정 동시 확보</a:t>
            </a:r>
            <a:endParaRPr lang="en-US" altLang="ko-KR" sz="1400">
              <a:solidFill>
                <a:schemeClr val="tx1"/>
              </a:solidFill>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ko-KR" altLang="en-US" sz="1400">
                <a:solidFill>
                  <a:schemeClr val="tx1"/>
                </a:solidFill>
                <a:latin typeface="Noto Sans KR" panose="020B0200000000000000" pitchFamily="50" charset="-127"/>
                <a:ea typeface="Noto Sans KR" panose="020B0200000000000000" pitchFamily="50" charset="-127"/>
              </a:rPr>
              <a:t>방사효율</a:t>
            </a:r>
            <a:r>
              <a:rPr lang="en-US" altLang="ko-KR" sz="1400">
                <a:solidFill>
                  <a:schemeClr val="tx1"/>
                </a:solidFill>
                <a:latin typeface="Noto Sans KR" panose="020B0200000000000000" pitchFamily="50" charset="-127"/>
                <a:ea typeface="Noto Sans KR" panose="020B0200000000000000" pitchFamily="50" charset="-127"/>
              </a:rPr>
              <a:t> ·</a:t>
            </a:r>
            <a:r>
              <a:rPr lang="ko-KR" altLang="en-US" sz="1400">
                <a:solidFill>
                  <a:schemeClr val="tx1"/>
                </a:solidFill>
                <a:latin typeface="Noto Sans KR" panose="020B0200000000000000" pitchFamily="50" charset="-127"/>
                <a:ea typeface="Noto Sans KR" panose="020B0200000000000000" pitchFamily="50" charset="-127"/>
              </a:rPr>
              <a:t>경량화</a:t>
            </a:r>
            <a:r>
              <a:rPr lang="en-US" altLang="ko-KR" sz="1400">
                <a:solidFill>
                  <a:schemeClr val="tx1"/>
                </a:solidFill>
                <a:latin typeface="Noto Sans KR" panose="020B0200000000000000" pitchFamily="50" charset="-127"/>
                <a:ea typeface="Noto Sans KR" panose="020B0200000000000000" pitchFamily="50" charset="-127"/>
              </a:rPr>
              <a:t> ·</a:t>
            </a:r>
            <a:r>
              <a:rPr lang="ko-KR" altLang="en-US" sz="1400">
                <a:solidFill>
                  <a:schemeClr val="tx1"/>
                </a:solidFill>
                <a:latin typeface="Noto Sans KR" panose="020B0200000000000000" pitchFamily="50" charset="-127"/>
                <a:ea typeface="Noto Sans KR" panose="020B0200000000000000" pitchFamily="50" charset="-127"/>
              </a:rPr>
              <a:t>확장성 우위</a:t>
            </a:r>
            <a:r>
              <a:rPr lang="en-US" altLang="ko-KR" sz="1400">
                <a:solidFill>
                  <a:schemeClr val="tx1"/>
                </a:solidFill>
                <a:latin typeface="Noto Sans KR" panose="020B0200000000000000" pitchFamily="50" charset="-127"/>
                <a:ea typeface="Noto Sans KR" panose="020B0200000000000000" pitchFamily="50" charset="-127"/>
              </a:rPr>
              <a:t>, </a:t>
            </a:r>
            <a:r>
              <a:rPr lang="ko-KR" altLang="en-US" sz="1400">
                <a:solidFill>
                  <a:schemeClr val="tx1"/>
                </a:solidFill>
                <a:latin typeface="Noto Sans KR" panose="020B0200000000000000" pitchFamily="50" charset="-127"/>
                <a:ea typeface="Noto Sans KR" panose="020B0200000000000000" pitchFamily="50" charset="-127"/>
              </a:rPr>
              <a:t>당사 저손실 소재</a:t>
            </a:r>
            <a:r>
              <a:rPr lang="en-US" altLang="ko-KR" sz="1400">
                <a:solidFill>
                  <a:schemeClr val="tx1"/>
                </a:solidFill>
                <a:latin typeface="Noto Sans KR" panose="020B0200000000000000" pitchFamily="50" charset="-127"/>
                <a:ea typeface="Noto Sans KR" panose="020B0200000000000000" pitchFamily="50" charset="-127"/>
              </a:rPr>
              <a:t> ·</a:t>
            </a:r>
            <a:r>
              <a:rPr lang="ko-KR" altLang="en-US" sz="1400">
                <a:solidFill>
                  <a:schemeClr val="tx1"/>
                </a:solidFill>
                <a:latin typeface="Noto Sans KR" panose="020B0200000000000000" pitchFamily="50" charset="-127"/>
                <a:ea typeface="Noto Sans KR" panose="020B0200000000000000" pitchFamily="50" charset="-127"/>
              </a:rPr>
              <a:t>모듈 통합 역량 기반 글로벌 경쟁력 확보</a:t>
            </a:r>
          </a:p>
        </p:txBody>
      </p:sp>
    </p:spTree>
    <p:extLst>
      <p:ext uri="{BB962C8B-B14F-4D97-AF65-F5344CB8AC3E}">
        <p14:creationId xmlns:p14="http://schemas.microsoft.com/office/powerpoint/2010/main" val="33794700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EEED2A8-45A9-67CB-0B76-47E7B83F1347}"/>
              </a:ext>
            </a:extLst>
          </p:cNvPr>
          <p:cNvSpPr>
            <a:spLocks noGrp="1"/>
          </p:cNvSpPr>
          <p:nvPr>
            <p:ph type="sldNum" sz="quarter" idx="4"/>
          </p:nvPr>
        </p:nvSpPr>
        <p:spPr/>
        <p:txBody>
          <a:bodyPr/>
          <a:lstStyle/>
          <a:p>
            <a:fld id="{E8B113C4-B834-4BEA-901C-8797A7F90894}" type="slidenum">
              <a:rPr lang="ko-KR" altLang="en-US" smtClean="0"/>
              <a:pPr/>
              <a:t>4</a:t>
            </a:fld>
            <a:endParaRPr lang="ko-KR" altLang="en-US"/>
          </a:p>
        </p:txBody>
      </p:sp>
      <p:grpSp>
        <p:nvGrpSpPr>
          <p:cNvPr id="7" name="그룹 6">
            <a:extLst>
              <a:ext uri="{FF2B5EF4-FFF2-40B4-BE49-F238E27FC236}">
                <a16:creationId xmlns:a16="http://schemas.microsoft.com/office/drawing/2014/main" id="{2900FD94-105F-25A6-6E81-0B5EBEE47849}"/>
              </a:ext>
            </a:extLst>
          </p:cNvPr>
          <p:cNvGrpSpPr/>
          <p:nvPr/>
        </p:nvGrpSpPr>
        <p:grpSpPr>
          <a:xfrm>
            <a:off x="379306" y="921124"/>
            <a:ext cx="9262534" cy="1448695"/>
            <a:chOff x="379306" y="1330960"/>
            <a:chExt cx="9262534" cy="1330960"/>
          </a:xfrm>
        </p:grpSpPr>
        <p:sp>
          <p:nvSpPr>
            <p:cNvPr id="8" name="직사각형 7">
              <a:extLst>
                <a:ext uri="{FF2B5EF4-FFF2-40B4-BE49-F238E27FC236}">
                  <a16:creationId xmlns:a16="http://schemas.microsoft.com/office/drawing/2014/main" id="{07E81548-91CF-2AC9-FBFB-E0D76687339D}"/>
                </a:ext>
              </a:extLst>
            </p:cNvPr>
            <p:cNvSpPr/>
            <p:nvPr/>
          </p:nvSpPr>
          <p:spPr>
            <a:xfrm>
              <a:off x="379306" y="1330960"/>
              <a:ext cx="9262534" cy="4616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600">
                  <a:latin typeface="Noto Sans KR" panose="020B0200000000000000" pitchFamily="50" charset="-127"/>
                  <a:ea typeface="Noto Sans KR" panose="020B0200000000000000" pitchFamily="50" charset="-127"/>
                </a:rPr>
                <a:t>최종목표</a:t>
              </a:r>
              <a:r>
                <a:rPr lang="en-US" altLang="ko-KR" sz="1600">
                  <a:latin typeface="Noto Sans KR" panose="020B0200000000000000" pitchFamily="50" charset="-127"/>
                  <a:ea typeface="Noto Sans KR" panose="020B0200000000000000" pitchFamily="50" charset="-127"/>
                </a:rPr>
                <a:t>: </a:t>
              </a:r>
              <a:r>
                <a:rPr lang="ko-KR" altLang="en-US" sz="1600">
                  <a:latin typeface="Noto Sans KR" panose="020B0200000000000000" pitchFamily="50" charset="-127"/>
                  <a:ea typeface="Noto Sans KR" panose="020B0200000000000000" pitchFamily="50" charset="-127"/>
                </a:rPr>
                <a:t>고출력 광대역 특성을 갖는 메타</a:t>
              </a:r>
              <a:r>
                <a:rPr lang="en-US" altLang="ko-KR" sz="1600">
                  <a:latin typeface="Noto Sans KR" panose="020B0200000000000000" pitchFamily="50" charset="-127"/>
                  <a:ea typeface="Noto Sans KR" panose="020B0200000000000000" pitchFamily="50" charset="-127"/>
                </a:rPr>
                <a:t>-</a:t>
              </a:r>
              <a:r>
                <a:rPr lang="ko-KR" altLang="en-US" sz="1600">
                  <a:latin typeface="Noto Sans KR" panose="020B0200000000000000" pitchFamily="50" charset="-127"/>
                  <a:ea typeface="Noto Sans KR" panose="020B0200000000000000" pitchFamily="50" charset="-127"/>
                </a:rPr>
                <a:t>레이돔 통합 송</a:t>
              </a:r>
              <a:r>
                <a:rPr lang="en-US" altLang="ko-KR" sz="1600">
                  <a:latin typeface="Noto Sans KR" panose="020B0200000000000000" pitchFamily="50" charset="-127"/>
                  <a:ea typeface="Noto Sans KR" panose="020B0200000000000000" pitchFamily="50" charset="-127"/>
                </a:rPr>
                <a:t>,</a:t>
              </a:r>
              <a:r>
                <a:rPr lang="ko-KR" altLang="en-US" sz="1600">
                  <a:latin typeface="Noto Sans KR" panose="020B0200000000000000" pitchFamily="50" charset="-127"/>
                  <a:ea typeface="Noto Sans KR" panose="020B0200000000000000" pitchFamily="50" charset="-127"/>
                </a:rPr>
                <a:t>수신 모듈 개발</a:t>
              </a:r>
            </a:p>
          </p:txBody>
        </p:sp>
        <p:sp>
          <p:nvSpPr>
            <p:cNvPr id="9" name="직사각형 8">
              <a:extLst>
                <a:ext uri="{FF2B5EF4-FFF2-40B4-BE49-F238E27FC236}">
                  <a16:creationId xmlns:a16="http://schemas.microsoft.com/office/drawing/2014/main" id="{F0EE0126-36FE-02D9-E7A3-43595F6C9FCC}"/>
                </a:ext>
              </a:extLst>
            </p:cNvPr>
            <p:cNvSpPr/>
            <p:nvPr/>
          </p:nvSpPr>
          <p:spPr>
            <a:xfrm>
              <a:off x="379306" y="1792626"/>
              <a:ext cx="9262534" cy="86929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altLang="ko-KR" sz="1400">
                  <a:solidFill>
                    <a:schemeClr val="tx1"/>
                  </a:solidFill>
                  <a:latin typeface="Noto Sans KR" panose="020B0200000000000000" pitchFamily="50" charset="-127"/>
                  <a:ea typeface="Noto Sans KR" panose="020B0200000000000000" pitchFamily="50" charset="-127"/>
                </a:rPr>
                <a:t>Tx &amp; Rx </a:t>
              </a:r>
              <a:r>
                <a:rPr lang="ko-KR" altLang="en-US" sz="1400">
                  <a:solidFill>
                    <a:schemeClr val="tx1"/>
                  </a:solidFill>
                  <a:latin typeface="Noto Sans KR" panose="020B0200000000000000" pitchFamily="50" charset="-127"/>
                  <a:ea typeface="Noto Sans KR" panose="020B0200000000000000" pitchFamily="50" charset="-127"/>
                </a:rPr>
                <a:t>통합 위성 통신용 송수신 </a:t>
              </a:r>
              <a:r>
                <a:rPr lang="ko-KR" altLang="en-US" sz="1400" b="1">
                  <a:solidFill>
                    <a:schemeClr val="tx1"/>
                  </a:solidFill>
                  <a:latin typeface="Noto Sans KR" panose="020B0200000000000000" pitchFamily="50" charset="-127"/>
                  <a:ea typeface="Noto Sans KR" panose="020B0200000000000000" pitchFamily="50" charset="-127"/>
                </a:rPr>
                <a:t>안테나</a:t>
              </a:r>
              <a:r>
                <a:rPr lang="en-US" altLang="ko-KR" sz="1400" b="1">
                  <a:solidFill>
                    <a:schemeClr val="tx1"/>
                  </a:solidFill>
                  <a:latin typeface="Noto Sans KR" panose="020B0200000000000000" pitchFamily="50" charset="-127"/>
                  <a:ea typeface="Noto Sans KR" panose="020B0200000000000000" pitchFamily="50" charset="-127"/>
                </a:rPr>
                <a:t>-RF </a:t>
              </a:r>
              <a:r>
                <a:rPr lang="ko-KR" altLang="en-US" sz="1400" b="1">
                  <a:solidFill>
                    <a:schemeClr val="tx1"/>
                  </a:solidFill>
                  <a:latin typeface="Noto Sans KR" panose="020B0200000000000000" pitchFamily="50" charset="-127"/>
                  <a:ea typeface="Noto Sans KR" panose="020B0200000000000000" pitchFamily="50" charset="-127"/>
                </a:rPr>
                <a:t>통합 송수신 모듈 </a:t>
              </a:r>
              <a:r>
                <a:rPr lang="ko-KR" altLang="en-US" sz="1400">
                  <a:solidFill>
                    <a:schemeClr val="tx1"/>
                  </a:solidFill>
                  <a:latin typeface="Noto Sans KR" panose="020B0200000000000000" pitchFamily="50" charset="-127"/>
                  <a:ea typeface="Noto Sans KR" panose="020B0200000000000000" pitchFamily="50" charset="-127"/>
                </a:rPr>
                <a:t>개발</a:t>
              </a:r>
              <a:endParaRPr lang="en-US" altLang="ko-KR" sz="1400">
                <a:solidFill>
                  <a:schemeClr val="tx1"/>
                </a:solidFill>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ko-KR" altLang="en-US" sz="1400" b="1">
                  <a:solidFill>
                    <a:schemeClr val="tx1"/>
                  </a:solidFill>
                  <a:latin typeface="Noto Sans KR" panose="020B0200000000000000" pitchFamily="50" charset="-127"/>
                  <a:ea typeface="Noto Sans KR" panose="020B0200000000000000" pitchFamily="50" charset="-127"/>
                </a:rPr>
                <a:t>저유전</a:t>
              </a:r>
              <a:r>
                <a:rPr lang="en-US" altLang="ko-KR" sz="1400" b="1">
                  <a:solidFill>
                    <a:schemeClr val="tx1"/>
                  </a:solidFill>
                  <a:latin typeface="Noto Sans KR" panose="020B0200000000000000" pitchFamily="50" charset="-127"/>
                  <a:ea typeface="Noto Sans KR" panose="020B0200000000000000" pitchFamily="50" charset="-127"/>
                </a:rPr>
                <a:t>· </a:t>
              </a:r>
              <a:r>
                <a:rPr lang="ko-KR" altLang="en-US" sz="1400" b="1">
                  <a:solidFill>
                    <a:schemeClr val="tx1"/>
                  </a:solidFill>
                  <a:latin typeface="Noto Sans KR" panose="020B0200000000000000" pitchFamily="50" charset="-127"/>
                  <a:ea typeface="Noto Sans KR" panose="020B0200000000000000" pitchFamily="50" charset="-127"/>
                </a:rPr>
                <a:t>저손실 소재 기반 </a:t>
              </a:r>
              <a:r>
                <a:rPr lang="ko-KR" altLang="en-US" sz="1400">
                  <a:solidFill>
                    <a:schemeClr val="tx1"/>
                  </a:solidFill>
                  <a:latin typeface="Noto Sans KR" panose="020B0200000000000000" pitchFamily="50" charset="-127"/>
                  <a:ea typeface="Noto Sans KR" panose="020B0200000000000000" pitchFamily="50" charset="-127"/>
                </a:rPr>
                <a:t>안테나 소자 및 확장형 고이득 배열 구조 개발</a:t>
              </a:r>
              <a:endParaRPr lang="en-US" altLang="ko-KR" sz="1400">
                <a:solidFill>
                  <a:schemeClr val="tx1"/>
                </a:solidFill>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ko-KR" altLang="en-US" sz="1400">
                  <a:solidFill>
                    <a:schemeClr val="tx1"/>
                  </a:solidFill>
                  <a:latin typeface="Noto Sans KR" panose="020B0200000000000000" pitchFamily="50" charset="-127"/>
                  <a:ea typeface="Noto Sans KR" panose="020B0200000000000000" pitchFamily="50" charset="-127"/>
                </a:rPr>
                <a:t>전파 투과 특성 최적화 및 빔 조향 가능한 </a:t>
              </a:r>
              <a:r>
                <a:rPr lang="ko-KR" altLang="en-US" sz="1400" b="1">
                  <a:solidFill>
                    <a:schemeClr val="tx1"/>
                  </a:solidFill>
                  <a:latin typeface="Noto Sans KR" panose="020B0200000000000000" pitchFamily="50" charset="-127"/>
                  <a:ea typeface="Noto Sans KR" panose="020B0200000000000000" pitchFamily="50" charset="-127"/>
                </a:rPr>
                <a:t>레이돔</a:t>
              </a:r>
              <a:r>
                <a:rPr lang="en-US" altLang="ko-KR" sz="1400" b="1">
                  <a:solidFill>
                    <a:schemeClr val="tx1"/>
                  </a:solidFill>
                  <a:latin typeface="Noto Sans KR" panose="020B0200000000000000" pitchFamily="50" charset="-127"/>
                  <a:ea typeface="Noto Sans KR" panose="020B0200000000000000" pitchFamily="50" charset="-127"/>
                </a:rPr>
                <a:t>-</a:t>
              </a:r>
              <a:r>
                <a:rPr lang="ko-KR" altLang="en-US" sz="1400" b="1">
                  <a:solidFill>
                    <a:schemeClr val="tx1"/>
                  </a:solidFill>
                  <a:latin typeface="Noto Sans KR" panose="020B0200000000000000" pitchFamily="50" charset="-127"/>
                  <a:ea typeface="Noto Sans KR" panose="020B0200000000000000" pitchFamily="50" charset="-127"/>
                </a:rPr>
                <a:t>메타표면 구조 </a:t>
              </a:r>
              <a:r>
                <a:rPr lang="ko-KR" altLang="en-US" sz="1400">
                  <a:solidFill>
                    <a:schemeClr val="tx1"/>
                  </a:solidFill>
                  <a:latin typeface="Noto Sans KR" panose="020B0200000000000000" pitchFamily="50" charset="-127"/>
                  <a:ea typeface="Noto Sans KR" panose="020B0200000000000000" pitchFamily="50" charset="-127"/>
                </a:rPr>
                <a:t>개발</a:t>
              </a:r>
            </a:p>
          </p:txBody>
        </p:sp>
      </p:grpSp>
      <p:sp>
        <p:nvSpPr>
          <p:cNvPr id="14" name="제목 2">
            <a:extLst>
              <a:ext uri="{FF2B5EF4-FFF2-40B4-BE49-F238E27FC236}">
                <a16:creationId xmlns:a16="http://schemas.microsoft.com/office/drawing/2014/main" id="{5B5D8E18-839C-3309-8F19-C67010FE0D08}"/>
              </a:ext>
            </a:extLst>
          </p:cNvPr>
          <p:cNvSpPr>
            <a:spLocks noGrp="1"/>
          </p:cNvSpPr>
          <p:nvPr>
            <p:ph type="ctrTitle"/>
          </p:nvPr>
        </p:nvSpPr>
        <p:spPr>
          <a:xfrm>
            <a:off x="379306" y="111167"/>
            <a:ext cx="9367308" cy="461666"/>
          </a:xfrm>
        </p:spPr>
        <p:txBody>
          <a:bodyPr>
            <a:normAutofit/>
          </a:bodyPr>
          <a:lstStyle/>
          <a:p>
            <a:r>
              <a:rPr lang="en-US" altLang="ko-KR" sz="1800" b="1">
                <a:latin typeface="Noto Sans KR" panose="020B0200000000000000" pitchFamily="50" charset="-127"/>
                <a:ea typeface="Noto Sans KR" panose="020B0200000000000000" pitchFamily="50" charset="-127"/>
              </a:rPr>
              <a:t>2. </a:t>
            </a:r>
            <a:r>
              <a:rPr lang="ko-KR" altLang="en-US" sz="1800" b="1">
                <a:latin typeface="Noto Sans KR" panose="020B0200000000000000" pitchFamily="50" charset="-127"/>
                <a:ea typeface="Noto Sans KR" panose="020B0200000000000000" pitchFamily="50" charset="-127"/>
              </a:rPr>
              <a:t>연구 목표 및 내용</a:t>
            </a:r>
          </a:p>
        </p:txBody>
      </p:sp>
      <p:pic>
        <p:nvPicPr>
          <p:cNvPr id="16" name="그림 15">
            <a:extLst>
              <a:ext uri="{FF2B5EF4-FFF2-40B4-BE49-F238E27FC236}">
                <a16:creationId xmlns:a16="http://schemas.microsoft.com/office/drawing/2014/main" id="{691335D2-2168-3210-ED16-6907BD435F18}"/>
              </a:ext>
            </a:extLst>
          </p:cNvPr>
          <p:cNvPicPr>
            <a:picLocks noChangeAspect="1"/>
          </p:cNvPicPr>
          <p:nvPr/>
        </p:nvPicPr>
        <p:blipFill>
          <a:blip r:embed="rId2"/>
          <a:stretch>
            <a:fillRect/>
          </a:stretch>
        </p:blipFill>
        <p:spPr>
          <a:xfrm>
            <a:off x="357479" y="2533460"/>
            <a:ext cx="9362501" cy="3755580"/>
          </a:xfrm>
          <a:prstGeom prst="rect">
            <a:avLst/>
          </a:prstGeom>
        </p:spPr>
      </p:pic>
    </p:spTree>
    <p:extLst>
      <p:ext uri="{BB962C8B-B14F-4D97-AF65-F5344CB8AC3E}">
        <p14:creationId xmlns:p14="http://schemas.microsoft.com/office/powerpoint/2010/main" val="38481657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8C6B9816-7A1E-BEB8-F539-72D8BB96CB92}"/>
              </a:ext>
            </a:extLst>
          </p:cNvPr>
          <p:cNvSpPr>
            <a:spLocks noGrp="1"/>
          </p:cNvSpPr>
          <p:nvPr>
            <p:ph type="sldNum" sz="quarter" idx="4"/>
          </p:nvPr>
        </p:nvSpPr>
        <p:spPr>
          <a:xfrm>
            <a:off x="0" y="6280224"/>
            <a:ext cx="9906000" cy="365125"/>
          </a:xfrm>
        </p:spPr>
        <p:txBody>
          <a:bodyPr/>
          <a:lstStyle/>
          <a:p>
            <a:fld id="{E8B113C4-B834-4BEA-901C-8797A7F90894}" type="slidenum">
              <a:rPr lang="ko-KR" altLang="en-US" smtClean="0"/>
              <a:pPr/>
              <a:t>5</a:t>
            </a:fld>
            <a:endParaRPr lang="ko-KR" altLang="en-US"/>
          </a:p>
        </p:txBody>
      </p:sp>
      <p:sp>
        <p:nvSpPr>
          <p:cNvPr id="62" name="제목 3">
            <a:extLst>
              <a:ext uri="{FF2B5EF4-FFF2-40B4-BE49-F238E27FC236}">
                <a16:creationId xmlns:a16="http://schemas.microsoft.com/office/drawing/2014/main" id="{AEA463D1-DAD2-9CA1-4A3E-180BEDBCA9E3}"/>
              </a:ext>
            </a:extLst>
          </p:cNvPr>
          <p:cNvSpPr>
            <a:spLocks noGrp="1"/>
          </p:cNvSpPr>
          <p:nvPr>
            <p:ph type="ctrTitle"/>
          </p:nvPr>
        </p:nvSpPr>
        <p:spPr>
          <a:xfrm>
            <a:off x="379306" y="111167"/>
            <a:ext cx="9367308" cy="461666"/>
          </a:xfrm>
        </p:spPr>
        <p:txBody>
          <a:bodyPr>
            <a:noAutofit/>
          </a:bodyPr>
          <a:lstStyle/>
          <a:p>
            <a:r>
              <a:rPr lang="en-US" altLang="ko-KR" sz="1800" b="1" dirty="0">
                <a:latin typeface="Noto Sans KR" panose="020B0500000000000000" pitchFamily="34" charset="-127"/>
                <a:ea typeface="Noto Sans KR" panose="020B0500000000000000" pitchFamily="34" charset="-127"/>
              </a:rPr>
              <a:t>2</a:t>
            </a:r>
            <a:r>
              <a:rPr lang="en-US" altLang="ko-KR" sz="1800" b="1">
                <a:latin typeface="Noto Sans KR" panose="020B0500000000000000" pitchFamily="34" charset="-127"/>
                <a:ea typeface="Noto Sans KR" panose="020B0500000000000000" pitchFamily="34" charset="-127"/>
              </a:rPr>
              <a:t>.</a:t>
            </a:r>
            <a:r>
              <a:rPr lang="ko-KR" altLang="en-US" sz="1800" b="1">
                <a:latin typeface="Noto Sans KR" panose="020B0500000000000000" pitchFamily="34" charset="-127"/>
                <a:ea typeface="Noto Sans KR" panose="020B0500000000000000" pitchFamily="34" charset="-127"/>
              </a:rPr>
              <a:t> 연구 목표 및 내용</a:t>
            </a:r>
            <a:endParaRPr lang="ko-KR" altLang="en-US" sz="1800" b="1" dirty="0">
              <a:latin typeface="Noto Sans KR" panose="020B0500000000000000" pitchFamily="34" charset="-127"/>
              <a:ea typeface="Noto Sans KR" panose="020B0500000000000000" pitchFamily="34" charset="-127"/>
            </a:endParaRPr>
          </a:p>
        </p:txBody>
      </p:sp>
      <p:sp>
        <p:nvSpPr>
          <p:cNvPr id="63" name="TextBox 62">
            <a:extLst>
              <a:ext uri="{FF2B5EF4-FFF2-40B4-BE49-F238E27FC236}">
                <a16:creationId xmlns:a16="http://schemas.microsoft.com/office/drawing/2014/main" id="{F3A70D5F-E58B-C962-4F87-4B95A1A9E3B4}"/>
              </a:ext>
            </a:extLst>
          </p:cNvPr>
          <p:cNvSpPr txBox="1"/>
          <p:nvPr/>
        </p:nvSpPr>
        <p:spPr>
          <a:xfrm>
            <a:off x="92964" y="797907"/>
            <a:ext cx="9653650" cy="89082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ko-KR" altLang="en-US" sz="1200">
                <a:latin typeface="Noto Sans KR" panose="020B0500000000000000" pitchFamily="34" charset="-127"/>
                <a:ea typeface="Noto Sans KR" panose="020B0500000000000000" pitchFamily="34" charset="-127"/>
              </a:rPr>
              <a:t>주관기관으로서 세부 과제 총괄 및 수행기관 간 일정</a:t>
            </a:r>
            <a:r>
              <a:rPr lang="en-US" altLang="ko-KR" sz="1200">
                <a:latin typeface="Noto Sans KR" panose="020B0200000000000000" pitchFamily="50" charset="-127"/>
                <a:ea typeface="Noto Sans KR" panose="020B0200000000000000" pitchFamily="50" charset="-127"/>
              </a:rPr>
              <a:t>·</a:t>
            </a:r>
            <a:r>
              <a:rPr lang="ko-KR" altLang="en-US" sz="1200">
                <a:latin typeface="Noto Sans KR" panose="020B0500000000000000" pitchFamily="34" charset="-127"/>
                <a:ea typeface="Noto Sans KR" panose="020B0500000000000000" pitchFamily="34" charset="-127"/>
              </a:rPr>
              <a:t>협의</a:t>
            </a:r>
            <a:r>
              <a:rPr lang="en-US" altLang="ko-KR" sz="1200">
                <a:latin typeface="Noto Sans KR" panose="020B0200000000000000" pitchFamily="50" charset="-127"/>
                <a:ea typeface="Noto Sans KR" panose="020B0200000000000000" pitchFamily="50" charset="-127"/>
              </a:rPr>
              <a:t> ·</a:t>
            </a:r>
            <a:r>
              <a:rPr lang="ko-KR" altLang="en-US" sz="1200">
                <a:latin typeface="Noto Sans KR" panose="020B0200000000000000" pitchFamily="50" charset="-127"/>
                <a:ea typeface="Noto Sans KR" panose="020B0200000000000000" pitchFamily="50" charset="-127"/>
              </a:rPr>
              <a:t>연구비를 관리하며 결과물을 통합</a:t>
            </a:r>
            <a:r>
              <a:rPr lang="en-US" altLang="ko-KR" sz="1200">
                <a:latin typeface="Noto Sans KR" panose="020B0500000000000000" pitchFamily="34" charset="-127"/>
                <a:ea typeface="Noto Sans KR" panose="020B0500000000000000" pitchFamily="34" charset="-127"/>
              </a:rPr>
              <a:t>.</a:t>
            </a:r>
          </a:p>
          <a:p>
            <a:pPr marL="285750" indent="-285750">
              <a:lnSpc>
                <a:spcPct val="150000"/>
              </a:lnSpc>
              <a:buFont typeface="Arial" panose="020B0604020202020204" pitchFamily="34" charset="0"/>
              <a:buChar char="•"/>
            </a:pPr>
            <a:r>
              <a:rPr lang="ko-KR" altLang="en-US" sz="1200">
                <a:latin typeface="Noto Sans KR" panose="020B0500000000000000" pitchFamily="34" charset="-127"/>
                <a:ea typeface="Noto Sans KR" panose="020B0500000000000000" pitchFamily="34" charset="-127"/>
              </a:rPr>
              <a:t>저손실</a:t>
            </a:r>
            <a:r>
              <a:rPr lang="en-US" altLang="ko-KR" sz="1200">
                <a:latin typeface="Noto Sans KR" panose="020B0200000000000000" pitchFamily="50" charset="-127"/>
                <a:ea typeface="Noto Sans KR" panose="020B0200000000000000" pitchFamily="50" charset="-127"/>
              </a:rPr>
              <a:t> ·</a:t>
            </a:r>
            <a:r>
              <a:rPr lang="ko-KR" altLang="en-US" sz="1200">
                <a:latin typeface="Noto Sans KR" panose="020B0200000000000000" pitchFamily="50" charset="-127"/>
                <a:ea typeface="Noto Sans KR" panose="020B0200000000000000" pitchFamily="50" charset="-127"/>
              </a:rPr>
              <a:t>고방열 소재와 적층 </a:t>
            </a:r>
            <a:r>
              <a:rPr lang="en-US" altLang="ko-KR" sz="1200">
                <a:latin typeface="Noto Sans KR" panose="020B0200000000000000" pitchFamily="50" charset="-127"/>
                <a:ea typeface="Noto Sans KR" panose="020B0200000000000000" pitchFamily="50" charset="-127"/>
              </a:rPr>
              <a:t>PCB ·</a:t>
            </a:r>
            <a:r>
              <a:rPr lang="ko-KR" altLang="en-US" sz="1200">
                <a:latin typeface="Noto Sans KR" panose="020B0200000000000000" pitchFamily="50" charset="-127"/>
                <a:ea typeface="Noto Sans KR" panose="020B0200000000000000" pitchFamily="50" charset="-127"/>
              </a:rPr>
              <a:t>패키징 기술을 기반으로 아키텍처</a:t>
            </a:r>
            <a:r>
              <a:rPr lang="en-US" altLang="ko-KR" sz="1200">
                <a:latin typeface="Noto Sans KR" panose="020B0200000000000000" pitchFamily="50" charset="-127"/>
                <a:ea typeface="Noto Sans KR" panose="020B0200000000000000" pitchFamily="50" charset="-127"/>
              </a:rPr>
              <a:t> ·RF </a:t>
            </a:r>
            <a:r>
              <a:rPr lang="ko-KR" altLang="en-US" sz="1200">
                <a:latin typeface="Noto Sans KR" panose="020B0200000000000000" pitchFamily="50" charset="-127"/>
                <a:ea typeface="Noto Sans KR" panose="020B0200000000000000" pitchFamily="50" charset="-127"/>
              </a:rPr>
              <a:t>버짓 설계</a:t>
            </a:r>
            <a:r>
              <a:rPr lang="en-US" altLang="ko-KR" sz="1200">
                <a:latin typeface="Noto Sans KR" panose="020B0200000000000000" pitchFamily="50" charset="-127"/>
                <a:ea typeface="Noto Sans KR" panose="020B0200000000000000" pitchFamily="50" charset="-127"/>
              </a:rPr>
              <a:t>, </a:t>
            </a:r>
            <a:r>
              <a:rPr lang="ko-KR" altLang="en-US" sz="1200">
                <a:latin typeface="Noto Sans KR" panose="020B0200000000000000" pitchFamily="50" charset="-127"/>
                <a:ea typeface="Noto Sans KR" panose="020B0200000000000000" pitchFamily="50" charset="-127"/>
              </a:rPr>
              <a:t>다채널 빔포밍 구조</a:t>
            </a:r>
            <a:r>
              <a:rPr lang="en-US" altLang="ko-KR" sz="1200">
                <a:latin typeface="Noto Sans KR" panose="020B0200000000000000" pitchFamily="50" charset="-127"/>
                <a:ea typeface="Noto Sans KR" panose="020B0200000000000000" pitchFamily="50" charset="-127"/>
              </a:rPr>
              <a:t>, SI/PI ·</a:t>
            </a:r>
            <a:r>
              <a:rPr lang="ko-KR" altLang="en-US" sz="1200">
                <a:latin typeface="Noto Sans KR" panose="020B0200000000000000" pitchFamily="50" charset="-127"/>
                <a:ea typeface="Noto Sans KR" panose="020B0200000000000000" pitchFamily="50" charset="-127"/>
              </a:rPr>
              <a:t>열해석</a:t>
            </a:r>
            <a:r>
              <a:rPr lang="en-US" altLang="ko-KR" sz="1200">
                <a:latin typeface="Noto Sans KR" panose="020B0200000000000000" pitchFamily="50" charset="-127"/>
                <a:ea typeface="Noto Sans KR" panose="020B0200000000000000" pitchFamily="50" charset="-127"/>
              </a:rPr>
              <a:t>, </a:t>
            </a:r>
            <a:r>
              <a:rPr lang="ko-KR" altLang="en-US" sz="1200">
                <a:latin typeface="Noto Sans KR" panose="020B0200000000000000" pitchFamily="50" charset="-127"/>
                <a:ea typeface="Noto Sans KR" panose="020B0200000000000000" pitchFamily="50" charset="-127"/>
              </a:rPr>
              <a:t>시작품 검증 수행</a:t>
            </a:r>
            <a:endParaRPr lang="en-US" altLang="ko-KR" sz="1200">
              <a:latin typeface="Noto Sans KR" panose="020B0500000000000000" pitchFamily="34" charset="-127"/>
              <a:ea typeface="Noto Sans KR" panose="020B0500000000000000" pitchFamily="34" charset="-127"/>
            </a:endParaRPr>
          </a:p>
          <a:p>
            <a:pPr marL="285750" indent="-285750">
              <a:lnSpc>
                <a:spcPct val="150000"/>
              </a:lnSpc>
              <a:buFont typeface="Arial" panose="020B0604020202020204" pitchFamily="34" charset="0"/>
              <a:buChar char="•"/>
            </a:pPr>
            <a:r>
              <a:rPr lang="en-US" altLang="ko-KR" sz="1200">
                <a:latin typeface="Noto Sans KR" panose="020B0500000000000000" pitchFamily="34" charset="-127"/>
                <a:ea typeface="Noto Sans KR" panose="020B0500000000000000" pitchFamily="34" charset="-127"/>
              </a:rPr>
              <a:t>2x2 Unit cell</a:t>
            </a:r>
            <a:r>
              <a:rPr lang="ko-KR" altLang="en-US" sz="1200">
                <a:latin typeface="Noto Sans KR" panose="020B0500000000000000" pitchFamily="34" charset="-127"/>
                <a:ea typeface="Noto Sans KR" panose="020B0500000000000000" pitchFamily="34" charset="-127"/>
              </a:rPr>
              <a:t>에서 </a:t>
            </a:r>
            <a:r>
              <a:rPr lang="en-US" altLang="ko-KR" sz="1200">
                <a:latin typeface="Noto Sans KR" panose="020B0500000000000000" pitchFamily="34" charset="-127"/>
                <a:ea typeface="Noto Sans KR" panose="020B0500000000000000" pitchFamily="34" charset="-127"/>
              </a:rPr>
              <a:t>N x Module</a:t>
            </a:r>
            <a:r>
              <a:rPr lang="ko-KR" altLang="en-US" sz="1200">
                <a:latin typeface="Noto Sans KR" panose="020B0500000000000000" pitchFamily="34" charset="-127"/>
                <a:ea typeface="Noto Sans KR" panose="020B0500000000000000" pitchFamily="34" charset="-127"/>
              </a:rPr>
              <a:t>까지 배열 확장 구조를 설계</a:t>
            </a:r>
            <a:r>
              <a:rPr lang="ko-KR" altLang="en-US" sz="1200">
                <a:latin typeface="Noto Sans KR" panose="020B0200000000000000" pitchFamily="50" charset="-127"/>
                <a:ea typeface="Noto Sans KR" panose="020B0200000000000000" pitchFamily="50" charset="-127"/>
              </a:rPr>
              <a:t>하고 </a:t>
            </a:r>
            <a:r>
              <a:rPr lang="en-US" altLang="ko-KR" sz="1200">
                <a:latin typeface="Noto Sans KR" panose="020B0200000000000000" pitchFamily="50" charset="-127"/>
                <a:ea typeface="Noto Sans KR" panose="020B0200000000000000" pitchFamily="50" charset="-127"/>
              </a:rPr>
              <a:t>CP </a:t>
            </a:r>
            <a:r>
              <a:rPr lang="ko-KR" altLang="en-US" sz="1200">
                <a:latin typeface="Noto Sans KR" panose="020B0200000000000000" pitchFamily="50" charset="-127"/>
                <a:ea typeface="Noto Sans KR" panose="020B0200000000000000" pitchFamily="50" charset="-127"/>
              </a:rPr>
              <a:t>메타표면 유닛셀 설계와 방열 레이돔 </a:t>
            </a:r>
            <a:r>
              <a:rPr lang="en-US" altLang="ko-KR" sz="1200">
                <a:latin typeface="Noto Sans KR" panose="020B0200000000000000" pitchFamily="50" charset="-127"/>
                <a:ea typeface="Noto Sans KR" panose="020B0200000000000000" pitchFamily="50" charset="-127"/>
              </a:rPr>
              <a:t>EM ·</a:t>
            </a:r>
            <a:r>
              <a:rPr lang="ko-KR" altLang="en-US" sz="1200">
                <a:latin typeface="Noto Sans KR" panose="020B0200000000000000" pitchFamily="50" charset="-127"/>
                <a:ea typeface="Noto Sans KR" panose="020B0200000000000000" pitchFamily="50" charset="-127"/>
              </a:rPr>
              <a:t>열 해석</a:t>
            </a:r>
            <a:r>
              <a:rPr lang="en-US" altLang="ko-KR" sz="1200">
                <a:latin typeface="Noto Sans KR" panose="020B0200000000000000" pitchFamily="50" charset="-127"/>
                <a:ea typeface="Noto Sans KR" panose="020B0200000000000000" pitchFamily="50" charset="-127"/>
              </a:rPr>
              <a:t>, </a:t>
            </a:r>
            <a:r>
              <a:rPr lang="ko-KR" altLang="en-US" sz="1200">
                <a:latin typeface="Noto Sans KR" panose="020B0200000000000000" pitchFamily="50" charset="-127"/>
                <a:ea typeface="Noto Sans KR" panose="020B0200000000000000" pitchFamily="50" charset="-127"/>
              </a:rPr>
              <a:t>일체형 통합 구조 검증 수행</a:t>
            </a:r>
            <a:endParaRPr lang="en-US" altLang="ko-KR" sz="1200">
              <a:latin typeface="Noto Sans KR" panose="020B0500000000000000" pitchFamily="34" charset="-127"/>
              <a:ea typeface="Noto Sans KR" panose="020B0500000000000000" pitchFamily="34" charset="-127"/>
            </a:endParaRPr>
          </a:p>
        </p:txBody>
      </p:sp>
      <p:graphicFrame>
        <p:nvGraphicFramePr>
          <p:cNvPr id="2" name="표 1">
            <a:extLst>
              <a:ext uri="{FF2B5EF4-FFF2-40B4-BE49-F238E27FC236}">
                <a16:creationId xmlns:a16="http://schemas.microsoft.com/office/drawing/2014/main" id="{93D1B788-C7EE-5A7C-7E61-4B00FD4BD666}"/>
              </a:ext>
            </a:extLst>
          </p:cNvPr>
          <p:cNvGraphicFramePr>
            <a:graphicFrameLocks noGrp="1"/>
          </p:cNvGraphicFramePr>
          <p:nvPr>
            <p:extLst>
              <p:ext uri="{D42A27DB-BD31-4B8C-83A1-F6EECF244321}">
                <p14:modId xmlns:p14="http://schemas.microsoft.com/office/powerpoint/2010/main" val="2254786337"/>
              </p:ext>
            </p:extLst>
          </p:nvPr>
        </p:nvGraphicFramePr>
        <p:xfrm>
          <a:off x="280494" y="2062008"/>
          <a:ext cx="9250523" cy="4420340"/>
        </p:xfrm>
        <a:graphic>
          <a:graphicData uri="http://schemas.openxmlformats.org/drawingml/2006/table">
            <a:tbl>
              <a:tblPr bandRow="1">
                <a:tableStyleId>{5C22544A-7EE6-4342-B048-85BDC9FD1C3A}</a:tableStyleId>
              </a:tblPr>
              <a:tblGrid>
                <a:gridCol w="1152000">
                  <a:extLst>
                    <a:ext uri="{9D8B030D-6E8A-4147-A177-3AD203B41FA5}">
                      <a16:colId xmlns:a16="http://schemas.microsoft.com/office/drawing/2014/main" val="1503280588"/>
                    </a:ext>
                  </a:extLst>
                </a:gridCol>
                <a:gridCol w="1152000">
                  <a:extLst>
                    <a:ext uri="{9D8B030D-6E8A-4147-A177-3AD203B41FA5}">
                      <a16:colId xmlns:a16="http://schemas.microsoft.com/office/drawing/2014/main" val="2222053110"/>
                    </a:ext>
                  </a:extLst>
                </a:gridCol>
                <a:gridCol w="720771">
                  <a:extLst>
                    <a:ext uri="{9D8B030D-6E8A-4147-A177-3AD203B41FA5}">
                      <a16:colId xmlns:a16="http://schemas.microsoft.com/office/drawing/2014/main" val="3273603050"/>
                    </a:ext>
                  </a:extLst>
                </a:gridCol>
                <a:gridCol w="1393195">
                  <a:extLst>
                    <a:ext uri="{9D8B030D-6E8A-4147-A177-3AD203B41FA5}">
                      <a16:colId xmlns:a16="http://schemas.microsoft.com/office/drawing/2014/main" val="1474730054"/>
                    </a:ext>
                  </a:extLst>
                </a:gridCol>
                <a:gridCol w="811243">
                  <a:extLst>
                    <a:ext uri="{9D8B030D-6E8A-4147-A177-3AD203B41FA5}">
                      <a16:colId xmlns:a16="http://schemas.microsoft.com/office/drawing/2014/main" val="2089420017"/>
                    </a:ext>
                  </a:extLst>
                </a:gridCol>
                <a:gridCol w="944438">
                  <a:extLst>
                    <a:ext uri="{9D8B030D-6E8A-4147-A177-3AD203B41FA5}">
                      <a16:colId xmlns:a16="http://schemas.microsoft.com/office/drawing/2014/main" val="637062443"/>
                    </a:ext>
                  </a:extLst>
                </a:gridCol>
                <a:gridCol w="944438">
                  <a:extLst>
                    <a:ext uri="{9D8B030D-6E8A-4147-A177-3AD203B41FA5}">
                      <a16:colId xmlns:a16="http://schemas.microsoft.com/office/drawing/2014/main" val="3666690853"/>
                    </a:ext>
                  </a:extLst>
                </a:gridCol>
                <a:gridCol w="944438">
                  <a:extLst>
                    <a:ext uri="{9D8B030D-6E8A-4147-A177-3AD203B41FA5}">
                      <a16:colId xmlns:a16="http://schemas.microsoft.com/office/drawing/2014/main" val="1994124729"/>
                    </a:ext>
                  </a:extLst>
                </a:gridCol>
                <a:gridCol w="1188000">
                  <a:extLst>
                    <a:ext uri="{9D8B030D-6E8A-4147-A177-3AD203B41FA5}">
                      <a16:colId xmlns:a16="http://schemas.microsoft.com/office/drawing/2014/main" val="2311491185"/>
                    </a:ext>
                  </a:extLst>
                </a:gridCol>
              </a:tblGrid>
              <a:tr h="259154">
                <a:tc rowSpan="2" gridSpan="2">
                  <a:txBody>
                    <a:bodyPr/>
                    <a:lstStyle/>
                    <a:p>
                      <a:pPr algn="ctr" latinLnBrk="1"/>
                      <a:r>
                        <a:rPr lang="ko-KR" altLang="en-US" sz="1200" b="1">
                          <a:solidFill>
                            <a:schemeClr val="bg1"/>
                          </a:solidFill>
                          <a:latin typeface="Noto Sans KR" panose="020B0200000000000000" pitchFamily="50" charset="-127"/>
                          <a:ea typeface="Noto Sans KR" panose="020B0200000000000000" pitchFamily="50" charset="-127"/>
                        </a:rPr>
                        <a:t>평가항목</a:t>
                      </a:r>
                    </a:p>
                  </a:txBody>
                  <a:tcPr marL="0" marR="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rowSpan="2" hMerge="1">
                  <a:txBody>
                    <a:bodyPr/>
                    <a:lstStyle/>
                    <a:p>
                      <a:pPr latinLnBrk="1"/>
                      <a:endParaRPr lang="ko-KR" altLang="en-US"/>
                    </a:p>
                  </a:txBody>
                  <a:tcPr/>
                </a:tc>
                <a:tc rowSpan="2">
                  <a:txBody>
                    <a:bodyPr/>
                    <a:lstStyle/>
                    <a:p>
                      <a:pPr algn="ctr" latinLnBrk="1"/>
                      <a:r>
                        <a:rPr lang="ko-KR" altLang="en-US" sz="1200" b="1">
                          <a:solidFill>
                            <a:schemeClr val="bg1"/>
                          </a:solidFill>
                          <a:latin typeface="Noto Sans KR" panose="020B0200000000000000" pitchFamily="50" charset="-127"/>
                          <a:ea typeface="Noto Sans KR" panose="020B0200000000000000" pitchFamily="50" charset="-127"/>
                        </a:rPr>
                        <a:t>단위</a:t>
                      </a:r>
                    </a:p>
                  </a:txBody>
                  <a:tcPr marL="0" marR="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rowSpan="2">
                  <a:txBody>
                    <a:bodyPr/>
                    <a:lstStyle/>
                    <a:p>
                      <a:pPr algn="ctr" latinLnBrk="1"/>
                      <a:r>
                        <a:rPr lang="ko-KR" altLang="en-US" sz="1200" b="1">
                          <a:solidFill>
                            <a:schemeClr val="bg1"/>
                          </a:solidFill>
                          <a:latin typeface="Noto Sans KR" panose="020B0200000000000000" pitchFamily="50" charset="-127"/>
                          <a:ea typeface="Noto Sans KR" panose="020B0200000000000000" pitchFamily="50" charset="-127"/>
                        </a:rPr>
                        <a:t>세계 최고수준 보유국</a:t>
                      </a:r>
                      <a:r>
                        <a:rPr lang="en-US" altLang="ko-KR" sz="1200" b="1">
                          <a:solidFill>
                            <a:schemeClr val="bg1"/>
                          </a:solidFill>
                          <a:latin typeface="Noto Sans KR" panose="020B0200000000000000" pitchFamily="50" charset="-127"/>
                          <a:ea typeface="Noto Sans KR" panose="020B0200000000000000" pitchFamily="50" charset="-127"/>
                        </a:rPr>
                        <a:t>/</a:t>
                      </a:r>
                      <a:r>
                        <a:rPr lang="ko-KR" altLang="en-US" sz="1200" b="1">
                          <a:solidFill>
                            <a:schemeClr val="bg1"/>
                          </a:solidFill>
                          <a:latin typeface="Noto Sans KR" panose="020B0200000000000000" pitchFamily="50" charset="-127"/>
                          <a:ea typeface="Noto Sans KR" panose="020B0200000000000000" pitchFamily="50" charset="-127"/>
                        </a:rPr>
                        <a:t>보유기업</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rowSpan="2">
                  <a:txBody>
                    <a:bodyPr/>
                    <a:lstStyle/>
                    <a:p>
                      <a:pPr algn="ctr" latinLnBrk="1"/>
                      <a:r>
                        <a:rPr lang="ko-KR" altLang="en-US" sz="1200" b="1">
                          <a:solidFill>
                            <a:schemeClr val="bg1"/>
                          </a:solidFill>
                          <a:latin typeface="Noto Sans KR" panose="020B0200000000000000" pitchFamily="50" charset="-127"/>
                          <a:ea typeface="Noto Sans KR" panose="020B0200000000000000" pitchFamily="50" charset="-127"/>
                        </a:rPr>
                        <a:t>연구개발 전 </a:t>
                      </a:r>
                      <a:endParaRPr lang="en-US" altLang="ko-KR" sz="1200" b="1">
                        <a:solidFill>
                          <a:schemeClr val="bg1"/>
                        </a:solidFill>
                        <a:latin typeface="Noto Sans KR" panose="020B0200000000000000" pitchFamily="50" charset="-127"/>
                        <a:ea typeface="Noto Sans KR" panose="020B0200000000000000" pitchFamily="50" charset="-127"/>
                      </a:endParaRPr>
                    </a:p>
                    <a:p>
                      <a:pPr algn="ctr" latinLnBrk="1"/>
                      <a:r>
                        <a:rPr lang="ko-KR" altLang="en-US" sz="1200" b="1">
                          <a:solidFill>
                            <a:schemeClr val="bg1"/>
                          </a:solidFill>
                          <a:latin typeface="Noto Sans KR" panose="020B0200000000000000" pitchFamily="50" charset="-127"/>
                          <a:ea typeface="Noto Sans KR" panose="020B0200000000000000" pitchFamily="50" charset="-127"/>
                        </a:rPr>
                        <a:t>국내수준</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gridSpan="3">
                  <a:txBody>
                    <a:bodyPr/>
                    <a:lstStyle/>
                    <a:p>
                      <a:pPr algn="ctr" latinLnBrk="1"/>
                      <a:r>
                        <a:rPr lang="ko-KR" altLang="en-US" sz="1200" b="1">
                          <a:solidFill>
                            <a:schemeClr val="bg1"/>
                          </a:solidFill>
                          <a:latin typeface="Noto Sans KR" panose="020B0200000000000000" pitchFamily="50" charset="-127"/>
                          <a:ea typeface="Noto Sans KR" panose="020B0200000000000000" pitchFamily="50" charset="-127"/>
                        </a:rPr>
                        <a:t>연구개발 목표치</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pPr algn="ctr" latinLnBrk="1"/>
                      <a:endParaRPr lang="ko-KR" altLang="en-US" sz="1000">
                        <a:solidFill>
                          <a:schemeClr val="bg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hMerge="1">
                  <a:txBody>
                    <a:bodyPr/>
                    <a:lstStyle/>
                    <a:p>
                      <a:pPr algn="ctr" latinLnBrk="1"/>
                      <a:endParaRPr lang="ko-KR" altLang="en-US" sz="1000">
                        <a:solidFill>
                          <a:schemeClr val="bg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rowSpan="2">
                  <a:txBody>
                    <a:bodyPr/>
                    <a:lstStyle/>
                    <a:p>
                      <a:pPr algn="ctr" latinLnBrk="1"/>
                      <a:r>
                        <a:rPr lang="ko-KR" altLang="en-US" sz="1200" b="1">
                          <a:solidFill>
                            <a:schemeClr val="bg1"/>
                          </a:solidFill>
                          <a:latin typeface="Noto Sans KR" panose="020B0200000000000000" pitchFamily="50" charset="-127"/>
                          <a:ea typeface="Noto Sans KR" panose="020B0200000000000000" pitchFamily="50" charset="-127"/>
                        </a:rPr>
                        <a:t>평가 방법</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3835403388"/>
                  </a:ext>
                </a:extLst>
              </a:tr>
              <a:tr h="259154">
                <a:tc gridSpan="2" vMerge="1">
                  <a:txBody>
                    <a:bodyPr/>
                    <a:lstStyle/>
                    <a:p>
                      <a:pPr algn="ctr" latinLnBrk="1"/>
                      <a:endParaRPr lang="ko-KR" altLang="en-US" sz="1000">
                        <a:solidFill>
                          <a:schemeClr val="bg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hMerge="1" vMerge="1">
                  <a:txBody>
                    <a:bodyPr/>
                    <a:lstStyle/>
                    <a:p>
                      <a:pPr latinLnBrk="1"/>
                      <a:endParaRPr lang="ko-KR" altLang="en-US"/>
                    </a:p>
                  </a:txBody>
                  <a:tcPr/>
                </a:tc>
                <a:tc vMerge="1">
                  <a:txBody>
                    <a:bodyPr/>
                    <a:lstStyle/>
                    <a:p>
                      <a:pPr algn="ctr" latinLnBrk="1"/>
                      <a:endParaRPr lang="ko-KR" altLang="en-US" sz="1000">
                        <a:solidFill>
                          <a:schemeClr val="bg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vMerge="1">
                  <a:txBody>
                    <a:bodyPr/>
                    <a:lstStyle/>
                    <a:p>
                      <a:pPr algn="ctr" latinLnBrk="1"/>
                      <a:endParaRPr lang="ko-KR" altLang="en-US" sz="1000">
                        <a:solidFill>
                          <a:schemeClr val="bg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vMerge="1">
                  <a:txBody>
                    <a:bodyPr/>
                    <a:lstStyle/>
                    <a:p>
                      <a:pPr algn="ctr" latinLnBrk="1"/>
                      <a:endParaRPr lang="ko-KR" altLang="en-US" sz="1000">
                        <a:solidFill>
                          <a:schemeClr val="bg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latinLnBrk="1"/>
                      <a:r>
                        <a:rPr lang="en-US" altLang="ko-KR" sz="1200" b="1">
                          <a:solidFill>
                            <a:schemeClr val="bg1"/>
                          </a:solidFill>
                          <a:latin typeface="Noto Sans KR" panose="020B0200000000000000" pitchFamily="50" charset="-127"/>
                          <a:ea typeface="Noto Sans KR" panose="020B0200000000000000" pitchFamily="50" charset="-127"/>
                        </a:rPr>
                        <a:t>1</a:t>
                      </a:r>
                      <a:r>
                        <a:rPr lang="ko-KR" altLang="en-US" sz="1200" b="1">
                          <a:solidFill>
                            <a:schemeClr val="bg1"/>
                          </a:solidFill>
                          <a:latin typeface="Noto Sans KR" panose="020B0200000000000000" pitchFamily="50" charset="-127"/>
                          <a:ea typeface="Noto Sans KR" panose="020B0200000000000000" pitchFamily="50" charset="-127"/>
                        </a:rPr>
                        <a:t>단계</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latinLnBrk="1"/>
                      <a:r>
                        <a:rPr lang="en-US" altLang="ko-KR" sz="1200" b="1">
                          <a:solidFill>
                            <a:schemeClr val="bg1"/>
                          </a:solidFill>
                          <a:latin typeface="Noto Sans KR" panose="020B0200000000000000" pitchFamily="50" charset="-127"/>
                          <a:ea typeface="Noto Sans KR" panose="020B0200000000000000" pitchFamily="50" charset="-127"/>
                        </a:rPr>
                        <a:t>2</a:t>
                      </a:r>
                      <a:r>
                        <a:rPr lang="ko-KR" altLang="en-US" sz="1200" b="1">
                          <a:solidFill>
                            <a:schemeClr val="bg1"/>
                          </a:solidFill>
                          <a:latin typeface="Noto Sans KR" panose="020B0200000000000000" pitchFamily="50" charset="-127"/>
                          <a:ea typeface="Noto Sans KR" panose="020B0200000000000000" pitchFamily="50" charset="-127"/>
                        </a:rPr>
                        <a:t>단계</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latinLnBrk="1"/>
                      <a:r>
                        <a:rPr lang="en-US" altLang="ko-KR" sz="1200" b="1">
                          <a:solidFill>
                            <a:schemeClr val="bg1"/>
                          </a:solidFill>
                          <a:latin typeface="Noto Sans KR" panose="020B0200000000000000" pitchFamily="50" charset="-127"/>
                          <a:ea typeface="Noto Sans KR" panose="020B0200000000000000" pitchFamily="50" charset="-127"/>
                        </a:rPr>
                        <a:t>3</a:t>
                      </a:r>
                      <a:r>
                        <a:rPr lang="ko-KR" altLang="en-US" sz="1200" b="1">
                          <a:solidFill>
                            <a:schemeClr val="bg1"/>
                          </a:solidFill>
                          <a:latin typeface="Noto Sans KR" panose="020B0200000000000000" pitchFamily="50" charset="-127"/>
                          <a:ea typeface="Noto Sans KR" panose="020B0200000000000000" pitchFamily="50" charset="-127"/>
                        </a:rPr>
                        <a:t>단계</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vMerge="1">
                  <a:txBody>
                    <a:bodyPr/>
                    <a:lstStyle/>
                    <a:p>
                      <a:pPr algn="ctr" latinLnBrk="1"/>
                      <a:endParaRPr lang="ko-KR" altLang="en-US" sz="1000">
                        <a:solidFill>
                          <a:schemeClr val="bg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1492181962"/>
                  </a:ext>
                </a:extLst>
              </a:tr>
              <a:tr h="259154">
                <a:tc rowSpan="2">
                  <a:txBody>
                    <a:bodyPr/>
                    <a:lstStyle/>
                    <a:p>
                      <a:pPr marL="0" indent="0" algn="ctr" latinLnBrk="1">
                        <a:buFontTx/>
                        <a:buNone/>
                      </a:pPr>
                      <a:r>
                        <a:rPr lang="en-US" altLang="ko-KR" sz="1200" b="1">
                          <a:solidFill>
                            <a:schemeClr val="bg1"/>
                          </a:solidFill>
                          <a:latin typeface="Noto Sans KR" panose="020B0200000000000000" pitchFamily="50" charset="-127"/>
                          <a:ea typeface="Noto Sans KR" panose="020B0200000000000000" pitchFamily="50" charset="-127"/>
                        </a:rPr>
                        <a:t>1. </a:t>
                      </a:r>
                      <a:r>
                        <a:rPr lang="ko-KR" altLang="en-US" sz="1200" b="1">
                          <a:solidFill>
                            <a:schemeClr val="bg1"/>
                          </a:solidFill>
                          <a:latin typeface="Noto Sans KR" panose="020B0200000000000000" pitchFamily="50" charset="-127"/>
                          <a:ea typeface="Noto Sans KR" panose="020B0200000000000000" pitchFamily="50" charset="-127"/>
                        </a:rPr>
                        <a:t>동작주파수</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latinLnBrk="1"/>
                      <a:r>
                        <a:rPr lang="en-US" altLang="ko-KR" sz="1200" b="1">
                          <a:solidFill>
                            <a:schemeClr val="bg1"/>
                          </a:solidFill>
                          <a:latin typeface="Noto Sans KR" panose="020B0200000000000000" pitchFamily="50" charset="-127"/>
                          <a:ea typeface="Noto Sans KR" panose="020B0200000000000000" pitchFamily="50" charset="-127"/>
                        </a:rPr>
                        <a:t>Rx</a:t>
                      </a:r>
                      <a:endParaRPr lang="ko-KR" altLang="en-US" sz="1200" b="1">
                        <a:solidFill>
                          <a:schemeClr val="bg1"/>
                        </a:solidFill>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GHz</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17.2 – 21.2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17.7 – 21.2</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18.5 – 20.5</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18 – 21</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17.7 – 21.2</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공인 시험성적서</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98694062"/>
                  </a:ext>
                </a:extLst>
              </a:tr>
              <a:tr h="259154">
                <a:tc vMerge="1">
                  <a:txBody>
                    <a:bodyPr/>
                    <a:lstStyle/>
                    <a:p>
                      <a:pPr algn="ctr" latinLnBrk="1"/>
                      <a:endParaRPr lang="ko-KR" altLang="en-US" sz="1000">
                        <a:solidFill>
                          <a:schemeClr val="bg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latinLnBrk="1"/>
                      <a:r>
                        <a:rPr lang="en-US" altLang="ko-KR" sz="1200" b="1">
                          <a:solidFill>
                            <a:schemeClr val="bg1"/>
                          </a:solidFill>
                          <a:latin typeface="Noto Sans KR" panose="020B0200000000000000" pitchFamily="50" charset="-127"/>
                          <a:ea typeface="Noto Sans KR" panose="020B0200000000000000" pitchFamily="50" charset="-127"/>
                        </a:rPr>
                        <a:t>Tx</a:t>
                      </a:r>
                      <a:endParaRPr lang="ko-KR" altLang="en-US" sz="1200" b="1">
                        <a:solidFill>
                          <a:schemeClr val="bg1"/>
                        </a:solidFill>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GHz</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27.5 – 31</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27.5 – 31</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28 – 30</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27.5 – 30</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27.5 – 31</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공인 시험성적서</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45530557"/>
                  </a:ext>
                </a:extLst>
              </a:tr>
              <a:tr h="259154">
                <a:tc gridSpan="2">
                  <a:txBody>
                    <a:bodyPr/>
                    <a:lstStyle/>
                    <a:p>
                      <a:pPr algn="ctr" latinLnBrk="1"/>
                      <a:r>
                        <a:rPr lang="en-US" altLang="ko-KR" sz="1200" b="1">
                          <a:solidFill>
                            <a:schemeClr val="bg1"/>
                          </a:solidFill>
                          <a:latin typeface="Noto Sans KR" panose="020B0200000000000000" pitchFamily="50" charset="-127"/>
                          <a:ea typeface="Noto Sans KR" panose="020B0200000000000000" pitchFamily="50" charset="-127"/>
                        </a:rPr>
                        <a:t>2. </a:t>
                      </a:r>
                      <a:r>
                        <a:rPr lang="ko-KR" altLang="en-US" sz="1200" b="1">
                          <a:solidFill>
                            <a:schemeClr val="bg1"/>
                          </a:solidFill>
                          <a:latin typeface="Noto Sans KR" panose="020B0200000000000000" pitchFamily="50" charset="-127"/>
                          <a:ea typeface="Noto Sans KR" panose="020B0200000000000000" pitchFamily="50" charset="-127"/>
                        </a:rPr>
                        <a:t>안테나 이득</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pPr latinLnBrk="1"/>
                      <a:endParaRPr lang="ko-KR" altLang="en-US"/>
                    </a:p>
                  </a:txBody>
                  <a:tcPr/>
                </a:tc>
                <a:tc>
                  <a:txBody>
                    <a:bodyPr/>
                    <a:lstStyle/>
                    <a:p>
                      <a:pPr algn="ctr" latinLnBrk="1"/>
                      <a:r>
                        <a:rPr lang="en-US" altLang="ko-KR" sz="1000">
                          <a:latin typeface="Noto Sans KR" panose="020B0200000000000000" pitchFamily="50" charset="-127"/>
                          <a:ea typeface="Noto Sans KR" panose="020B0200000000000000" pitchFamily="50" charset="-127"/>
                        </a:rPr>
                        <a:t>dBi</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27 </a:t>
                      </a:r>
                    </a:p>
                    <a:p>
                      <a:pPr algn="ctr" latinLnBrk="1"/>
                      <a:r>
                        <a:rPr lang="en-US" altLang="ko-KR" sz="1000">
                          <a:latin typeface="Noto Sans KR" panose="020B0200000000000000" pitchFamily="50" charset="-127"/>
                          <a:ea typeface="Noto Sans KR" panose="020B0200000000000000" pitchFamily="50" charset="-127"/>
                        </a:rPr>
                        <a:t>(</a:t>
                      </a:r>
                      <a:r>
                        <a:rPr lang="ko-KR" altLang="en-US" sz="1000">
                          <a:latin typeface="Noto Sans KR" panose="020B0200000000000000" pitchFamily="50" charset="-127"/>
                          <a:ea typeface="Noto Sans KR" panose="020B0200000000000000" pitchFamily="50" charset="-127"/>
                        </a:rPr>
                        <a:t>미국</a:t>
                      </a:r>
                      <a:r>
                        <a:rPr lang="en-US" altLang="ko-KR" sz="1000">
                          <a:latin typeface="Noto Sans KR" panose="020B0200000000000000" pitchFamily="50" charset="-127"/>
                          <a:ea typeface="Noto Sans KR" panose="020B0200000000000000" pitchFamily="50" charset="-127"/>
                        </a:rPr>
                        <a:t>/Anokiwave)</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a:t>
                      </a:r>
                      <a:r>
                        <a:rPr lang="en-US" altLang="ko-KR" sz="1000">
                          <a:latin typeface="Noto Sans KR" panose="020B0200000000000000" pitchFamily="50" charset="-127"/>
                          <a:ea typeface="Noto Sans KR" panose="020B0200000000000000" pitchFamily="50" charset="-127"/>
                        </a:rPr>
                        <a:t>9</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a:t>
                      </a:r>
                      <a:r>
                        <a:rPr lang="en-US" altLang="ko-KR" sz="1000">
                          <a:latin typeface="Noto Sans KR" panose="020B0200000000000000" pitchFamily="50" charset="-127"/>
                          <a:ea typeface="Noto Sans KR" panose="020B0200000000000000" pitchFamily="50" charset="-127"/>
                        </a:rPr>
                        <a:t>24</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a:t>
                      </a:r>
                      <a:r>
                        <a:rPr lang="en-US" altLang="ko-KR" sz="1000">
                          <a:latin typeface="Noto Sans KR" panose="020B0200000000000000" pitchFamily="50" charset="-127"/>
                          <a:ea typeface="Noto Sans KR" panose="020B0200000000000000" pitchFamily="50" charset="-127"/>
                        </a:rPr>
                        <a:t>27</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공인 시험성적서</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96838133"/>
                  </a:ext>
                </a:extLst>
              </a:tr>
              <a:tr h="259154">
                <a:tc gridSpan="2">
                  <a:txBody>
                    <a:bodyPr/>
                    <a:lstStyle/>
                    <a:p>
                      <a:pPr algn="ctr" latinLnBrk="1"/>
                      <a:r>
                        <a:rPr lang="en-US" altLang="ko-KR" sz="1200" b="1">
                          <a:solidFill>
                            <a:schemeClr val="bg1"/>
                          </a:solidFill>
                          <a:latin typeface="Noto Sans KR" panose="020B0200000000000000" pitchFamily="50" charset="-127"/>
                          <a:ea typeface="Noto Sans KR" panose="020B0200000000000000" pitchFamily="50" charset="-127"/>
                        </a:rPr>
                        <a:t>3. </a:t>
                      </a:r>
                      <a:r>
                        <a:rPr lang="ko-KR" altLang="en-US" sz="1200" b="1">
                          <a:solidFill>
                            <a:schemeClr val="bg1"/>
                          </a:solidFill>
                          <a:latin typeface="Noto Sans KR" panose="020B0200000000000000" pitchFamily="50" charset="-127"/>
                          <a:ea typeface="Noto Sans KR" panose="020B0200000000000000" pitchFamily="50" charset="-127"/>
                        </a:rPr>
                        <a:t>빔 조향 범위</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pPr latinLnBrk="1"/>
                      <a:endParaRPr lang="ko-KR" altLang="en-US"/>
                    </a:p>
                  </a:txBody>
                  <a:tcPr/>
                </a:tc>
                <a:tc>
                  <a:txBody>
                    <a:bodyPr/>
                    <a:lstStyle/>
                    <a:p>
                      <a:pPr algn="ctr" latinLnBrk="1"/>
                      <a:r>
                        <a:rPr lang="en-US" altLang="ko-KR" sz="1000">
                          <a:latin typeface="Noto Sans KR" panose="020B0200000000000000" pitchFamily="50" charset="-127"/>
                          <a:ea typeface="Noto Sans KR" panose="020B0200000000000000" pitchFamily="50" charset="-127"/>
                        </a:rPr>
                        <a:t>degree</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65</a:t>
                      </a:r>
                    </a:p>
                    <a:p>
                      <a:pPr algn="ctr" latinLnBrk="1"/>
                      <a:r>
                        <a:rPr lang="en-US" altLang="ko-KR" sz="1000">
                          <a:latin typeface="Noto Sans KR" panose="020B0200000000000000" pitchFamily="50" charset="-127"/>
                          <a:ea typeface="Noto Sans KR" panose="020B0200000000000000" pitchFamily="50" charset="-127"/>
                        </a:rPr>
                        <a:t>(</a:t>
                      </a:r>
                      <a:r>
                        <a:rPr lang="ko-KR" altLang="en-US" sz="1000">
                          <a:latin typeface="Noto Sans KR" panose="020B0200000000000000" pitchFamily="50" charset="-127"/>
                          <a:ea typeface="Noto Sans KR" panose="020B0200000000000000" pitchFamily="50" charset="-127"/>
                        </a:rPr>
                        <a:t>미국</a:t>
                      </a:r>
                      <a:r>
                        <a:rPr lang="en-US" altLang="ko-KR" sz="1000">
                          <a:latin typeface="Noto Sans KR" panose="020B0200000000000000" pitchFamily="50" charset="-127"/>
                          <a:ea typeface="Noto Sans KR" panose="020B0200000000000000" pitchFamily="50" charset="-127"/>
                        </a:rPr>
                        <a:t>/SpaceX)</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a:t>
                      </a:r>
                      <a:r>
                        <a:rPr lang="en-US" altLang="ko-KR" sz="1000">
                          <a:latin typeface="Noto Sans KR" panose="020B0200000000000000" pitchFamily="50" charset="-127"/>
                          <a:ea typeface="Noto Sans KR" panose="020B0200000000000000" pitchFamily="50" charset="-127"/>
                        </a:rPr>
                        <a:t>40</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a:t>
                      </a:r>
                      <a:r>
                        <a:rPr lang="en-US" altLang="ko-KR" sz="1000">
                          <a:latin typeface="Noto Sans KR" panose="020B0200000000000000" pitchFamily="50" charset="-127"/>
                          <a:ea typeface="Noto Sans KR" panose="020B0200000000000000" pitchFamily="50" charset="-127"/>
                        </a:rPr>
                        <a:t>55</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a:t>
                      </a:r>
                      <a:r>
                        <a:rPr lang="en-US" altLang="ko-KR" sz="1000">
                          <a:latin typeface="Noto Sans KR" panose="020B0200000000000000" pitchFamily="50" charset="-127"/>
                          <a:ea typeface="Noto Sans KR" panose="020B0200000000000000" pitchFamily="50" charset="-127"/>
                        </a:rPr>
                        <a:t>65</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공인 시험성적서</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70467770"/>
                  </a:ext>
                </a:extLst>
              </a:tr>
              <a:tr h="259154">
                <a:tc gridSpan="2">
                  <a:txBody>
                    <a:bodyPr/>
                    <a:lstStyle/>
                    <a:p>
                      <a:pPr algn="ctr" latinLnBrk="1"/>
                      <a:r>
                        <a:rPr lang="en-US" altLang="ko-KR" sz="1200" b="1">
                          <a:solidFill>
                            <a:schemeClr val="bg1"/>
                          </a:solidFill>
                          <a:latin typeface="Noto Sans KR" panose="020B0200000000000000" pitchFamily="50" charset="-127"/>
                          <a:ea typeface="Noto Sans KR" panose="020B0200000000000000" pitchFamily="50" charset="-127"/>
                        </a:rPr>
                        <a:t>4. ERIP</a:t>
                      </a:r>
                      <a:endParaRPr lang="ko-KR" altLang="en-US" sz="1200" b="1">
                        <a:solidFill>
                          <a:schemeClr val="bg1"/>
                        </a:solidFill>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pPr latinLnBrk="1"/>
                      <a:endParaRPr lang="ko-KR" altLang="en-US"/>
                    </a:p>
                  </a:txBody>
                  <a:tcPr/>
                </a:tc>
                <a:tc>
                  <a:txBody>
                    <a:bodyPr/>
                    <a:lstStyle/>
                    <a:p>
                      <a:pPr algn="ctr" latinLnBrk="1"/>
                      <a:r>
                        <a:rPr lang="en-US" altLang="ko-KR" sz="1000">
                          <a:latin typeface="Noto Sans KR" panose="020B0200000000000000" pitchFamily="50" charset="-127"/>
                          <a:ea typeface="Noto Sans KR" panose="020B0200000000000000" pitchFamily="50" charset="-127"/>
                        </a:rPr>
                        <a:t>dBW</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30</a:t>
                      </a:r>
                    </a:p>
                    <a:p>
                      <a:pPr algn="ctr" latinLnBrk="1"/>
                      <a:r>
                        <a:rPr lang="en-US" altLang="ko-KR" sz="1000">
                          <a:latin typeface="Noto Sans KR" panose="020B0200000000000000" pitchFamily="50" charset="-127"/>
                          <a:ea typeface="Noto Sans KR" panose="020B0200000000000000" pitchFamily="50" charset="-127"/>
                        </a:rPr>
                        <a:t>(</a:t>
                      </a:r>
                      <a:r>
                        <a:rPr lang="ko-KR" altLang="en-US" sz="1000">
                          <a:latin typeface="Noto Sans KR" panose="020B0200000000000000" pitchFamily="50" charset="-127"/>
                          <a:ea typeface="Noto Sans KR" panose="020B0200000000000000" pitchFamily="50" charset="-127"/>
                        </a:rPr>
                        <a:t>미국</a:t>
                      </a:r>
                      <a:r>
                        <a:rPr lang="en-US" altLang="ko-KR" sz="1000">
                          <a:latin typeface="Noto Sans KR" panose="020B0200000000000000" pitchFamily="50" charset="-127"/>
                          <a:ea typeface="Noto Sans KR" panose="020B0200000000000000" pitchFamily="50" charset="-127"/>
                        </a:rPr>
                        <a:t>/Anokiwave)</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a:t>
                      </a:r>
                      <a:r>
                        <a:rPr lang="en-US" altLang="ko-KR" sz="1000">
                          <a:latin typeface="Noto Sans KR" panose="020B0200000000000000" pitchFamily="50" charset="-127"/>
                          <a:ea typeface="Noto Sans KR" panose="020B0200000000000000" pitchFamily="50" charset="-127"/>
                        </a:rPr>
                        <a:t>12</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a:t>
                      </a:r>
                      <a:r>
                        <a:rPr lang="en-US" altLang="ko-KR" sz="1000">
                          <a:latin typeface="Noto Sans KR" panose="020B0200000000000000" pitchFamily="50" charset="-127"/>
                          <a:ea typeface="Noto Sans KR" panose="020B0200000000000000" pitchFamily="50" charset="-127"/>
                        </a:rPr>
                        <a:t>28</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a:t>
                      </a:r>
                      <a:r>
                        <a:rPr lang="en-US" altLang="ko-KR" sz="1000">
                          <a:latin typeface="Noto Sans KR" panose="020B0200000000000000" pitchFamily="50" charset="-127"/>
                          <a:ea typeface="Noto Sans KR" panose="020B0200000000000000" pitchFamily="50" charset="-127"/>
                        </a:rPr>
                        <a:t>30</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공인 시험성적서</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33896583"/>
                  </a:ext>
                </a:extLst>
              </a:tr>
              <a:tr h="259154">
                <a:tc>
                  <a:txBody>
                    <a:bodyPr/>
                    <a:lstStyle/>
                    <a:p>
                      <a:pPr algn="ctr" latinLnBrk="1"/>
                      <a:r>
                        <a:rPr lang="en-US" altLang="ko-KR" sz="1200" b="1">
                          <a:solidFill>
                            <a:schemeClr val="bg1"/>
                          </a:solidFill>
                          <a:latin typeface="Noto Sans KR" panose="020B0200000000000000" pitchFamily="50" charset="-127"/>
                          <a:ea typeface="Noto Sans KR" panose="020B0200000000000000" pitchFamily="50" charset="-127"/>
                        </a:rPr>
                        <a:t>5. </a:t>
                      </a:r>
                      <a:r>
                        <a:rPr lang="ko-KR" altLang="en-US" sz="1200" b="1">
                          <a:solidFill>
                            <a:schemeClr val="bg1"/>
                          </a:solidFill>
                          <a:latin typeface="Noto Sans KR" panose="020B0200000000000000" pitchFamily="50" charset="-127"/>
                          <a:ea typeface="Noto Sans KR" panose="020B0200000000000000" pitchFamily="50" charset="-127"/>
                        </a:rPr>
                        <a:t>배열 규모</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latinLnBrk="1"/>
                      <a:r>
                        <a:rPr lang="en-US" altLang="ko-KR" sz="1200" b="1">
                          <a:solidFill>
                            <a:schemeClr val="bg1"/>
                          </a:solidFill>
                          <a:latin typeface="Noto Sans KR" panose="020B0200000000000000" pitchFamily="50" charset="-127"/>
                          <a:ea typeface="Noto Sans KR" panose="020B0200000000000000" pitchFamily="50" charset="-127"/>
                        </a:rPr>
                        <a:t>Rx</a:t>
                      </a:r>
                      <a:endParaRPr lang="ko-KR" altLang="en-US" sz="1200" b="1">
                        <a:solidFill>
                          <a:schemeClr val="bg1"/>
                        </a:solidFill>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a:t>
                      </a:r>
                      <a:r>
                        <a:rPr lang="en-US" altLang="ko-KR" sz="1000">
                          <a:latin typeface="Noto Sans KR" panose="020B0200000000000000" pitchFamily="50" charset="-127"/>
                          <a:ea typeface="Noto Sans KR" panose="020B0200000000000000" pitchFamily="50" charset="-127"/>
                        </a:rPr>
                        <a:t>4</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a:t>
                      </a:r>
                      <a:r>
                        <a:rPr lang="en-US" altLang="ko-KR" sz="1000">
                          <a:latin typeface="Noto Sans KR" panose="020B0200000000000000" pitchFamily="50" charset="-127"/>
                          <a:ea typeface="Noto Sans KR" panose="020B0200000000000000" pitchFamily="50" charset="-127"/>
                        </a:rPr>
                        <a:t>256</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a:t>
                      </a:r>
                      <a:r>
                        <a:rPr lang="en-US" altLang="ko-KR" sz="1000">
                          <a:latin typeface="Noto Sans KR" panose="020B0200000000000000" pitchFamily="50" charset="-127"/>
                          <a:ea typeface="Noto Sans KR" panose="020B0200000000000000" pitchFamily="50" charset="-127"/>
                        </a:rPr>
                        <a:t>512</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공인 시험성적서</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35513060"/>
                  </a:ext>
                </a:extLst>
              </a:tr>
              <a:tr h="259154">
                <a:tc>
                  <a:txBody>
                    <a:bodyPr/>
                    <a:lstStyle/>
                    <a:p>
                      <a:pPr algn="ctr" latinLnBrk="1"/>
                      <a:endParaRPr lang="ko-KR" altLang="en-US" sz="1200" b="1">
                        <a:solidFill>
                          <a:schemeClr val="bg1"/>
                        </a:solidFill>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latinLnBrk="1"/>
                      <a:r>
                        <a:rPr lang="en-US" altLang="ko-KR" sz="1200" b="1">
                          <a:solidFill>
                            <a:schemeClr val="bg1"/>
                          </a:solidFill>
                          <a:latin typeface="Noto Sans KR" panose="020B0200000000000000" pitchFamily="50" charset="-127"/>
                          <a:ea typeface="Noto Sans KR" panose="020B0200000000000000" pitchFamily="50" charset="-127"/>
                        </a:rPr>
                        <a:t>Tx</a:t>
                      </a:r>
                      <a:endParaRPr lang="ko-KR" altLang="en-US" sz="1200" b="1">
                        <a:solidFill>
                          <a:schemeClr val="bg1"/>
                        </a:solidFill>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a:t>
                      </a:r>
                      <a:r>
                        <a:rPr lang="en-US" altLang="ko-KR" sz="1000">
                          <a:latin typeface="Noto Sans KR" panose="020B0200000000000000" pitchFamily="50" charset="-127"/>
                          <a:ea typeface="Noto Sans KR" panose="020B0200000000000000" pitchFamily="50" charset="-127"/>
                        </a:rPr>
                        <a:t>64</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a:t>
                      </a:r>
                      <a:r>
                        <a:rPr lang="en-US" altLang="ko-KR" sz="1000">
                          <a:latin typeface="Noto Sans KR" panose="020B0200000000000000" pitchFamily="50" charset="-127"/>
                          <a:ea typeface="Noto Sans KR" panose="020B0200000000000000" pitchFamily="50" charset="-127"/>
                        </a:rPr>
                        <a:t>512</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a:t>
                      </a:r>
                      <a:r>
                        <a:rPr lang="en-US" altLang="ko-KR" sz="1000">
                          <a:latin typeface="Noto Sans KR" panose="020B0200000000000000" pitchFamily="50" charset="-127"/>
                          <a:ea typeface="Noto Sans KR" panose="020B0200000000000000" pitchFamily="50" charset="-127"/>
                        </a:rPr>
                        <a:t>1024</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공인 시험성적서</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61844338"/>
                  </a:ext>
                </a:extLst>
              </a:tr>
              <a:tr h="259154">
                <a:tc gridSpan="2">
                  <a:txBody>
                    <a:bodyPr/>
                    <a:lstStyle/>
                    <a:p>
                      <a:pPr algn="ctr" latinLnBrk="1"/>
                      <a:r>
                        <a:rPr lang="en-US" altLang="ko-KR" sz="1200" b="1">
                          <a:solidFill>
                            <a:schemeClr val="bg1"/>
                          </a:solidFill>
                          <a:latin typeface="Noto Sans KR" panose="020B0200000000000000" pitchFamily="50" charset="-127"/>
                          <a:ea typeface="Noto Sans KR" panose="020B0200000000000000" pitchFamily="50" charset="-127"/>
                        </a:rPr>
                        <a:t>6. VSWR</a:t>
                      </a:r>
                      <a:endParaRPr lang="ko-KR" altLang="en-US" sz="1200" b="1">
                        <a:solidFill>
                          <a:schemeClr val="bg1"/>
                        </a:solidFill>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pPr latinLnBrk="1"/>
                      <a:endParaRPr lang="ko-KR" altLang="en-US"/>
                    </a:p>
                  </a:txBody>
                  <a:tcPr/>
                </a:tc>
                <a:tc>
                  <a:txBody>
                    <a:bodyPr/>
                    <a:lstStyle/>
                    <a:p>
                      <a:pPr algn="ctr" latinLnBrk="1"/>
                      <a:r>
                        <a:rPr lang="en-US" altLang="ko-KR" sz="1000">
                          <a:latin typeface="Noto Sans KR" panose="020B0200000000000000" pitchFamily="50" charset="-127"/>
                          <a:ea typeface="Noto Sans KR" panose="020B0200000000000000" pitchFamily="50" charset="-127"/>
                        </a:rPr>
                        <a:t>-</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a:t>
                      </a:r>
                      <a:r>
                        <a:rPr lang="en-US" altLang="ko-KR" sz="1000">
                          <a:latin typeface="Noto Sans KR" panose="020B0200000000000000" pitchFamily="50" charset="-127"/>
                          <a:ea typeface="Noto Sans KR" panose="020B0200000000000000" pitchFamily="50" charset="-127"/>
                        </a:rPr>
                        <a:t>2.5:1</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a:t>
                      </a:r>
                      <a:r>
                        <a:rPr lang="en-US" altLang="ko-KR" sz="1000">
                          <a:latin typeface="Noto Sans KR" panose="020B0200000000000000" pitchFamily="50" charset="-127"/>
                          <a:ea typeface="Noto Sans KR" panose="020B0200000000000000" pitchFamily="50" charset="-127"/>
                        </a:rPr>
                        <a:t>2:1</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a:t>
                      </a:r>
                      <a:r>
                        <a:rPr lang="en-US" altLang="ko-KR" sz="1000">
                          <a:latin typeface="Noto Sans KR" panose="020B0200000000000000" pitchFamily="50" charset="-127"/>
                          <a:ea typeface="Noto Sans KR" panose="020B0200000000000000" pitchFamily="50" charset="-127"/>
                        </a:rPr>
                        <a:t>2:1</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공인 시험성적서</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2287236"/>
                  </a:ext>
                </a:extLst>
              </a:tr>
              <a:tr h="259154">
                <a:tc gridSpan="2">
                  <a:txBody>
                    <a:bodyPr/>
                    <a:lstStyle/>
                    <a:p>
                      <a:pPr algn="ctr" latinLnBrk="1"/>
                      <a:r>
                        <a:rPr lang="en-US" altLang="ko-KR" sz="1200" b="1">
                          <a:solidFill>
                            <a:schemeClr val="bg1"/>
                          </a:solidFill>
                          <a:latin typeface="Noto Sans KR" panose="020B0200000000000000" pitchFamily="50" charset="-127"/>
                          <a:ea typeface="Noto Sans KR" panose="020B0200000000000000" pitchFamily="50" charset="-127"/>
                        </a:rPr>
                        <a:t>7. </a:t>
                      </a:r>
                      <a:r>
                        <a:rPr lang="ko-KR" altLang="en-US" sz="1200" b="1">
                          <a:solidFill>
                            <a:schemeClr val="bg1"/>
                          </a:solidFill>
                          <a:latin typeface="Noto Sans KR" panose="020B0200000000000000" pitchFamily="50" charset="-127"/>
                          <a:ea typeface="Noto Sans KR" panose="020B0200000000000000" pitchFamily="50" charset="-127"/>
                        </a:rPr>
                        <a:t>격리도</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pPr latinLnBrk="1"/>
                      <a:endParaRPr lang="ko-KR" altLang="en-US"/>
                    </a:p>
                  </a:txBody>
                  <a:tcPr/>
                </a:tc>
                <a:tc>
                  <a:txBody>
                    <a:bodyPr/>
                    <a:lstStyle/>
                    <a:p>
                      <a:pPr algn="ctr" latinLnBrk="1"/>
                      <a:r>
                        <a:rPr lang="en-US" altLang="ko-KR" sz="1000">
                          <a:latin typeface="Noto Sans KR" panose="020B0200000000000000" pitchFamily="50" charset="-127"/>
                          <a:ea typeface="Noto Sans KR" panose="020B0200000000000000" pitchFamily="50" charset="-127"/>
                        </a:rPr>
                        <a:t>dB</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a:t>
                      </a:r>
                      <a:r>
                        <a:rPr lang="en-US" altLang="ko-KR" sz="1000">
                          <a:latin typeface="Noto Sans KR" panose="020B0200000000000000" pitchFamily="50" charset="-127"/>
                          <a:ea typeface="Noto Sans KR" panose="020B0200000000000000" pitchFamily="50" charset="-127"/>
                        </a:rPr>
                        <a:t>15</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a:t>
                      </a:r>
                      <a:r>
                        <a:rPr lang="en-US" altLang="ko-KR" sz="1000">
                          <a:latin typeface="Noto Sans KR" panose="020B0200000000000000" pitchFamily="50" charset="-127"/>
                          <a:ea typeface="Noto Sans KR" panose="020B0200000000000000" pitchFamily="50" charset="-127"/>
                        </a:rPr>
                        <a:t>20</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a:t>
                      </a:r>
                      <a:r>
                        <a:rPr lang="en-US" altLang="ko-KR" sz="1000">
                          <a:latin typeface="Noto Sans KR" panose="020B0200000000000000" pitchFamily="50" charset="-127"/>
                          <a:ea typeface="Noto Sans KR" panose="020B0200000000000000" pitchFamily="50" charset="-127"/>
                        </a:rPr>
                        <a:t>20</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공인 시험성적서</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63964306"/>
                  </a:ext>
                </a:extLst>
              </a:tr>
              <a:tr h="259154">
                <a:tc gridSpan="2">
                  <a:txBody>
                    <a:bodyPr/>
                    <a:lstStyle/>
                    <a:p>
                      <a:pPr algn="ctr" latinLnBrk="1"/>
                      <a:r>
                        <a:rPr lang="en-US" altLang="ko-KR" sz="1200" b="1">
                          <a:solidFill>
                            <a:schemeClr val="bg1"/>
                          </a:solidFill>
                          <a:latin typeface="Noto Sans KR" panose="020B0200000000000000" pitchFamily="50" charset="-127"/>
                          <a:ea typeface="Noto Sans KR" panose="020B0200000000000000" pitchFamily="50" charset="-127"/>
                        </a:rPr>
                        <a:t>8. </a:t>
                      </a:r>
                      <a:r>
                        <a:rPr lang="ko-KR" altLang="en-US" sz="1200" b="1">
                          <a:solidFill>
                            <a:schemeClr val="bg1"/>
                          </a:solidFill>
                          <a:latin typeface="Noto Sans KR" panose="020B0200000000000000" pitchFamily="50" charset="-127"/>
                          <a:ea typeface="Noto Sans KR" panose="020B0200000000000000" pitchFamily="50" charset="-127"/>
                        </a:rPr>
                        <a:t>급전 망 손실</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pPr latinLnBrk="1"/>
                      <a:endParaRPr lang="ko-KR" altLang="en-US"/>
                    </a:p>
                  </a:txBody>
                  <a:tcPr/>
                </a:tc>
                <a:tc>
                  <a:txBody>
                    <a:bodyPr/>
                    <a:lstStyle/>
                    <a:p>
                      <a:pPr algn="ctr" latinLnBrk="1"/>
                      <a:r>
                        <a:rPr lang="en-US" altLang="ko-KR" sz="1000">
                          <a:latin typeface="Noto Sans KR" panose="020B0200000000000000" pitchFamily="50" charset="-127"/>
                          <a:ea typeface="Noto Sans KR" panose="020B0200000000000000" pitchFamily="50" charset="-127"/>
                        </a:rPr>
                        <a:t>dB</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a:t>
                      </a:r>
                      <a:r>
                        <a:rPr lang="en-US" altLang="ko-KR" sz="1000">
                          <a:latin typeface="Noto Sans KR" panose="020B0200000000000000" pitchFamily="50" charset="-127"/>
                          <a:ea typeface="Noto Sans KR" panose="020B0200000000000000" pitchFamily="50" charset="-127"/>
                        </a:rPr>
                        <a:t>4</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a:t>
                      </a:r>
                      <a:r>
                        <a:rPr lang="en-US" altLang="ko-KR" sz="1000">
                          <a:latin typeface="Noto Sans KR" panose="020B0200000000000000" pitchFamily="50" charset="-127"/>
                          <a:ea typeface="Noto Sans KR" panose="020B0200000000000000" pitchFamily="50" charset="-127"/>
                        </a:rPr>
                        <a:t>3</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a:t>
                      </a:r>
                      <a:r>
                        <a:rPr lang="en-US" altLang="ko-KR" sz="1000">
                          <a:latin typeface="Noto Sans KR" panose="020B0200000000000000" pitchFamily="50" charset="-127"/>
                          <a:ea typeface="Noto Sans KR" panose="020B0200000000000000" pitchFamily="50" charset="-127"/>
                        </a:rPr>
                        <a:t>2</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공인 시험성적서</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97946394"/>
                  </a:ext>
                </a:extLst>
              </a:tr>
              <a:tr h="259154">
                <a:tc gridSpan="2">
                  <a:txBody>
                    <a:bodyPr/>
                    <a:lstStyle/>
                    <a:p>
                      <a:pPr algn="ctr" latinLnBrk="1"/>
                      <a:r>
                        <a:rPr lang="en-US" altLang="ko-KR" sz="1200" b="1">
                          <a:solidFill>
                            <a:schemeClr val="bg1"/>
                          </a:solidFill>
                          <a:latin typeface="Noto Sans KR" panose="020B0200000000000000" pitchFamily="50" charset="-127"/>
                          <a:ea typeface="Noto Sans KR" panose="020B0200000000000000" pitchFamily="50" charset="-127"/>
                        </a:rPr>
                        <a:t>9. SLL</a:t>
                      </a:r>
                      <a:endParaRPr lang="ko-KR" altLang="en-US" sz="1200" b="1">
                        <a:solidFill>
                          <a:schemeClr val="bg1"/>
                        </a:solidFill>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pPr latinLnBrk="1"/>
                      <a:endParaRPr lang="ko-KR" altLang="en-US"/>
                    </a:p>
                  </a:txBody>
                  <a:tcPr/>
                </a:tc>
                <a:tc>
                  <a:txBody>
                    <a:bodyPr/>
                    <a:lstStyle/>
                    <a:p>
                      <a:pPr algn="ctr" latinLnBrk="1"/>
                      <a:r>
                        <a:rPr lang="en-US" altLang="ko-KR" sz="1000">
                          <a:latin typeface="Noto Sans KR" panose="020B0200000000000000" pitchFamily="50" charset="-127"/>
                          <a:ea typeface="Noto Sans KR" panose="020B0200000000000000" pitchFamily="50" charset="-127"/>
                        </a:rPr>
                        <a:t>dB</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a:t>
                      </a:r>
                      <a:r>
                        <a:rPr lang="en-US" altLang="ko-KR" sz="1000">
                          <a:latin typeface="Noto Sans KR" panose="020B0200000000000000" pitchFamily="50" charset="-127"/>
                          <a:ea typeface="Noto Sans KR" panose="020B0200000000000000" pitchFamily="50" charset="-127"/>
                        </a:rPr>
                        <a:t>-14</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a:t>
                      </a:r>
                      <a:r>
                        <a:rPr lang="en-US" altLang="ko-KR" sz="1000">
                          <a:latin typeface="Noto Sans KR" panose="020B0200000000000000" pitchFamily="50" charset="-127"/>
                          <a:ea typeface="Noto Sans KR" panose="020B0200000000000000" pitchFamily="50" charset="-127"/>
                        </a:rPr>
                        <a:t>-16</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a:t>
                      </a:r>
                      <a:r>
                        <a:rPr lang="en-US" altLang="ko-KR" sz="1000">
                          <a:latin typeface="Noto Sans KR" panose="020B0200000000000000" pitchFamily="50" charset="-127"/>
                          <a:ea typeface="Noto Sans KR" panose="020B0200000000000000" pitchFamily="50" charset="-127"/>
                        </a:rPr>
                        <a:t>-18</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공인 시험성적서</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15848297"/>
                  </a:ext>
                </a:extLst>
              </a:tr>
              <a:tr h="259154">
                <a:tc gridSpan="2">
                  <a:txBody>
                    <a:bodyPr/>
                    <a:lstStyle/>
                    <a:p>
                      <a:pPr algn="ctr" latinLnBrk="1"/>
                      <a:r>
                        <a:rPr lang="en-US" altLang="ko-KR" sz="1200" b="1">
                          <a:solidFill>
                            <a:schemeClr val="bg1"/>
                          </a:solidFill>
                          <a:latin typeface="Noto Sans KR" panose="020B0200000000000000" pitchFamily="50" charset="-127"/>
                          <a:ea typeface="Noto Sans KR" panose="020B0200000000000000" pitchFamily="50" charset="-127"/>
                        </a:rPr>
                        <a:t>10.</a:t>
                      </a:r>
                      <a:r>
                        <a:rPr lang="ko-KR" altLang="en-US" sz="1200" b="1">
                          <a:solidFill>
                            <a:schemeClr val="bg1"/>
                          </a:solidFill>
                          <a:latin typeface="Noto Sans KR" panose="020B0200000000000000" pitchFamily="50" charset="-127"/>
                          <a:ea typeface="Noto Sans KR" panose="020B0200000000000000" pitchFamily="50" charset="-127"/>
                        </a:rPr>
                        <a:t> 프로브 안테나 인자 측정불확도</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pPr latinLnBrk="1"/>
                      <a:endParaRPr lang="ko-KR" altLang="en-US"/>
                    </a:p>
                  </a:txBody>
                  <a:tcPr/>
                </a:tc>
                <a:tc>
                  <a:txBody>
                    <a:bodyPr/>
                    <a:lstStyle/>
                    <a:p>
                      <a:pPr algn="ctr" latinLnBrk="1"/>
                      <a:r>
                        <a:rPr lang="en-US" altLang="ko-KR" sz="1000">
                          <a:latin typeface="Noto Sans KR" panose="020B0200000000000000" pitchFamily="50" charset="-127"/>
                          <a:ea typeface="Noto Sans KR" panose="020B0200000000000000" pitchFamily="50" charset="-127"/>
                        </a:rPr>
                        <a:t>dB</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1.2</a:t>
                      </a:r>
                    </a:p>
                    <a:p>
                      <a:pPr algn="ctr" latinLnBrk="1"/>
                      <a:r>
                        <a:rPr lang="en-US" altLang="ko-KR" sz="1000">
                          <a:latin typeface="Noto Sans KR" panose="020B0200000000000000" pitchFamily="50" charset="-127"/>
                          <a:ea typeface="Noto Sans KR" panose="020B0200000000000000" pitchFamily="50" charset="-127"/>
                        </a:rPr>
                        <a:t>(</a:t>
                      </a:r>
                      <a:r>
                        <a:rPr lang="ko-KR" altLang="en-US" sz="1000">
                          <a:latin typeface="Noto Sans KR" panose="020B0200000000000000" pitchFamily="50" charset="-127"/>
                          <a:ea typeface="Noto Sans KR" panose="020B0200000000000000" pitchFamily="50" charset="-127"/>
                        </a:rPr>
                        <a:t>영국</a:t>
                      </a:r>
                      <a:r>
                        <a:rPr lang="en-US" altLang="ko-KR" sz="1000">
                          <a:latin typeface="Noto Sans KR" panose="020B0200000000000000" pitchFamily="50" charset="-127"/>
                          <a:ea typeface="Noto Sans KR" panose="020B0200000000000000" pitchFamily="50" charset="-127"/>
                        </a:rPr>
                        <a:t>/NPL)</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1.4</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1.4</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1.2</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1.2</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KOLAS</a:t>
                      </a:r>
                      <a:r>
                        <a:rPr lang="ko-KR" altLang="en-US" sz="1000">
                          <a:latin typeface="Noto Sans KR" panose="020B0200000000000000" pitchFamily="50" charset="-127"/>
                          <a:ea typeface="Noto Sans KR" panose="020B0200000000000000" pitchFamily="50" charset="-127"/>
                        </a:rPr>
                        <a:t> 인정서</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36730746"/>
                  </a:ext>
                </a:extLst>
              </a:tr>
              <a:tr h="259154">
                <a:tc gridSpan="2">
                  <a:txBody>
                    <a:bodyPr/>
                    <a:lstStyle/>
                    <a:p>
                      <a:pPr algn="ctr" latinLnBrk="1"/>
                      <a:r>
                        <a:rPr lang="en-US" altLang="ko-KR" sz="1200" b="1">
                          <a:solidFill>
                            <a:schemeClr val="bg1"/>
                          </a:solidFill>
                          <a:latin typeface="Noto Sans KR" panose="020B0200000000000000" pitchFamily="50" charset="-127"/>
                          <a:ea typeface="Noto Sans KR" panose="020B0200000000000000" pitchFamily="50" charset="-127"/>
                        </a:rPr>
                        <a:t>11. RF </a:t>
                      </a:r>
                      <a:r>
                        <a:rPr lang="ko-KR" altLang="en-US" sz="1200" b="1">
                          <a:solidFill>
                            <a:schemeClr val="bg1"/>
                          </a:solidFill>
                          <a:latin typeface="Noto Sans KR" panose="020B0200000000000000" pitchFamily="50" charset="-127"/>
                          <a:ea typeface="Noto Sans KR" panose="020B0200000000000000" pitchFamily="50" charset="-127"/>
                        </a:rPr>
                        <a:t>레이돔 투과 손실</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pPr latinLnBrk="1"/>
                      <a:endParaRPr lang="ko-KR" altLang="en-US"/>
                    </a:p>
                  </a:txBody>
                  <a:tcPr/>
                </a:tc>
                <a:tc>
                  <a:txBody>
                    <a:bodyPr/>
                    <a:lstStyle/>
                    <a:p>
                      <a:pPr algn="ctr" latinLnBrk="1"/>
                      <a:r>
                        <a:rPr lang="en-US" altLang="ko-KR" sz="1000">
                          <a:latin typeface="Noto Sans KR" panose="020B0200000000000000" pitchFamily="50" charset="-127"/>
                          <a:ea typeface="Noto Sans KR" panose="020B0200000000000000" pitchFamily="50" charset="-127"/>
                        </a:rPr>
                        <a:t>dB</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0.2</a:t>
                      </a:r>
                    </a:p>
                    <a:p>
                      <a:pPr algn="ctr" latinLnBrk="1"/>
                      <a:r>
                        <a:rPr lang="en-US" altLang="ko-KR" sz="1000">
                          <a:latin typeface="Noto Sans KR" panose="020B0200000000000000" pitchFamily="50" charset="-127"/>
                          <a:ea typeface="Noto Sans KR" panose="020B0200000000000000" pitchFamily="50" charset="-127"/>
                        </a:rPr>
                        <a:t>(</a:t>
                      </a:r>
                      <a:r>
                        <a:rPr lang="ko-KR" altLang="en-US" sz="1000">
                          <a:latin typeface="Noto Sans KR" panose="020B0200000000000000" pitchFamily="50" charset="-127"/>
                          <a:ea typeface="Noto Sans KR" panose="020B0200000000000000" pitchFamily="50" charset="-127"/>
                        </a:rPr>
                        <a:t>미국</a:t>
                      </a:r>
                      <a:r>
                        <a:rPr lang="en-US" altLang="ko-KR" sz="1000">
                          <a:latin typeface="Noto Sans KR" panose="020B0200000000000000" pitchFamily="50" charset="-127"/>
                          <a:ea typeface="Noto Sans KR" panose="020B0200000000000000" pitchFamily="50" charset="-127"/>
                        </a:rPr>
                        <a:t>/</a:t>
                      </a:r>
                      <a:r>
                        <a:rPr lang="ko-KR" altLang="en-US" sz="1000">
                          <a:latin typeface="Noto Sans KR" panose="020B0200000000000000" pitchFamily="50" charset="-127"/>
                          <a:ea typeface="Noto Sans KR" panose="020B0200000000000000" pitchFamily="50" charset="-127"/>
                        </a:rPr>
                        <a:t>항공우주기업</a:t>
                      </a:r>
                      <a:r>
                        <a:rPr lang="en-US" altLang="ko-KR" sz="1000">
                          <a:latin typeface="Noto Sans KR" panose="020B0200000000000000" pitchFamily="50" charset="-127"/>
                          <a:ea typeface="Noto Sans KR" panose="020B0200000000000000" pitchFamily="50" charset="-127"/>
                        </a:rPr>
                        <a:t>)</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1.5</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1.0</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0.7</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0.5</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품질요구서</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72572496"/>
                  </a:ext>
                </a:extLst>
              </a:tr>
              <a:tr h="259154">
                <a:tc gridSpan="2">
                  <a:txBody>
                    <a:bodyPr/>
                    <a:lstStyle/>
                    <a:p>
                      <a:pPr algn="ctr" latinLnBrk="1"/>
                      <a:r>
                        <a:rPr lang="en-US" altLang="ko-KR" sz="1200" b="1">
                          <a:solidFill>
                            <a:schemeClr val="bg1"/>
                          </a:solidFill>
                          <a:latin typeface="Noto Sans KR" panose="020B0200000000000000" pitchFamily="50" charset="-127"/>
                          <a:ea typeface="Noto Sans KR" panose="020B0200000000000000" pitchFamily="50" charset="-127"/>
                        </a:rPr>
                        <a:t>12. </a:t>
                      </a:r>
                      <a:r>
                        <a:rPr lang="ko-KR" altLang="en-US" sz="1200" b="1">
                          <a:solidFill>
                            <a:schemeClr val="bg1"/>
                          </a:solidFill>
                          <a:latin typeface="Noto Sans KR" panose="020B0200000000000000" pitchFamily="50" charset="-127"/>
                          <a:ea typeface="Noto Sans KR" panose="020B0200000000000000" pitchFamily="50" charset="-127"/>
                        </a:rPr>
                        <a:t>메타 레이돔 투과 축비</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pPr latinLnBrk="1"/>
                      <a:endParaRPr lang="ko-KR" altLang="en-US"/>
                    </a:p>
                  </a:txBody>
                  <a:tcPr/>
                </a:tc>
                <a:tc>
                  <a:txBody>
                    <a:bodyPr/>
                    <a:lstStyle/>
                    <a:p>
                      <a:pPr algn="ctr" latinLnBrk="1"/>
                      <a:r>
                        <a:rPr lang="en-US" altLang="ko-KR" sz="1000">
                          <a:latin typeface="Noto Sans KR" panose="020B0200000000000000" pitchFamily="50" charset="-127"/>
                          <a:ea typeface="Noto Sans KR" panose="020B0200000000000000" pitchFamily="50" charset="-127"/>
                        </a:rPr>
                        <a:t>dB</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3</a:t>
                      </a:r>
                    </a:p>
                    <a:p>
                      <a:pPr algn="ctr" latinLnBrk="1"/>
                      <a:r>
                        <a:rPr lang="en-US" altLang="ko-KR" sz="1000">
                          <a:latin typeface="Noto Sans KR" panose="020B0200000000000000" pitchFamily="50" charset="-127"/>
                          <a:ea typeface="Noto Sans KR" panose="020B0200000000000000" pitchFamily="50" charset="-127"/>
                        </a:rPr>
                        <a:t>(</a:t>
                      </a:r>
                      <a:r>
                        <a:rPr lang="ko-KR" altLang="en-US" sz="1000">
                          <a:latin typeface="Noto Sans KR" panose="020B0200000000000000" pitchFamily="50" charset="-127"/>
                          <a:ea typeface="Noto Sans KR" panose="020B0200000000000000" pitchFamily="50" charset="-127"/>
                        </a:rPr>
                        <a:t>미국</a:t>
                      </a:r>
                      <a:r>
                        <a:rPr lang="en-US" altLang="ko-KR" sz="1000">
                          <a:latin typeface="Noto Sans KR" panose="020B0200000000000000" pitchFamily="50" charset="-127"/>
                          <a:ea typeface="Noto Sans KR" panose="020B0200000000000000" pitchFamily="50" charset="-127"/>
                        </a:rPr>
                        <a:t>/SpaceX)</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a:t>
                      </a:r>
                      <a:r>
                        <a:rPr lang="en-US" altLang="ko-KR" sz="1000">
                          <a:latin typeface="Noto Sans KR" panose="020B0200000000000000" pitchFamily="50" charset="-127"/>
                          <a:ea typeface="Noto Sans KR" panose="020B0200000000000000" pitchFamily="50" charset="-127"/>
                        </a:rPr>
                        <a:t>3</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a:t>
                      </a:r>
                      <a:r>
                        <a:rPr lang="en-US" altLang="ko-KR" sz="1000">
                          <a:latin typeface="Noto Sans KR" panose="020B0200000000000000" pitchFamily="50" charset="-127"/>
                          <a:ea typeface="Noto Sans KR" panose="020B0200000000000000" pitchFamily="50" charset="-127"/>
                        </a:rPr>
                        <a:t>3</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a:t>
                      </a:r>
                      <a:r>
                        <a:rPr lang="en-US" altLang="ko-KR" sz="1000">
                          <a:latin typeface="Noto Sans KR" panose="020B0200000000000000" pitchFamily="50" charset="-127"/>
                          <a:ea typeface="Noto Sans KR" panose="020B0200000000000000" pitchFamily="50" charset="-127"/>
                        </a:rPr>
                        <a:t>2.5</a:t>
                      </a:r>
                      <a:endParaRPr lang="ko-KR" altLang="en-US" sz="1000">
                        <a:latin typeface="Noto Sans KR" panose="020B0200000000000000" pitchFamily="50" charset="-127"/>
                        <a:ea typeface="Noto Sans KR" panose="020B0200000000000000"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latin typeface="Noto Sans KR" panose="020B0200000000000000" pitchFamily="50" charset="-127"/>
                          <a:ea typeface="Noto Sans KR" panose="020B0200000000000000" pitchFamily="50" charset="-127"/>
                        </a:rPr>
                        <a:t>공인 시험성적서</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455278"/>
                  </a:ext>
                </a:extLst>
              </a:tr>
            </a:tbl>
          </a:graphicData>
        </a:graphic>
      </p:graphicFrame>
      <p:sp>
        <p:nvSpPr>
          <p:cNvPr id="64" name="직사각형 63">
            <a:extLst>
              <a:ext uri="{FF2B5EF4-FFF2-40B4-BE49-F238E27FC236}">
                <a16:creationId xmlns:a16="http://schemas.microsoft.com/office/drawing/2014/main" id="{F2AB2371-7659-5824-A086-23A5C2918E27}"/>
              </a:ext>
            </a:extLst>
          </p:cNvPr>
          <p:cNvSpPr/>
          <p:nvPr/>
        </p:nvSpPr>
        <p:spPr>
          <a:xfrm>
            <a:off x="184404" y="2493235"/>
            <a:ext cx="9508236" cy="3064994"/>
          </a:xfrm>
          <a:prstGeom prst="rect">
            <a:avLst/>
          </a:prstGeom>
          <a:noFill/>
          <a:ln w="412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2">
            <a:extLst>
              <a:ext uri="{FF2B5EF4-FFF2-40B4-BE49-F238E27FC236}">
                <a16:creationId xmlns:a16="http://schemas.microsoft.com/office/drawing/2014/main" id="{E8C47E86-9BA1-3F46-CC0A-1E999460FD7F}"/>
              </a:ext>
            </a:extLst>
          </p:cNvPr>
          <p:cNvSpPr txBox="1"/>
          <p:nvPr/>
        </p:nvSpPr>
        <p:spPr>
          <a:xfrm>
            <a:off x="8445500" y="5558229"/>
            <a:ext cx="1276096" cy="369332"/>
          </a:xfrm>
          <a:prstGeom prst="rect">
            <a:avLst/>
          </a:prstGeom>
          <a:solidFill>
            <a:schemeClr val="bg1"/>
          </a:solidFill>
          <a:ln w="25400">
            <a:solidFill>
              <a:srgbClr val="FF0000"/>
            </a:solidFill>
          </a:ln>
        </p:spPr>
        <p:txBody>
          <a:bodyPr wrap="square" rtlCol="0">
            <a:spAutoFit/>
          </a:bodyPr>
          <a:lstStyle/>
          <a:p>
            <a:pPr algn="ctr"/>
            <a:r>
              <a:rPr lang="ko-KR" altLang="en-US">
                <a:solidFill>
                  <a:srgbClr val="FF0000"/>
                </a:solidFill>
              </a:rPr>
              <a:t>두산</a:t>
            </a:r>
            <a:r>
              <a:rPr lang="en-US" altLang="ko-KR">
                <a:solidFill>
                  <a:srgbClr val="FF0000"/>
                </a:solidFill>
              </a:rPr>
              <a:t>, KETI</a:t>
            </a:r>
            <a:endParaRPr lang="ko-KR" altLang="en-US">
              <a:solidFill>
                <a:srgbClr val="FF0000"/>
              </a:solidFill>
            </a:endParaRPr>
          </a:p>
        </p:txBody>
      </p:sp>
    </p:spTree>
    <p:extLst>
      <p:ext uri="{BB962C8B-B14F-4D97-AF65-F5344CB8AC3E}">
        <p14:creationId xmlns:p14="http://schemas.microsoft.com/office/powerpoint/2010/main" val="32661811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79642EB-0CF1-F40E-7324-48438E37814C}"/>
              </a:ext>
            </a:extLst>
          </p:cNvPr>
          <p:cNvSpPr>
            <a:spLocks noGrp="1"/>
          </p:cNvSpPr>
          <p:nvPr>
            <p:ph type="sldNum" sz="quarter" idx="4"/>
          </p:nvPr>
        </p:nvSpPr>
        <p:spPr>
          <a:xfrm>
            <a:off x="0" y="6492875"/>
            <a:ext cx="9906000" cy="365125"/>
          </a:xfrm>
        </p:spPr>
        <p:txBody>
          <a:bodyPr/>
          <a:lstStyle/>
          <a:p>
            <a:fld id="{E8B113C4-B834-4BEA-901C-8797A7F90894}" type="slidenum">
              <a:rPr lang="ko-KR" altLang="en-US" smtClean="0"/>
              <a:pPr/>
              <a:t>6</a:t>
            </a:fld>
            <a:endParaRPr lang="ko-KR" altLang="en-US"/>
          </a:p>
        </p:txBody>
      </p:sp>
      <p:sp>
        <p:nvSpPr>
          <p:cNvPr id="5" name="제목 3">
            <a:extLst>
              <a:ext uri="{FF2B5EF4-FFF2-40B4-BE49-F238E27FC236}">
                <a16:creationId xmlns:a16="http://schemas.microsoft.com/office/drawing/2014/main" id="{0DBC5573-9DE7-BAFD-DD32-CB5BDCC13A1F}"/>
              </a:ext>
            </a:extLst>
          </p:cNvPr>
          <p:cNvSpPr>
            <a:spLocks noGrp="1"/>
          </p:cNvSpPr>
          <p:nvPr>
            <p:ph type="ctrTitle"/>
          </p:nvPr>
        </p:nvSpPr>
        <p:spPr>
          <a:xfrm>
            <a:off x="379306" y="111167"/>
            <a:ext cx="9367308" cy="461666"/>
          </a:xfrm>
        </p:spPr>
        <p:txBody>
          <a:bodyPr>
            <a:noAutofit/>
          </a:bodyPr>
          <a:lstStyle/>
          <a:p>
            <a:r>
              <a:rPr lang="en-US" altLang="ko-KR" sz="1800" b="1" dirty="0">
                <a:latin typeface="Noto Sans KR" panose="020B0500000000000000" pitchFamily="34" charset="-127"/>
                <a:ea typeface="Noto Sans KR" panose="020B0500000000000000" pitchFamily="34" charset="-127"/>
              </a:rPr>
              <a:t>2</a:t>
            </a:r>
            <a:r>
              <a:rPr lang="en-US" altLang="ko-KR" sz="1800" b="1">
                <a:latin typeface="Noto Sans KR" panose="020B0500000000000000" pitchFamily="34" charset="-127"/>
                <a:ea typeface="Noto Sans KR" panose="020B0500000000000000" pitchFamily="34" charset="-127"/>
              </a:rPr>
              <a:t>.</a:t>
            </a:r>
            <a:r>
              <a:rPr lang="ko-KR" altLang="en-US" sz="1800" b="1">
                <a:latin typeface="Noto Sans KR" panose="020B0500000000000000" pitchFamily="34" charset="-127"/>
                <a:ea typeface="Noto Sans KR" panose="020B0500000000000000" pitchFamily="34" charset="-127"/>
              </a:rPr>
              <a:t> 연구 목표 및 내용</a:t>
            </a:r>
            <a:endParaRPr lang="ko-KR" altLang="en-US" sz="1800" b="1" dirty="0">
              <a:latin typeface="Noto Sans KR" panose="020B0500000000000000" pitchFamily="34" charset="-127"/>
              <a:ea typeface="Noto Sans KR" panose="020B0500000000000000" pitchFamily="34" charset="-127"/>
            </a:endParaRPr>
          </a:p>
        </p:txBody>
      </p:sp>
      <p:sp>
        <p:nvSpPr>
          <p:cNvPr id="3" name="TextBox 2">
            <a:extLst>
              <a:ext uri="{FF2B5EF4-FFF2-40B4-BE49-F238E27FC236}">
                <a16:creationId xmlns:a16="http://schemas.microsoft.com/office/drawing/2014/main" id="{67CF6EBD-85F6-A0DE-0FE7-7EC7671CB553}"/>
              </a:ext>
            </a:extLst>
          </p:cNvPr>
          <p:cNvSpPr txBox="1"/>
          <p:nvPr/>
        </p:nvSpPr>
        <p:spPr>
          <a:xfrm>
            <a:off x="92964" y="797907"/>
            <a:ext cx="9653650" cy="33682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ko-KR" altLang="en-US" sz="1200">
                <a:latin typeface="Noto Sans KR" panose="020B0500000000000000" pitchFamily="34" charset="-127"/>
                <a:ea typeface="Noto Sans KR" panose="020B0500000000000000" pitchFamily="34" charset="-127"/>
              </a:rPr>
              <a:t>전 연구기간 정량적 성과 목표</a:t>
            </a:r>
            <a:r>
              <a:rPr lang="en-US" altLang="ko-KR" sz="1200">
                <a:latin typeface="Noto Sans KR" panose="020B0500000000000000" pitchFamily="34" charset="-127"/>
                <a:ea typeface="Noto Sans KR" panose="020B0500000000000000" pitchFamily="34" charset="-127"/>
              </a:rPr>
              <a:t>: </a:t>
            </a:r>
            <a:r>
              <a:rPr lang="ko-KR" altLang="en-US" sz="1200">
                <a:latin typeface="Noto Sans KR" panose="020B0500000000000000" pitchFamily="34" charset="-127"/>
                <a:ea typeface="Noto Sans KR" panose="020B0500000000000000" pitchFamily="34" charset="-127"/>
              </a:rPr>
              <a:t>특허 출원 </a:t>
            </a:r>
            <a:r>
              <a:rPr lang="en-US" altLang="ko-KR" sz="1200">
                <a:latin typeface="Noto Sans KR" panose="020B0500000000000000" pitchFamily="34" charset="-127"/>
                <a:ea typeface="Noto Sans KR" panose="020B0500000000000000" pitchFamily="34" charset="-127"/>
              </a:rPr>
              <a:t>13</a:t>
            </a:r>
            <a:r>
              <a:rPr lang="ko-KR" altLang="en-US" sz="1200">
                <a:latin typeface="Noto Sans KR" panose="020B0500000000000000" pitchFamily="34" charset="-127"/>
                <a:ea typeface="Noto Sans KR" panose="020B0500000000000000" pitchFamily="34" charset="-127"/>
              </a:rPr>
              <a:t>건</a:t>
            </a:r>
            <a:r>
              <a:rPr lang="en-US" altLang="ko-KR" sz="1200">
                <a:latin typeface="Noto Sans KR" panose="020B0500000000000000" pitchFamily="34" charset="-127"/>
                <a:ea typeface="Noto Sans KR" panose="020B0500000000000000" pitchFamily="34" charset="-127"/>
              </a:rPr>
              <a:t>, </a:t>
            </a:r>
            <a:r>
              <a:rPr lang="ko-KR" altLang="en-US" sz="1200">
                <a:latin typeface="Noto Sans KR" panose="020B0500000000000000" pitchFamily="34" charset="-127"/>
                <a:ea typeface="Noto Sans KR" panose="020B0500000000000000" pitchFamily="34" charset="-127"/>
              </a:rPr>
              <a:t>등록 </a:t>
            </a:r>
            <a:r>
              <a:rPr lang="en-US" altLang="ko-KR" sz="1200">
                <a:latin typeface="Noto Sans KR" panose="020B0500000000000000" pitchFamily="34" charset="-127"/>
                <a:ea typeface="Noto Sans KR" panose="020B0500000000000000" pitchFamily="34" charset="-127"/>
              </a:rPr>
              <a:t>6</a:t>
            </a:r>
            <a:r>
              <a:rPr lang="ko-KR" altLang="en-US" sz="1200">
                <a:latin typeface="Noto Sans KR" panose="020B0500000000000000" pitchFamily="34" charset="-127"/>
                <a:ea typeface="Noto Sans KR" panose="020B0500000000000000" pitchFamily="34" charset="-127"/>
              </a:rPr>
              <a:t>건</a:t>
            </a:r>
            <a:r>
              <a:rPr lang="en-US" altLang="ko-KR" sz="1200">
                <a:latin typeface="Noto Sans KR" panose="020B0500000000000000" pitchFamily="34" charset="-127"/>
                <a:ea typeface="Noto Sans KR" panose="020B0500000000000000" pitchFamily="34" charset="-127"/>
              </a:rPr>
              <a:t>, </a:t>
            </a:r>
            <a:r>
              <a:rPr lang="ko-KR" altLang="en-US" sz="1200">
                <a:latin typeface="Noto Sans KR" panose="020B0500000000000000" pitchFamily="34" charset="-127"/>
                <a:ea typeface="Noto Sans KR" panose="020B0500000000000000" pitchFamily="34" charset="-127"/>
              </a:rPr>
              <a:t>논문 </a:t>
            </a:r>
            <a:r>
              <a:rPr lang="en-US" altLang="ko-KR" sz="1200">
                <a:latin typeface="Noto Sans KR" panose="020B0500000000000000" pitchFamily="34" charset="-127"/>
                <a:ea typeface="Noto Sans KR" panose="020B0500000000000000" pitchFamily="34" charset="-127"/>
              </a:rPr>
              <a:t>26</a:t>
            </a:r>
            <a:r>
              <a:rPr lang="ko-KR" altLang="en-US" sz="1200">
                <a:latin typeface="Noto Sans KR" panose="020B0500000000000000" pitchFamily="34" charset="-127"/>
                <a:ea typeface="Noto Sans KR" panose="020B0500000000000000" pitchFamily="34" charset="-127"/>
              </a:rPr>
              <a:t>건</a:t>
            </a:r>
            <a:r>
              <a:rPr lang="en-US" altLang="ko-KR" sz="1200">
                <a:latin typeface="Noto Sans KR" panose="020B0500000000000000" pitchFamily="34" charset="-127"/>
                <a:ea typeface="Noto Sans KR" panose="020B0500000000000000" pitchFamily="34" charset="-127"/>
              </a:rPr>
              <a:t>, </a:t>
            </a:r>
            <a:r>
              <a:rPr lang="ko-KR" altLang="en-US" sz="1200">
                <a:latin typeface="Noto Sans KR" panose="020B0500000000000000" pitchFamily="34" charset="-127"/>
                <a:ea typeface="Noto Sans KR" panose="020B0500000000000000" pitchFamily="34" charset="-127"/>
              </a:rPr>
              <a:t>시제품 제작 </a:t>
            </a:r>
            <a:r>
              <a:rPr lang="en-US" altLang="ko-KR" sz="1200">
                <a:latin typeface="Noto Sans KR" panose="020B0500000000000000" pitchFamily="34" charset="-127"/>
                <a:ea typeface="Noto Sans KR" panose="020B0500000000000000" pitchFamily="34" charset="-127"/>
              </a:rPr>
              <a:t>12</a:t>
            </a:r>
            <a:r>
              <a:rPr lang="ko-KR" altLang="en-US" sz="1200">
                <a:latin typeface="Noto Sans KR" panose="020B0500000000000000" pitchFamily="34" charset="-127"/>
                <a:ea typeface="Noto Sans KR" panose="020B0500000000000000" pitchFamily="34" charset="-127"/>
              </a:rPr>
              <a:t>건</a:t>
            </a:r>
            <a:r>
              <a:rPr lang="en-US" altLang="ko-KR" sz="1200">
                <a:latin typeface="Noto Sans KR" panose="020B0500000000000000" pitchFamily="34" charset="-127"/>
                <a:ea typeface="Noto Sans KR" panose="020B0500000000000000" pitchFamily="34" charset="-127"/>
              </a:rPr>
              <a:t>, </a:t>
            </a:r>
            <a:r>
              <a:rPr lang="ko-KR" altLang="en-US" sz="1200">
                <a:latin typeface="Noto Sans KR" panose="020B0500000000000000" pitchFamily="34" charset="-127"/>
                <a:ea typeface="Noto Sans KR" panose="020B0500000000000000" pitchFamily="34" charset="-127"/>
              </a:rPr>
              <a:t>보고서 원문 </a:t>
            </a:r>
            <a:r>
              <a:rPr lang="en-US" altLang="ko-KR" sz="1200">
                <a:latin typeface="Noto Sans KR" panose="020B0500000000000000" pitchFamily="34" charset="-127"/>
                <a:ea typeface="Noto Sans KR" panose="020B0500000000000000" pitchFamily="34" charset="-127"/>
              </a:rPr>
              <a:t>7</a:t>
            </a:r>
            <a:r>
              <a:rPr lang="ko-KR" altLang="en-US" sz="1200">
                <a:latin typeface="Noto Sans KR" panose="020B0500000000000000" pitchFamily="34" charset="-127"/>
                <a:ea typeface="Noto Sans KR" panose="020B0500000000000000" pitchFamily="34" charset="-127"/>
              </a:rPr>
              <a:t>건</a:t>
            </a:r>
            <a:r>
              <a:rPr lang="en-US" altLang="ko-KR" sz="1200">
                <a:latin typeface="Noto Sans KR" panose="020B0500000000000000" pitchFamily="34" charset="-127"/>
                <a:ea typeface="Noto Sans KR" panose="020B0500000000000000" pitchFamily="34" charset="-127"/>
              </a:rPr>
              <a:t>, </a:t>
            </a:r>
            <a:r>
              <a:rPr lang="ko-KR" altLang="en-US" sz="1200">
                <a:latin typeface="Noto Sans KR" panose="020B0500000000000000" pitchFamily="34" charset="-127"/>
                <a:ea typeface="Noto Sans KR" panose="020B0500000000000000" pitchFamily="34" charset="-127"/>
              </a:rPr>
              <a:t>카탈로그</a:t>
            </a:r>
            <a:r>
              <a:rPr lang="en-US" altLang="ko-KR" sz="1200">
                <a:latin typeface="Noto Sans KR" panose="020B0200000000000000" pitchFamily="50" charset="-127"/>
                <a:ea typeface="Noto Sans KR" panose="020B0200000000000000" pitchFamily="50" charset="-127"/>
              </a:rPr>
              <a:t>·</a:t>
            </a:r>
            <a:r>
              <a:rPr lang="ko-KR" altLang="en-US" sz="1200">
                <a:latin typeface="Noto Sans KR" panose="020B0200000000000000" pitchFamily="50" charset="-127"/>
                <a:ea typeface="Noto Sans KR" panose="020B0200000000000000" pitchFamily="50" charset="-127"/>
              </a:rPr>
              <a:t>홍보</a:t>
            </a:r>
            <a:r>
              <a:rPr lang="en-US" altLang="ko-KR" sz="1200">
                <a:latin typeface="Noto Sans KR" panose="020B0200000000000000" pitchFamily="50" charset="-127"/>
                <a:ea typeface="Noto Sans KR" panose="020B0200000000000000" pitchFamily="50" charset="-127"/>
              </a:rPr>
              <a:t>(</a:t>
            </a:r>
            <a:r>
              <a:rPr lang="ko-KR" altLang="en-US" sz="1200">
                <a:latin typeface="Noto Sans KR" panose="020B0200000000000000" pitchFamily="50" charset="-127"/>
                <a:ea typeface="Noto Sans KR" panose="020B0200000000000000" pitchFamily="50" charset="-127"/>
              </a:rPr>
              <a:t>전시</a:t>
            </a:r>
            <a:r>
              <a:rPr lang="en-US" altLang="ko-KR" sz="1200">
                <a:latin typeface="Noto Sans KR" panose="020B0200000000000000" pitchFamily="50" charset="-127"/>
                <a:ea typeface="Noto Sans KR" panose="020B0200000000000000" pitchFamily="50" charset="-127"/>
              </a:rPr>
              <a:t>) </a:t>
            </a:r>
            <a:r>
              <a:rPr lang="ko-KR" altLang="en-US" sz="1200">
                <a:latin typeface="Noto Sans KR" panose="020B0200000000000000" pitchFamily="50" charset="-127"/>
                <a:ea typeface="Noto Sans KR" panose="020B0200000000000000" pitchFamily="50" charset="-127"/>
              </a:rPr>
              <a:t>각 </a:t>
            </a:r>
            <a:r>
              <a:rPr lang="en-US" altLang="ko-KR" sz="1200">
                <a:latin typeface="Noto Sans KR" panose="020B0200000000000000" pitchFamily="50" charset="-127"/>
                <a:ea typeface="Noto Sans KR" panose="020B0200000000000000" pitchFamily="50" charset="-127"/>
              </a:rPr>
              <a:t>2</a:t>
            </a:r>
            <a:r>
              <a:rPr lang="ko-KR" altLang="en-US" sz="1200">
                <a:latin typeface="Noto Sans KR" panose="020B0200000000000000" pitchFamily="50" charset="-127"/>
                <a:ea typeface="Noto Sans KR" panose="020B0200000000000000" pitchFamily="50" charset="-127"/>
              </a:rPr>
              <a:t>건 등 총 </a:t>
            </a:r>
            <a:r>
              <a:rPr lang="en-US" altLang="ko-KR" sz="1200">
                <a:latin typeface="Noto Sans KR" panose="020B0200000000000000" pitchFamily="50" charset="-127"/>
                <a:ea typeface="Noto Sans KR" panose="020B0200000000000000" pitchFamily="50" charset="-127"/>
              </a:rPr>
              <a:t>68</a:t>
            </a:r>
            <a:r>
              <a:rPr lang="ko-KR" altLang="en-US" sz="1200">
                <a:latin typeface="Noto Sans KR" panose="020B0200000000000000" pitchFamily="50" charset="-127"/>
                <a:ea typeface="Noto Sans KR" panose="020B0200000000000000" pitchFamily="50" charset="-127"/>
              </a:rPr>
              <a:t>건</a:t>
            </a:r>
            <a:endParaRPr lang="en-US" altLang="ko-KR" sz="1200">
              <a:latin typeface="Noto Sans KR" panose="020B0500000000000000" pitchFamily="34" charset="-127"/>
              <a:ea typeface="Noto Sans KR" panose="020B0500000000000000" pitchFamily="34" charset="-127"/>
            </a:endParaRPr>
          </a:p>
        </p:txBody>
      </p:sp>
      <p:graphicFrame>
        <p:nvGraphicFramePr>
          <p:cNvPr id="18" name="표 17">
            <a:extLst>
              <a:ext uri="{FF2B5EF4-FFF2-40B4-BE49-F238E27FC236}">
                <a16:creationId xmlns:a16="http://schemas.microsoft.com/office/drawing/2014/main" id="{FD9E658D-8471-1B4D-6C73-C3126DE06381}"/>
              </a:ext>
            </a:extLst>
          </p:cNvPr>
          <p:cNvGraphicFramePr>
            <a:graphicFrameLocks noGrp="1"/>
          </p:cNvGraphicFramePr>
          <p:nvPr>
            <p:extLst>
              <p:ext uri="{D42A27DB-BD31-4B8C-83A1-F6EECF244321}">
                <p14:modId xmlns:p14="http://schemas.microsoft.com/office/powerpoint/2010/main" val="3825434878"/>
              </p:ext>
            </p:extLst>
          </p:nvPr>
        </p:nvGraphicFramePr>
        <p:xfrm>
          <a:off x="269346" y="1592791"/>
          <a:ext cx="9367305" cy="4117342"/>
        </p:xfrm>
        <a:graphic>
          <a:graphicData uri="http://schemas.openxmlformats.org/drawingml/2006/table">
            <a:tbl>
              <a:tblPr bandRow="1">
                <a:tableStyleId>{5C22544A-7EE6-4342-B048-85BDC9FD1C3A}</a:tableStyleId>
              </a:tblPr>
              <a:tblGrid>
                <a:gridCol w="1479049">
                  <a:extLst>
                    <a:ext uri="{9D8B030D-6E8A-4147-A177-3AD203B41FA5}">
                      <a16:colId xmlns:a16="http://schemas.microsoft.com/office/drawing/2014/main" val="4072397547"/>
                    </a:ext>
                  </a:extLst>
                </a:gridCol>
                <a:gridCol w="493016">
                  <a:extLst>
                    <a:ext uri="{9D8B030D-6E8A-4147-A177-3AD203B41FA5}">
                      <a16:colId xmlns:a16="http://schemas.microsoft.com/office/drawing/2014/main" val="2240622671"/>
                    </a:ext>
                  </a:extLst>
                </a:gridCol>
                <a:gridCol w="493016">
                  <a:extLst>
                    <a:ext uri="{9D8B030D-6E8A-4147-A177-3AD203B41FA5}">
                      <a16:colId xmlns:a16="http://schemas.microsoft.com/office/drawing/2014/main" val="1981229279"/>
                    </a:ext>
                  </a:extLst>
                </a:gridCol>
                <a:gridCol w="493016">
                  <a:extLst>
                    <a:ext uri="{9D8B030D-6E8A-4147-A177-3AD203B41FA5}">
                      <a16:colId xmlns:a16="http://schemas.microsoft.com/office/drawing/2014/main" val="2964635939"/>
                    </a:ext>
                  </a:extLst>
                </a:gridCol>
                <a:gridCol w="493016">
                  <a:extLst>
                    <a:ext uri="{9D8B030D-6E8A-4147-A177-3AD203B41FA5}">
                      <a16:colId xmlns:a16="http://schemas.microsoft.com/office/drawing/2014/main" val="907736654"/>
                    </a:ext>
                  </a:extLst>
                </a:gridCol>
                <a:gridCol w="493016">
                  <a:extLst>
                    <a:ext uri="{9D8B030D-6E8A-4147-A177-3AD203B41FA5}">
                      <a16:colId xmlns:a16="http://schemas.microsoft.com/office/drawing/2014/main" val="2566394398"/>
                    </a:ext>
                  </a:extLst>
                </a:gridCol>
                <a:gridCol w="493016">
                  <a:extLst>
                    <a:ext uri="{9D8B030D-6E8A-4147-A177-3AD203B41FA5}">
                      <a16:colId xmlns:a16="http://schemas.microsoft.com/office/drawing/2014/main" val="2500762095"/>
                    </a:ext>
                  </a:extLst>
                </a:gridCol>
                <a:gridCol w="493016">
                  <a:extLst>
                    <a:ext uri="{9D8B030D-6E8A-4147-A177-3AD203B41FA5}">
                      <a16:colId xmlns:a16="http://schemas.microsoft.com/office/drawing/2014/main" val="1548189937"/>
                    </a:ext>
                  </a:extLst>
                </a:gridCol>
                <a:gridCol w="493016">
                  <a:extLst>
                    <a:ext uri="{9D8B030D-6E8A-4147-A177-3AD203B41FA5}">
                      <a16:colId xmlns:a16="http://schemas.microsoft.com/office/drawing/2014/main" val="2305555711"/>
                    </a:ext>
                  </a:extLst>
                </a:gridCol>
                <a:gridCol w="493016">
                  <a:extLst>
                    <a:ext uri="{9D8B030D-6E8A-4147-A177-3AD203B41FA5}">
                      <a16:colId xmlns:a16="http://schemas.microsoft.com/office/drawing/2014/main" val="1638440885"/>
                    </a:ext>
                  </a:extLst>
                </a:gridCol>
                <a:gridCol w="493016">
                  <a:extLst>
                    <a:ext uri="{9D8B030D-6E8A-4147-A177-3AD203B41FA5}">
                      <a16:colId xmlns:a16="http://schemas.microsoft.com/office/drawing/2014/main" val="2855298321"/>
                    </a:ext>
                  </a:extLst>
                </a:gridCol>
                <a:gridCol w="493016">
                  <a:extLst>
                    <a:ext uri="{9D8B030D-6E8A-4147-A177-3AD203B41FA5}">
                      <a16:colId xmlns:a16="http://schemas.microsoft.com/office/drawing/2014/main" val="3712200291"/>
                    </a:ext>
                  </a:extLst>
                </a:gridCol>
                <a:gridCol w="493016">
                  <a:extLst>
                    <a:ext uri="{9D8B030D-6E8A-4147-A177-3AD203B41FA5}">
                      <a16:colId xmlns:a16="http://schemas.microsoft.com/office/drawing/2014/main" val="1120486650"/>
                    </a:ext>
                  </a:extLst>
                </a:gridCol>
                <a:gridCol w="493016">
                  <a:extLst>
                    <a:ext uri="{9D8B030D-6E8A-4147-A177-3AD203B41FA5}">
                      <a16:colId xmlns:a16="http://schemas.microsoft.com/office/drawing/2014/main" val="2141213541"/>
                    </a:ext>
                  </a:extLst>
                </a:gridCol>
                <a:gridCol w="493016">
                  <a:extLst>
                    <a:ext uri="{9D8B030D-6E8A-4147-A177-3AD203B41FA5}">
                      <a16:colId xmlns:a16="http://schemas.microsoft.com/office/drawing/2014/main" val="1839257515"/>
                    </a:ext>
                  </a:extLst>
                </a:gridCol>
                <a:gridCol w="493016">
                  <a:extLst>
                    <a:ext uri="{9D8B030D-6E8A-4147-A177-3AD203B41FA5}">
                      <a16:colId xmlns:a16="http://schemas.microsoft.com/office/drawing/2014/main" val="936210931"/>
                    </a:ext>
                  </a:extLst>
                </a:gridCol>
                <a:gridCol w="493016">
                  <a:extLst>
                    <a:ext uri="{9D8B030D-6E8A-4147-A177-3AD203B41FA5}">
                      <a16:colId xmlns:a16="http://schemas.microsoft.com/office/drawing/2014/main" val="1602334075"/>
                    </a:ext>
                  </a:extLst>
                </a:gridCol>
              </a:tblGrid>
              <a:tr h="665144">
                <a:tc rowSpan="2">
                  <a:txBody>
                    <a:bodyPr/>
                    <a:lstStyle/>
                    <a:p>
                      <a:pPr algn="ctr" latinLnBrk="1"/>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gridSpan="3">
                  <a:txBody>
                    <a:bodyPr/>
                    <a:lstStyle/>
                    <a:p>
                      <a:pPr algn="ctr" latinLnBrk="1"/>
                      <a:r>
                        <a:rPr lang="ko-KR" altLang="en-US" sz="1400">
                          <a:latin typeface="Noto Sans KR" panose="020B0200000000000000" pitchFamily="50" charset="-127"/>
                          <a:ea typeface="Noto Sans KR" panose="020B0200000000000000" pitchFamily="50" charset="-127"/>
                        </a:rPr>
                        <a:t>두산전자</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hMerge="1">
                  <a:txBody>
                    <a:bodyPr/>
                    <a:lstStyle/>
                    <a:p>
                      <a:pPr latinLnBrk="1"/>
                      <a:endParaRPr lang="ko-KR" altLang="en-US"/>
                    </a:p>
                  </a:txBody>
                  <a:tcPr/>
                </a:tc>
                <a:tc hMerge="1">
                  <a:txBody>
                    <a:bodyPr/>
                    <a:lstStyle/>
                    <a:p>
                      <a:pPr latinLnBrk="1"/>
                      <a:endParaRPr lang="ko-KR" altLang="en-US"/>
                    </a:p>
                  </a:txBody>
                  <a:tcPr/>
                </a:tc>
                <a:tc gridSpan="3">
                  <a:txBody>
                    <a:bodyPr/>
                    <a:lstStyle/>
                    <a:p>
                      <a:pPr algn="ctr" latinLnBrk="1"/>
                      <a:r>
                        <a:rPr lang="en-US" altLang="ko-KR" sz="1400">
                          <a:latin typeface="Noto Sans KR" panose="020B0200000000000000" pitchFamily="50" charset="-127"/>
                          <a:ea typeface="Noto Sans KR" panose="020B0200000000000000" pitchFamily="50" charset="-127"/>
                        </a:rPr>
                        <a:t>KETI</a:t>
                      </a:r>
                      <a:endParaRPr lang="ko-KR" altLang="en-US" sz="14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hMerge="1">
                  <a:txBody>
                    <a:bodyPr/>
                    <a:lstStyle/>
                    <a:p>
                      <a:pPr latinLnBrk="1"/>
                      <a:endParaRPr lang="ko-KR" altLang="en-US"/>
                    </a:p>
                  </a:txBody>
                  <a:tcPr/>
                </a:tc>
                <a:tc hMerge="1">
                  <a:txBody>
                    <a:bodyPr/>
                    <a:lstStyle/>
                    <a:p>
                      <a:pPr latinLnBrk="1"/>
                      <a:endParaRPr lang="ko-KR" altLang="en-US"/>
                    </a:p>
                  </a:txBody>
                  <a:tcPr/>
                </a:tc>
                <a:tc gridSpan="3">
                  <a:txBody>
                    <a:bodyPr/>
                    <a:lstStyle/>
                    <a:p>
                      <a:pPr algn="ctr" latinLnBrk="1"/>
                      <a:r>
                        <a:rPr lang="en-US" altLang="ko-KR" sz="1400">
                          <a:latin typeface="Noto Sans KR" panose="020B0200000000000000" pitchFamily="50" charset="-127"/>
                          <a:ea typeface="Noto Sans KR" panose="020B0200000000000000" pitchFamily="50" charset="-127"/>
                        </a:rPr>
                        <a:t>KTL</a:t>
                      </a:r>
                      <a:endParaRPr lang="ko-KR" altLang="en-US" sz="14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hMerge="1">
                  <a:txBody>
                    <a:bodyPr/>
                    <a:lstStyle/>
                    <a:p>
                      <a:pPr latinLnBrk="1"/>
                      <a:endParaRPr lang="ko-KR" altLang="en-US"/>
                    </a:p>
                  </a:txBody>
                  <a:tcPr/>
                </a:tc>
                <a:tc hMerge="1">
                  <a:txBody>
                    <a:bodyPr/>
                    <a:lstStyle/>
                    <a:p>
                      <a:pPr latinLnBrk="1"/>
                      <a:endParaRPr lang="ko-KR" altLang="en-US"/>
                    </a:p>
                  </a:txBody>
                  <a:tcPr/>
                </a:tc>
                <a:tc gridSpan="3">
                  <a:txBody>
                    <a:bodyPr/>
                    <a:lstStyle/>
                    <a:p>
                      <a:pPr algn="ctr" latinLnBrk="1"/>
                      <a:r>
                        <a:rPr lang="en-US" altLang="ko-KR" sz="1400">
                          <a:latin typeface="Noto Sans KR" panose="020B0200000000000000" pitchFamily="50" charset="-127"/>
                          <a:ea typeface="Noto Sans KR" panose="020B0200000000000000" pitchFamily="50" charset="-127"/>
                        </a:rPr>
                        <a:t>UNIST /</a:t>
                      </a:r>
                    </a:p>
                    <a:p>
                      <a:pPr algn="ctr" latinLnBrk="1"/>
                      <a:r>
                        <a:rPr lang="ko-KR" altLang="en-US" sz="1400">
                          <a:latin typeface="Noto Sans KR" panose="020B0200000000000000" pitchFamily="50" charset="-127"/>
                          <a:ea typeface="Noto Sans KR" panose="020B0200000000000000" pitchFamily="50" charset="-127"/>
                        </a:rPr>
                        <a:t>국립금오공과대</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hMerge="1">
                  <a:txBody>
                    <a:bodyPr/>
                    <a:lstStyle/>
                    <a:p>
                      <a:pPr latinLnBrk="1"/>
                      <a:endParaRPr lang="ko-KR" altLang="en-US"/>
                    </a:p>
                  </a:txBody>
                  <a:tcPr/>
                </a:tc>
                <a:tc hMerge="1">
                  <a:txBody>
                    <a:bodyPr/>
                    <a:lstStyle/>
                    <a:p>
                      <a:pPr latinLnBrk="1"/>
                      <a:endParaRPr lang="ko-KR" altLang="en-US"/>
                    </a:p>
                  </a:txBody>
                  <a:tcPr/>
                </a:tc>
                <a:tc gridSpan="3">
                  <a:txBody>
                    <a:bodyPr/>
                    <a:lstStyle/>
                    <a:p>
                      <a:pPr algn="ctr" latinLnBrk="1"/>
                      <a:r>
                        <a:rPr lang="ko-KR" altLang="en-US" sz="1400">
                          <a:latin typeface="Noto Sans KR" panose="020B0200000000000000" pitchFamily="50" charset="-127"/>
                          <a:ea typeface="Noto Sans KR" panose="020B0200000000000000" pitchFamily="50" charset="-127"/>
                        </a:rPr>
                        <a:t>㈜알에프텍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hMerge="1">
                  <a:txBody>
                    <a:bodyPr/>
                    <a:lstStyle/>
                    <a:p>
                      <a:pPr latinLnBrk="1"/>
                      <a:endParaRPr lang="ko-KR" altLang="en-US"/>
                    </a:p>
                  </a:txBody>
                  <a:tcPr/>
                </a:tc>
                <a:tc hMerge="1">
                  <a:txBody>
                    <a:bodyPr/>
                    <a:lstStyle/>
                    <a:p>
                      <a:pPr latinLnBrk="1"/>
                      <a:endParaRPr lang="ko-KR" altLang="en-US"/>
                    </a:p>
                  </a:txBody>
                  <a:tcPr/>
                </a:tc>
                <a:tc rowSpan="2">
                  <a:txBody>
                    <a:bodyPr/>
                    <a:lstStyle/>
                    <a:p>
                      <a:pPr algn="ctr" latinLnBrk="1"/>
                      <a:r>
                        <a:rPr lang="ko-KR" altLang="en-US" sz="1400">
                          <a:latin typeface="Noto Sans KR" panose="020B0200000000000000" pitchFamily="50" charset="-127"/>
                          <a:ea typeface="Noto Sans KR" panose="020B0200000000000000" pitchFamily="50" charset="-127"/>
                        </a:rPr>
                        <a:t>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4213717290"/>
                  </a:ext>
                </a:extLst>
              </a:tr>
              <a:tr h="338862">
                <a:tc vMerge="1">
                  <a:txBody>
                    <a:bodyPr/>
                    <a:lstStyle/>
                    <a:p>
                      <a:pPr algn="ctr" latinLnBrk="1"/>
                      <a:endParaRPr lang="ko-KR"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1</a:t>
                      </a:r>
                      <a:r>
                        <a:rPr lang="ko-KR" altLang="en-US" sz="1000">
                          <a:latin typeface="Noto Sans KR" panose="020B0200000000000000" pitchFamily="50" charset="-127"/>
                          <a:ea typeface="Noto Sans KR" panose="020B0200000000000000" pitchFamily="50" charset="-127"/>
                        </a:rPr>
                        <a:t>단계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2</a:t>
                      </a:r>
                      <a:r>
                        <a:rPr lang="ko-KR" altLang="en-US" sz="1000">
                          <a:latin typeface="Noto Sans KR" panose="020B0200000000000000" pitchFamily="50" charset="-127"/>
                          <a:ea typeface="Noto Sans KR" panose="020B0200000000000000" pitchFamily="50" charset="-127"/>
                        </a:rPr>
                        <a:t>단계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3</a:t>
                      </a:r>
                      <a:r>
                        <a:rPr lang="ko-KR" altLang="en-US" sz="1000">
                          <a:latin typeface="Noto Sans KR" panose="020B0200000000000000" pitchFamily="50" charset="-127"/>
                          <a:ea typeface="Noto Sans KR" panose="020B0200000000000000" pitchFamily="50" charset="-127"/>
                        </a:rPr>
                        <a:t>단계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1</a:t>
                      </a:r>
                      <a:r>
                        <a:rPr lang="ko-KR" altLang="en-US" sz="1000">
                          <a:latin typeface="Noto Sans KR" panose="020B0200000000000000" pitchFamily="50" charset="-127"/>
                          <a:ea typeface="Noto Sans KR" panose="020B0200000000000000" pitchFamily="50" charset="-127"/>
                        </a:rPr>
                        <a:t>단계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2</a:t>
                      </a:r>
                      <a:r>
                        <a:rPr lang="ko-KR" altLang="en-US" sz="1000">
                          <a:latin typeface="Noto Sans KR" panose="020B0200000000000000" pitchFamily="50" charset="-127"/>
                          <a:ea typeface="Noto Sans KR" panose="020B0200000000000000" pitchFamily="50" charset="-127"/>
                        </a:rPr>
                        <a:t>단계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3</a:t>
                      </a:r>
                      <a:r>
                        <a:rPr lang="ko-KR" altLang="en-US" sz="1000">
                          <a:latin typeface="Noto Sans KR" panose="020B0200000000000000" pitchFamily="50" charset="-127"/>
                          <a:ea typeface="Noto Sans KR" panose="020B0200000000000000" pitchFamily="50" charset="-127"/>
                        </a:rPr>
                        <a:t>단계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1</a:t>
                      </a:r>
                      <a:r>
                        <a:rPr lang="ko-KR" altLang="en-US" sz="1000">
                          <a:latin typeface="Noto Sans KR" panose="020B0200000000000000" pitchFamily="50" charset="-127"/>
                          <a:ea typeface="Noto Sans KR" panose="020B0200000000000000" pitchFamily="50" charset="-127"/>
                        </a:rPr>
                        <a:t>단계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2</a:t>
                      </a:r>
                      <a:r>
                        <a:rPr lang="ko-KR" altLang="en-US" sz="1000">
                          <a:latin typeface="Noto Sans KR" panose="020B0200000000000000" pitchFamily="50" charset="-127"/>
                          <a:ea typeface="Noto Sans KR" panose="020B0200000000000000" pitchFamily="50" charset="-127"/>
                        </a:rPr>
                        <a:t>단계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3</a:t>
                      </a:r>
                      <a:r>
                        <a:rPr lang="ko-KR" altLang="en-US" sz="1000">
                          <a:latin typeface="Noto Sans KR" panose="020B0200000000000000" pitchFamily="50" charset="-127"/>
                          <a:ea typeface="Noto Sans KR" panose="020B0200000000000000" pitchFamily="50" charset="-127"/>
                        </a:rPr>
                        <a:t>단계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1</a:t>
                      </a:r>
                      <a:r>
                        <a:rPr lang="ko-KR" altLang="en-US" sz="1000">
                          <a:latin typeface="Noto Sans KR" panose="020B0200000000000000" pitchFamily="50" charset="-127"/>
                          <a:ea typeface="Noto Sans KR" panose="020B0200000000000000" pitchFamily="50" charset="-127"/>
                        </a:rPr>
                        <a:t>단계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2</a:t>
                      </a:r>
                      <a:r>
                        <a:rPr lang="ko-KR" altLang="en-US" sz="1000">
                          <a:latin typeface="Noto Sans KR" panose="020B0200000000000000" pitchFamily="50" charset="-127"/>
                          <a:ea typeface="Noto Sans KR" panose="020B0200000000000000" pitchFamily="50" charset="-127"/>
                        </a:rPr>
                        <a:t>단계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3</a:t>
                      </a:r>
                      <a:r>
                        <a:rPr lang="ko-KR" altLang="en-US" sz="1000">
                          <a:latin typeface="Noto Sans KR" panose="020B0200000000000000" pitchFamily="50" charset="-127"/>
                          <a:ea typeface="Noto Sans KR" panose="020B0200000000000000" pitchFamily="50" charset="-127"/>
                        </a:rPr>
                        <a:t>단계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1</a:t>
                      </a:r>
                      <a:r>
                        <a:rPr lang="ko-KR" altLang="en-US" sz="1000">
                          <a:latin typeface="Noto Sans KR" panose="020B0200000000000000" pitchFamily="50" charset="-127"/>
                          <a:ea typeface="Noto Sans KR" panose="020B0200000000000000" pitchFamily="50" charset="-127"/>
                        </a:rPr>
                        <a:t>단계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2</a:t>
                      </a:r>
                      <a:r>
                        <a:rPr lang="ko-KR" altLang="en-US" sz="1000">
                          <a:latin typeface="Noto Sans KR" panose="020B0200000000000000" pitchFamily="50" charset="-127"/>
                          <a:ea typeface="Noto Sans KR" panose="020B0200000000000000" pitchFamily="50" charset="-127"/>
                        </a:rPr>
                        <a:t>단계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latinLnBrk="1"/>
                      <a:r>
                        <a:rPr lang="en-US" altLang="ko-KR" sz="1000">
                          <a:latin typeface="Noto Sans KR" panose="020B0200000000000000" pitchFamily="50" charset="-127"/>
                          <a:ea typeface="Noto Sans KR" panose="020B0200000000000000" pitchFamily="50" charset="-127"/>
                        </a:rPr>
                        <a:t>3</a:t>
                      </a:r>
                      <a:r>
                        <a:rPr lang="ko-KR" altLang="en-US" sz="1000">
                          <a:latin typeface="Noto Sans KR" panose="020B0200000000000000" pitchFamily="50" charset="-127"/>
                          <a:ea typeface="Noto Sans KR" panose="020B0200000000000000" pitchFamily="50" charset="-127"/>
                        </a:rPr>
                        <a:t>단계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vMerge="1">
                  <a:txBody>
                    <a:bodyPr/>
                    <a:lstStyle/>
                    <a:p>
                      <a:pPr algn="ctr" latinLnBrk="1"/>
                      <a:endParaRPr lang="ko-KR" altLang="en-US" sz="1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2613318278"/>
                  </a:ext>
                </a:extLst>
              </a:tr>
              <a:tr h="389167">
                <a:tc>
                  <a:txBody>
                    <a:bodyPr/>
                    <a:lstStyle/>
                    <a:p>
                      <a:pPr algn="ctr" latinLnBrk="1"/>
                      <a:r>
                        <a:rPr lang="ko-KR" altLang="en-US" sz="1400">
                          <a:latin typeface="Noto Sans KR" panose="020B0200000000000000" pitchFamily="50" charset="-127"/>
                          <a:ea typeface="Noto Sans KR" panose="020B0200000000000000" pitchFamily="50" charset="-127"/>
                        </a:rPr>
                        <a:t>특허 출원</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1</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1</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1</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2</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1</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1</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1</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1</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1</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2</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1</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13</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4149692"/>
                  </a:ext>
                </a:extLst>
              </a:tr>
              <a:tr h="389167">
                <a:tc>
                  <a:txBody>
                    <a:bodyPr/>
                    <a:lstStyle/>
                    <a:p>
                      <a:pPr algn="ctr" latinLnBrk="1"/>
                      <a:r>
                        <a:rPr lang="ko-KR" altLang="en-US" sz="1400">
                          <a:latin typeface="Noto Sans KR" panose="020B0200000000000000" pitchFamily="50" charset="-127"/>
                          <a:ea typeface="Noto Sans KR" panose="020B0200000000000000" pitchFamily="50" charset="-127"/>
                        </a:rPr>
                        <a:t>특허 등록</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1</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1</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1</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1</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1</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1</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6</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33583270"/>
                  </a:ext>
                </a:extLst>
              </a:tr>
              <a:tr h="389167">
                <a:tc>
                  <a:txBody>
                    <a:bodyPr/>
                    <a:lstStyle/>
                    <a:p>
                      <a:pPr algn="ctr" latinLnBrk="1"/>
                      <a:r>
                        <a:rPr lang="ko-KR" altLang="en-US" sz="1400">
                          <a:latin typeface="Noto Sans KR" panose="020B0200000000000000" pitchFamily="50" charset="-127"/>
                          <a:ea typeface="Noto Sans KR" panose="020B0200000000000000" pitchFamily="50" charset="-127"/>
                        </a:rPr>
                        <a:t>논문 </a:t>
                      </a:r>
                      <a:r>
                        <a:rPr lang="en-US" altLang="ko-KR" sz="1400">
                          <a:latin typeface="Noto Sans KR" panose="020B0200000000000000" pitchFamily="50" charset="-127"/>
                          <a:ea typeface="Noto Sans KR" panose="020B0200000000000000" pitchFamily="50" charset="-127"/>
                        </a:rPr>
                        <a:t>(SCI)</a:t>
                      </a:r>
                      <a:endParaRPr lang="ko-KR" altLang="en-US" sz="14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2</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3</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2</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2</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3</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2</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3</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7</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2</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26</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60652092"/>
                  </a:ext>
                </a:extLst>
              </a:tr>
              <a:tr h="389167">
                <a:tc>
                  <a:txBody>
                    <a:bodyPr/>
                    <a:lstStyle/>
                    <a:p>
                      <a:pPr algn="ctr" latinLnBrk="1"/>
                      <a:r>
                        <a:rPr lang="ko-KR" altLang="en-US" sz="1400">
                          <a:latin typeface="Noto Sans KR" panose="020B0200000000000000" pitchFamily="50" charset="-127"/>
                          <a:ea typeface="Noto Sans KR" panose="020B0200000000000000" pitchFamily="50" charset="-127"/>
                        </a:rPr>
                        <a:t>보고서 원문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2</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3</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2</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7</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4042869"/>
                  </a:ext>
                </a:extLst>
              </a:tr>
              <a:tr h="389167">
                <a:tc>
                  <a:txBody>
                    <a:bodyPr/>
                    <a:lstStyle/>
                    <a:p>
                      <a:pPr algn="ctr" latinLnBrk="1"/>
                      <a:r>
                        <a:rPr lang="ko-KR" altLang="en-US" sz="1400">
                          <a:latin typeface="Noto Sans KR" panose="020B0200000000000000" pitchFamily="50" charset="-127"/>
                          <a:ea typeface="Noto Sans KR" panose="020B0200000000000000" pitchFamily="50" charset="-127"/>
                        </a:rPr>
                        <a:t>시제품 제작</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latinLnBrk="1"/>
                      <a:r>
                        <a:rPr lang="en-US" altLang="ko-KR" sz="1200" u="sng">
                          <a:solidFill>
                            <a:srgbClr val="0000FF"/>
                          </a:solidFill>
                          <a:latin typeface="Noto Sans KR" panose="020B0200000000000000" pitchFamily="50" charset="-127"/>
                          <a:ea typeface="Noto Sans KR" panose="020B0200000000000000" pitchFamily="50" charset="-127"/>
                        </a:rPr>
                        <a:t>1</a:t>
                      </a:r>
                      <a:endParaRPr lang="ko-KR" altLang="en-US" sz="1200" u="sng">
                        <a:solidFill>
                          <a:srgbClr val="0000FF"/>
                        </a:solidFill>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u="sng">
                          <a:solidFill>
                            <a:srgbClr val="0000FF"/>
                          </a:solidFill>
                          <a:latin typeface="Noto Sans KR" panose="020B0200000000000000" pitchFamily="50" charset="-127"/>
                          <a:ea typeface="Noto Sans KR" panose="020B0200000000000000" pitchFamily="50" charset="-127"/>
                        </a:rPr>
                        <a:t>1</a:t>
                      </a:r>
                      <a:endParaRPr lang="ko-KR" altLang="en-US" sz="1200" u="sng">
                        <a:solidFill>
                          <a:srgbClr val="0000FF"/>
                        </a:solidFill>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u="sng">
                          <a:solidFill>
                            <a:srgbClr val="0000FF"/>
                          </a:solidFill>
                          <a:latin typeface="Noto Sans KR" panose="020B0200000000000000" pitchFamily="50" charset="-127"/>
                          <a:ea typeface="Noto Sans KR" panose="020B0200000000000000" pitchFamily="50" charset="-127"/>
                        </a:rPr>
                        <a:t>1</a:t>
                      </a:r>
                      <a:endParaRPr lang="ko-KR" altLang="en-US" sz="1200" u="sng">
                        <a:solidFill>
                          <a:srgbClr val="0000FF"/>
                        </a:solidFill>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1</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1</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1</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3</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3</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12</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16695321"/>
                  </a:ext>
                </a:extLst>
              </a:tr>
              <a:tr h="389167">
                <a:tc>
                  <a:txBody>
                    <a:bodyPr/>
                    <a:lstStyle/>
                    <a:p>
                      <a:pPr algn="ctr" latinLnBrk="1"/>
                      <a:r>
                        <a:rPr lang="ko-KR" altLang="en-US" sz="1400">
                          <a:latin typeface="Noto Sans KR" panose="020B0200000000000000" pitchFamily="50" charset="-127"/>
                          <a:ea typeface="Noto Sans KR" panose="020B0200000000000000" pitchFamily="50" charset="-127"/>
                        </a:rPr>
                        <a:t>카탈로그 제작</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1</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1</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2</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53234184"/>
                  </a:ext>
                </a:extLst>
              </a:tr>
              <a:tr h="389167">
                <a:tc>
                  <a:txBody>
                    <a:bodyPr/>
                    <a:lstStyle/>
                    <a:p>
                      <a:pPr algn="ctr" latinLnBrk="1"/>
                      <a:r>
                        <a:rPr lang="ko-KR" altLang="en-US" sz="1400">
                          <a:latin typeface="Noto Sans KR" panose="020B0200000000000000" pitchFamily="50" charset="-127"/>
                          <a:ea typeface="Noto Sans KR" panose="020B0200000000000000" pitchFamily="50" charset="-127"/>
                        </a:rPr>
                        <a:t>홍보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1</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1</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2</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44971802"/>
                  </a:ext>
                </a:extLst>
              </a:tr>
              <a:tr h="389167">
                <a:tc>
                  <a:txBody>
                    <a:bodyPr/>
                    <a:lstStyle/>
                    <a:p>
                      <a:pPr algn="ctr" latinLnBrk="1"/>
                      <a:r>
                        <a:rPr lang="ko-KR" altLang="en-US" sz="1400">
                          <a:latin typeface="Noto Sans KR" panose="020B0200000000000000" pitchFamily="50" charset="-127"/>
                          <a:ea typeface="Noto Sans KR" panose="020B0200000000000000" pitchFamily="50" charset="-127"/>
                        </a:rPr>
                        <a:t>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4</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6</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6</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3</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6</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4</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3</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4</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5</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11</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5</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0</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4</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4</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a:latin typeface="Noto Sans KR" panose="020B0200000000000000" pitchFamily="50" charset="-127"/>
                          <a:ea typeface="Noto Sans KR" panose="020B0200000000000000" pitchFamily="50" charset="-127"/>
                        </a:rPr>
                        <a:t>68</a:t>
                      </a:r>
                      <a:endParaRPr lang="ko-KR" altLang="en-US" sz="12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29550623"/>
                  </a:ext>
                </a:extLst>
              </a:tr>
            </a:tbl>
          </a:graphicData>
        </a:graphic>
      </p:graphicFrame>
      <p:sp>
        <p:nvSpPr>
          <p:cNvPr id="19" name="직사각형 18">
            <a:extLst>
              <a:ext uri="{FF2B5EF4-FFF2-40B4-BE49-F238E27FC236}">
                <a16:creationId xmlns:a16="http://schemas.microsoft.com/office/drawing/2014/main" id="{91C2B1C1-EBEF-41CB-75FA-FAEA7B7BCD45}"/>
              </a:ext>
            </a:extLst>
          </p:cNvPr>
          <p:cNvSpPr/>
          <p:nvPr/>
        </p:nvSpPr>
        <p:spPr>
          <a:xfrm>
            <a:off x="1690578" y="2200940"/>
            <a:ext cx="606055" cy="3625702"/>
          </a:xfrm>
          <a:prstGeom prst="rect">
            <a:avLst/>
          </a:prstGeom>
          <a:noFill/>
          <a:ln w="222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6165581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a:extLst>
              <a:ext uri="{FF2B5EF4-FFF2-40B4-BE49-F238E27FC236}">
                <a16:creationId xmlns:a16="http://schemas.microsoft.com/office/drawing/2014/main" id="{23C52B07-5566-A32C-FE1E-F68569023666}"/>
              </a:ext>
            </a:extLst>
          </p:cNvPr>
          <p:cNvSpPr>
            <a:spLocks noGrp="1"/>
          </p:cNvSpPr>
          <p:nvPr>
            <p:ph type="ctrTitle"/>
          </p:nvPr>
        </p:nvSpPr>
        <p:spPr/>
        <p:txBody>
          <a:bodyPr>
            <a:normAutofit/>
          </a:bodyPr>
          <a:lstStyle/>
          <a:p>
            <a:r>
              <a:rPr lang="en-US" altLang="ko-KR" sz="1800" b="1">
                <a:latin typeface="Noto Sans KR" panose="020B0200000000000000" pitchFamily="50" charset="-127"/>
                <a:ea typeface="Noto Sans KR" panose="020B0200000000000000" pitchFamily="50" charset="-127"/>
              </a:rPr>
              <a:t>3. </a:t>
            </a:r>
            <a:r>
              <a:rPr lang="ko-KR" altLang="en-US" sz="1800" b="1">
                <a:latin typeface="Noto Sans KR" panose="020B0200000000000000" pitchFamily="50" charset="-127"/>
                <a:ea typeface="Noto Sans KR" panose="020B0200000000000000" pitchFamily="50" charset="-127"/>
              </a:rPr>
              <a:t>과제 추진 계획</a:t>
            </a:r>
            <a:endParaRPr lang="ko-KR" altLang="en-US" sz="1800">
              <a:latin typeface="Noto Sans KR" panose="020B0200000000000000" pitchFamily="50" charset="-127"/>
              <a:ea typeface="Noto Sans KR" panose="020B0200000000000000" pitchFamily="50" charset="-127"/>
            </a:endParaRPr>
          </a:p>
        </p:txBody>
      </p:sp>
      <p:sp>
        <p:nvSpPr>
          <p:cNvPr id="4" name="슬라이드 번호 개체 틀 3">
            <a:extLst>
              <a:ext uri="{FF2B5EF4-FFF2-40B4-BE49-F238E27FC236}">
                <a16:creationId xmlns:a16="http://schemas.microsoft.com/office/drawing/2014/main" id="{DF20A442-F3B8-7431-57A1-AE02C910EAB0}"/>
              </a:ext>
            </a:extLst>
          </p:cNvPr>
          <p:cNvSpPr>
            <a:spLocks noGrp="1"/>
          </p:cNvSpPr>
          <p:nvPr>
            <p:ph type="sldNum" sz="quarter" idx="4"/>
          </p:nvPr>
        </p:nvSpPr>
        <p:spPr/>
        <p:txBody>
          <a:bodyPr/>
          <a:lstStyle/>
          <a:p>
            <a:fld id="{E8B113C4-B834-4BEA-901C-8797A7F90894}" type="slidenum">
              <a:rPr lang="ko-KR" altLang="en-US" smtClean="0"/>
              <a:pPr/>
              <a:t>7</a:t>
            </a:fld>
            <a:endParaRPr lang="ko-KR" altLang="en-US"/>
          </a:p>
        </p:txBody>
      </p:sp>
      <p:pic>
        <p:nvPicPr>
          <p:cNvPr id="5" name="그림 4">
            <a:extLst>
              <a:ext uri="{FF2B5EF4-FFF2-40B4-BE49-F238E27FC236}">
                <a16:creationId xmlns:a16="http://schemas.microsoft.com/office/drawing/2014/main" id="{D9806324-F94E-3E20-639E-1753007A8C32}"/>
              </a:ext>
            </a:extLst>
          </p:cNvPr>
          <p:cNvPicPr>
            <a:picLocks noChangeAspect="1"/>
          </p:cNvPicPr>
          <p:nvPr/>
        </p:nvPicPr>
        <p:blipFill>
          <a:blip r:embed="rId2"/>
          <a:stretch>
            <a:fillRect/>
          </a:stretch>
        </p:blipFill>
        <p:spPr>
          <a:xfrm>
            <a:off x="0" y="2262104"/>
            <a:ext cx="9888745" cy="4484729"/>
          </a:xfrm>
          <a:prstGeom prst="rect">
            <a:avLst/>
          </a:prstGeom>
        </p:spPr>
      </p:pic>
      <p:sp>
        <p:nvSpPr>
          <p:cNvPr id="7" name="직사각형 6">
            <a:extLst>
              <a:ext uri="{FF2B5EF4-FFF2-40B4-BE49-F238E27FC236}">
                <a16:creationId xmlns:a16="http://schemas.microsoft.com/office/drawing/2014/main" id="{13A6B391-6533-6C69-BCD4-96BC6F4B512F}"/>
              </a:ext>
            </a:extLst>
          </p:cNvPr>
          <p:cNvSpPr/>
          <p:nvPr/>
        </p:nvSpPr>
        <p:spPr>
          <a:xfrm>
            <a:off x="17255" y="2285921"/>
            <a:ext cx="2776746" cy="461666"/>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400" b="1">
                <a:latin typeface="Noto Sans KR" panose="020B0200000000000000" pitchFamily="50" charset="-127"/>
                <a:ea typeface="Noto Sans KR" panose="020B0200000000000000" pitchFamily="50" charset="-127"/>
              </a:rPr>
              <a:t>1</a:t>
            </a:r>
            <a:r>
              <a:rPr lang="ko-KR" altLang="en-US" sz="1400" b="1">
                <a:latin typeface="Noto Sans KR" panose="020B0200000000000000" pitchFamily="50" charset="-127"/>
                <a:ea typeface="Noto Sans KR" panose="020B0200000000000000" pitchFamily="50" charset="-127"/>
              </a:rPr>
              <a:t>단계</a:t>
            </a:r>
          </a:p>
        </p:txBody>
      </p:sp>
      <p:sp>
        <p:nvSpPr>
          <p:cNvPr id="8" name="직사각형 7">
            <a:extLst>
              <a:ext uri="{FF2B5EF4-FFF2-40B4-BE49-F238E27FC236}">
                <a16:creationId xmlns:a16="http://schemas.microsoft.com/office/drawing/2014/main" id="{132BAAB3-9039-8C1A-44D6-68B06D687099}"/>
              </a:ext>
            </a:extLst>
          </p:cNvPr>
          <p:cNvSpPr/>
          <p:nvPr/>
        </p:nvSpPr>
        <p:spPr>
          <a:xfrm>
            <a:off x="2828528" y="2285921"/>
            <a:ext cx="4206256" cy="461666"/>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400" b="1">
                <a:latin typeface="Noto Sans KR" panose="020B0200000000000000" pitchFamily="50" charset="-127"/>
                <a:ea typeface="Noto Sans KR" panose="020B0200000000000000" pitchFamily="50" charset="-127"/>
              </a:rPr>
              <a:t>2</a:t>
            </a:r>
            <a:r>
              <a:rPr lang="ko-KR" altLang="en-US" sz="1400" b="1">
                <a:latin typeface="Noto Sans KR" panose="020B0200000000000000" pitchFamily="50" charset="-127"/>
                <a:ea typeface="Noto Sans KR" panose="020B0200000000000000" pitchFamily="50" charset="-127"/>
              </a:rPr>
              <a:t>단계</a:t>
            </a:r>
          </a:p>
        </p:txBody>
      </p:sp>
      <p:sp>
        <p:nvSpPr>
          <p:cNvPr id="9" name="직사각형 8">
            <a:extLst>
              <a:ext uri="{FF2B5EF4-FFF2-40B4-BE49-F238E27FC236}">
                <a16:creationId xmlns:a16="http://schemas.microsoft.com/office/drawing/2014/main" id="{EE46A8E1-4177-9F3B-E487-B5BF5F894946}"/>
              </a:ext>
            </a:extLst>
          </p:cNvPr>
          <p:cNvSpPr/>
          <p:nvPr/>
        </p:nvSpPr>
        <p:spPr>
          <a:xfrm>
            <a:off x="7069312" y="2285921"/>
            <a:ext cx="2819434" cy="461666"/>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400" b="1">
                <a:latin typeface="Noto Sans KR" panose="020B0200000000000000" pitchFamily="50" charset="-127"/>
                <a:ea typeface="Noto Sans KR" panose="020B0200000000000000" pitchFamily="50" charset="-127"/>
              </a:rPr>
              <a:t>3</a:t>
            </a:r>
            <a:r>
              <a:rPr lang="ko-KR" altLang="en-US" sz="1400" b="1">
                <a:latin typeface="Noto Sans KR" panose="020B0200000000000000" pitchFamily="50" charset="-127"/>
                <a:ea typeface="Noto Sans KR" panose="020B0200000000000000" pitchFamily="50" charset="-127"/>
              </a:rPr>
              <a:t>단계</a:t>
            </a:r>
          </a:p>
        </p:txBody>
      </p:sp>
      <p:sp>
        <p:nvSpPr>
          <p:cNvPr id="13" name="직사각형 12">
            <a:extLst>
              <a:ext uri="{FF2B5EF4-FFF2-40B4-BE49-F238E27FC236}">
                <a16:creationId xmlns:a16="http://schemas.microsoft.com/office/drawing/2014/main" id="{3119D74C-9534-9EF8-96ED-B3DB42ACF2B9}"/>
              </a:ext>
            </a:extLst>
          </p:cNvPr>
          <p:cNvSpPr/>
          <p:nvPr/>
        </p:nvSpPr>
        <p:spPr>
          <a:xfrm>
            <a:off x="37575" y="2805050"/>
            <a:ext cx="1354345" cy="307911"/>
          </a:xfrm>
          <a:prstGeom prst="rect">
            <a:avLst/>
          </a:prstGeom>
          <a:solidFill>
            <a:schemeClr val="bg1">
              <a:lumMod val="85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400">
                <a:solidFill>
                  <a:schemeClr val="tx1"/>
                </a:solidFill>
                <a:latin typeface="Noto Sans KR" panose="020B0200000000000000" pitchFamily="50" charset="-127"/>
                <a:ea typeface="Noto Sans KR" panose="020B0200000000000000" pitchFamily="50" charset="-127"/>
              </a:rPr>
              <a:t>1</a:t>
            </a:r>
            <a:r>
              <a:rPr lang="ko-KR" altLang="en-US" sz="1400">
                <a:solidFill>
                  <a:schemeClr val="tx1"/>
                </a:solidFill>
                <a:latin typeface="Noto Sans KR" panose="020B0200000000000000" pitchFamily="50" charset="-127"/>
                <a:ea typeface="Noto Sans KR" panose="020B0200000000000000" pitchFamily="50" charset="-127"/>
              </a:rPr>
              <a:t>차년도</a:t>
            </a:r>
          </a:p>
        </p:txBody>
      </p:sp>
      <p:sp>
        <p:nvSpPr>
          <p:cNvPr id="14" name="직사각형 13">
            <a:extLst>
              <a:ext uri="{FF2B5EF4-FFF2-40B4-BE49-F238E27FC236}">
                <a16:creationId xmlns:a16="http://schemas.microsoft.com/office/drawing/2014/main" id="{75675B94-C8E5-2BEB-7175-601CDD1FCEA0}"/>
              </a:ext>
            </a:extLst>
          </p:cNvPr>
          <p:cNvSpPr/>
          <p:nvPr/>
        </p:nvSpPr>
        <p:spPr>
          <a:xfrm>
            <a:off x="1429495" y="2805050"/>
            <a:ext cx="1354345" cy="307911"/>
          </a:xfrm>
          <a:prstGeom prst="rect">
            <a:avLst/>
          </a:prstGeom>
          <a:solidFill>
            <a:schemeClr val="bg1">
              <a:lumMod val="85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400">
                <a:solidFill>
                  <a:schemeClr val="tx1"/>
                </a:solidFill>
                <a:latin typeface="Noto Sans KR" panose="020B0200000000000000" pitchFamily="50" charset="-127"/>
                <a:ea typeface="Noto Sans KR" panose="020B0200000000000000" pitchFamily="50" charset="-127"/>
              </a:rPr>
              <a:t>2</a:t>
            </a:r>
            <a:r>
              <a:rPr lang="ko-KR" altLang="en-US" sz="1400">
                <a:solidFill>
                  <a:schemeClr val="tx1"/>
                </a:solidFill>
                <a:latin typeface="Noto Sans KR" panose="020B0200000000000000" pitchFamily="50" charset="-127"/>
                <a:ea typeface="Noto Sans KR" panose="020B0200000000000000" pitchFamily="50" charset="-127"/>
              </a:rPr>
              <a:t>차년도</a:t>
            </a:r>
          </a:p>
        </p:txBody>
      </p:sp>
      <p:sp>
        <p:nvSpPr>
          <p:cNvPr id="15" name="직사각형 14">
            <a:extLst>
              <a:ext uri="{FF2B5EF4-FFF2-40B4-BE49-F238E27FC236}">
                <a16:creationId xmlns:a16="http://schemas.microsoft.com/office/drawing/2014/main" id="{7A155FCD-4297-5B2C-DC47-986E087E59C6}"/>
              </a:ext>
            </a:extLst>
          </p:cNvPr>
          <p:cNvSpPr/>
          <p:nvPr/>
        </p:nvSpPr>
        <p:spPr>
          <a:xfrm>
            <a:off x="2833607" y="2805050"/>
            <a:ext cx="1354345" cy="307911"/>
          </a:xfrm>
          <a:prstGeom prst="rect">
            <a:avLst/>
          </a:prstGeom>
          <a:solidFill>
            <a:schemeClr val="bg1">
              <a:lumMod val="85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400">
                <a:solidFill>
                  <a:schemeClr val="tx1"/>
                </a:solidFill>
                <a:latin typeface="Noto Sans KR" panose="020B0200000000000000" pitchFamily="50" charset="-127"/>
                <a:ea typeface="Noto Sans KR" panose="020B0200000000000000" pitchFamily="50" charset="-127"/>
              </a:rPr>
              <a:t>3</a:t>
            </a:r>
            <a:r>
              <a:rPr lang="ko-KR" altLang="en-US" sz="1400">
                <a:solidFill>
                  <a:schemeClr val="tx1"/>
                </a:solidFill>
                <a:latin typeface="Noto Sans KR" panose="020B0200000000000000" pitchFamily="50" charset="-127"/>
                <a:ea typeface="Noto Sans KR" panose="020B0200000000000000" pitchFamily="50" charset="-127"/>
              </a:rPr>
              <a:t>차년도</a:t>
            </a:r>
          </a:p>
        </p:txBody>
      </p:sp>
      <p:sp>
        <p:nvSpPr>
          <p:cNvPr id="16" name="직사각형 15">
            <a:extLst>
              <a:ext uri="{FF2B5EF4-FFF2-40B4-BE49-F238E27FC236}">
                <a16:creationId xmlns:a16="http://schemas.microsoft.com/office/drawing/2014/main" id="{C9B366A7-6141-71C2-944D-822AE8C1A1B6}"/>
              </a:ext>
            </a:extLst>
          </p:cNvPr>
          <p:cNvSpPr/>
          <p:nvPr/>
        </p:nvSpPr>
        <p:spPr>
          <a:xfrm>
            <a:off x="4248387" y="2805050"/>
            <a:ext cx="1354345" cy="307911"/>
          </a:xfrm>
          <a:prstGeom prst="rect">
            <a:avLst/>
          </a:prstGeom>
          <a:solidFill>
            <a:schemeClr val="bg1">
              <a:lumMod val="85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400">
                <a:solidFill>
                  <a:schemeClr val="tx1"/>
                </a:solidFill>
                <a:latin typeface="Noto Sans KR" panose="020B0200000000000000" pitchFamily="50" charset="-127"/>
                <a:ea typeface="Noto Sans KR" panose="020B0200000000000000" pitchFamily="50" charset="-127"/>
              </a:rPr>
              <a:t>4</a:t>
            </a:r>
            <a:r>
              <a:rPr lang="ko-KR" altLang="en-US" sz="1400">
                <a:solidFill>
                  <a:schemeClr val="tx1"/>
                </a:solidFill>
                <a:latin typeface="Noto Sans KR" panose="020B0200000000000000" pitchFamily="50" charset="-127"/>
                <a:ea typeface="Noto Sans KR" panose="020B0200000000000000" pitchFamily="50" charset="-127"/>
              </a:rPr>
              <a:t>차년도</a:t>
            </a:r>
          </a:p>
        </p:txBody>
      </p:sp>
      <p:sp>
        <p:nvSpPr>
          <p:cNvPr id="17" name="직사각형 16">
            <a:extLst>
              <a:ext uri="{FF2B5EF4-FFF2-40B4-BE49-F238E27FC236}">
                <a16:creationId xmlns:a16="http://schemas.microsoft.com/office/drawing/2014/main" id="{92EB5B31-4E04-35A7-C28C-80796A3478CB}"/>
              </a:ext>
            </a:extLst>
          </p:cNvPr>
          <p:cNvSpPr/>
          <p:nvPr/>
        </p:nvSpPr>
        <p:spPr>
          <a:xfrm>
            <a:off x="5661406" y="2805050"/>
            <a:ext cx="1354345" cy="307911"/>
          </a:xfrm>
          <a:prstGeom prst="rect">
            <a:avLst/>
          </a:prstGeom>
          <a:solidFill>
            <a:schemeClr val="bg1">
              <a:lumMod val="85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400">
                <a:solidFill>
                  <a:schemeClr val="tx1"/>
                </a:solidFill>
                <a:latin typeface="Noto Sans KR" panose="020B0200000000000000" pitchFamily="50" charset="-127"/>
                <a:ea typeface="Noto Sans KR" panose="020B0200000000000000" pitchFamily="50" charset="-127"/>
              </a:rPr>
              <a:t>5</a:t>
            </a:r>
            <a:r>
              <a:rPr lang="ko-KR" altLang="en-US" sz="1400">
                <a:solidFill>
                  <a:schemeClr val="tx1"/>
                </a:solidFill>
                <a:latin typeface="Noto Sans KR" panose="020B0200000000000000" pitchFamily="50" charset="-127"/>
                <a:ea typeface="Noto Sans KR" panose="020B0200000000000000" pitchFamily="50" charset="-127"/>
              </a:rPr>
              <a:t>차년도</a:t>
            </a:r>
          </a:p>
        </p:txBody>
      </p:sp>
      <p:sp>
        <p:nvSpPr>
          <p:cNvPr id="18" name="직사각형 17">
            <a:extLst>
              <a:ext uri="{FF2B5EF4-FFF2-40B4-BE49-F238E27FC236}">
                <a16:creationId xmlns:a16="http://schemas.microsoft.com/office/drawing/2014/main" id="{5D7F0712-78A9-FFB7-FF74-841033E7CBA3}"/>
              </a:ext>
            </a:extLst>
          </p:cNvPr>
          <p:cNvSpPr/>
          <p:nvPr/>
        </p:nvSpPr>
        <p:spPr>
          <a:xfrm>
            <a:off x="7086074" y="2805050"/>
            <a:ext cx="1354345" cy="307911"/>
          </a:xfrm>
          <a:prstGeom prst="rect">
            <a:avLst/>
          </a:prstGeom>
          <a:solidFill>
            <a:schemeClr val="bg1">
              <a:lumMod val="85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400">
                <a:solidFill>
                  <a:schemeClr val="tx1"/>
                </a:solidFill>
                <a:latin typeface="Noto Sans KR" panose="020B0200000000000000" pitchFamily="50" charset="-127"/>
                <a:ea typeface="Noto Sans KR" panose="020B0200000000000000" pitchFamily="50" charset="-127"/>
              </a:rPr>
              <a:t>6</a:t>
            </a:r>
            <a:r>
              <a:rPr lang="ko-KR" altLang="en-US" sz="1400">
                <a:solidFill>
                  <a:schemeClr val="tx1"/>
                </a:solidFill>
                <a:latin typeface="Noto Sans KR" panose="020B0200000000000000" pitchFamily="50" charset="-127"/>
                <a:ea typeface="Noto Sans KR" panose="020B0200000000000000" pitchFamily="50" charset="-127"/>
              </a:rPr>
              <a:t>차년도</a:t>
            </a:r>
          </a:p>
        </p:txBody>
      </p:sp>
      <p:sp>
        <p:nvSpPr>
          <p:cNvPr id="19" name="직사각형 18">
            <a:extLst>
              <a:ext uri="{FF2B5EF4-FFF2-40B4-BE49-F238E27FC236}">
                <a16:creationId xmlns:a16="http://schemas.microsoft.com/office/drawing/2014/main" id="{E81185DD-C066-EC6C-F62F-B7DF0508C491}"/>
              </a:ext>
            </a:extLst>
          </p:cNvPr>
          <p:cNvSpPr/>
          <p:nvPr/>
        </p:nvSpPr>
        <p:spPr>
          <a:xfrm>
            <a:off x="8506985" y="2805050"/>
            <a:ext cx="1354345" cy="307911"/>
          </a:xfrm>
          <a:prstGeom prst="rect">
            <a:avLst/>
          </a:prstGeom>
          <a:solidFill>
            <a:schemeClr val="bg1">
              <a:lumMod val="85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400">
                <a:solidFill>
                  <a:schemeClr val="tx1"/>
                </a:solidFill>
                <a:latin typeface="Noto Sans KR" panose="020B0200000000000000" pitchFamily="50" charset="-127"/>
                <a:ea typeface="Noto Sans KR" panose="020B0200000000000000" pitchFamily="50" charset="-127"/>
              </a:rPr>
              <a:t>7</a:t>
            </a:r>
            <a:r>
              <a:rPr lang="ko-KR" altLang="en-US" sz="1400">
                <a:solidFill>
                  <a:schemeClr val="tx1"/>
                </a:solidFill>
                <a:latin typeface="Noto Sans KR" panose="020B0200000000000000" pitchFamily="50" charset="-127"/>
                <a:ea typeface="Noto Sans KR" panose="020B0200000000000000" pitchFamily="50" charset="-127"/>
              </a:rPr>
              <a:t>차년도</a:t>
            </a:r>
          </a:p>
        </p:txBody>
      </p:sp>
      <p:sp>
        <p:nvSpPr>
          <p:cNvPr id="20" name="TextBox 19">
            <a:extLst>
              <a:ext uri="{FF2B5EF4-FFF2-40B4-BE49-F238E27FC236}">
                <a16:creationId xmlns:a16="http://schemas.microsoft.com/office/drawing/2014/main" id="{9940E5E1-D3FD-AB76-21F8-2EF0130EA6C6}"/>
              </a:ext>
            </a:extLst>
          </p:cNvPr>
          <p:cNvSpPr txBox="1"/>
          <p:nvPr/>
        </p:nvSpPr>
        <p:spPr>
          <a:xfrm>
            <a:off x="207573" y="3202816"/>
            <a:ext cx="1098813" cy="415498"/>
          </a:xfrm>
          <a:prstGeom prst="rect">
            <a:avLst/>
          </a:prstGeom>
          <a:solidFill>
            <a:schemeClr val="bg1"/>
          </a:solidFill>
        </p:spPr>
        <p:txBody>
          <a:bodyPr wrap="square" rtlCol="0">
            <a:spAutoFit/>
          </a:bodyPr>
          <a:lstStyle/>
          <a:p>
            <a:pPr algn="ctr"/>
            <a:r>
              <a:rPr lang="en-US" altLang="ko-KR" sz="1050" b="1">
                <a:latin typeface="Noto Sans KR" panose="020B0200000000000000" pitchFamily="50" charset="-127"/>
                <a:ea typeface="Noto Sans KR" panose="020B0200000000000000" pitchFamily="50" charset="-127"/>
              </a:rPr>
              <a:t>1 BFIC </a:t>
            </a:r>
            <a:r>
              <a:rPr lang="ko-KR" altLang="en-US" sz="1050" b="1">
                <a:latin typeface="Noto Sans KR" panose="020B0200000000000000" pitchFamily="50" charset="-127"/>
                <a:ea typeface="Noto Sans KR" panose="020B0200000000000000" pitchFamily="50" charset="-127"/>
              </a:rPr>
              <a:t>기반</a:t>
            </a:r>
            <a:endParaRPr lang="en-US" altLang="ko-KR" sz="1050" b="1">
              <a:latin typeface="Noto Sans KR" panose="020B0200000000000000" pitchFamily="50" charset="-127"/>
              <a:ea typeface="Noto Sans KR" panose="020B0200000000000000" pitchFamily="50" charset="-127"/>
            </a:endParaRPr>
          </a:p>
          <a:p>
            <a:pPr algn="ctr"/>
            <a:r>
              <a:rPr lang="en-US" altLang="ko-KR" sz="1050" b="1">
                <a:latin typeface="Noto Sans KR" panose="020B0200000000000000" pitchFamily="50" charset="-127"/>
                <a:ea typeface="Noto Sans KR" panose="020B0200000000000000" pitchFamily="50" charset="-127"/>
              </a:rPr>
              <a:t>2x2 Unit array</a:t>
            </a:r>
            <a:endParaRPr lang="ko-KR" altLang="en-US" sz="1050" b="1">
              <a:latin typeface="Noto Sans KR" panose="020B0200000000000000" pitchFamily="50" charset="-127"/>
              <a:ea typeface="Noto Sans KR" panose="020B0200000000000000" pitchFamily="50" charset="-127"/>
            </a:endParaRPr>
          </a:p>
        </p:txBody>
      </p:sp>
      <p:sp>
        <p:nvSpPr>
          <p:cNvPr id="21" name="TextBox 20">
            <a:extLst>
              <a:ext uri="{FF2B5EF4-FFF2-40B4-BE49-F238E27FC236}">
                <a16:creationId xmlns:a16="http://schemas.microsoft.com/office/drawing/2014/main" id="{24AD9D2D-26AD-65C5-8128-873903EE5495}"/>
              </a:ext>
            </a:extLst>
          </p:cNvPr>
          <p:cNvSpPr txBox="1"/>
          <p:nvPr/>
        </p:nvSpPr>
        <p:spPr>
          <a:xfrm>
            <a:off x="1534260" y="3226348"/>
            <a:ext cx="1153034" cy="415498"/>
          </a:xfrm>
          <a:prstGeom prst="rect">
            <a:avLst/>
          </a:prstGeom>
          <a:solidFill>
            <a:schemeClr val="bg1"/>
          </a:solidFill>
        </p:spPr>
        <p:txBody>
          <a:bodyPr wrap="square" rtlCol="0">
            <a:spAutoFit/>
          </a:bodyPr>
          <a:lstStyle/>
          <a:p>
            <a:pPr algn="ctr"/>
            <a:r>
              <a:rPr lang="en-US" altLang="ko-KR" sz="1050" b="1">
                <a:latin typeface="Noto Sans KR" panose="020B0200000000000000" pitchFamily="50" charset="-127"/>
                <a:ea typeface="Noto Sans KR" panose="020B0200000000000000" pitchFamily="50" charset="-127"/>
              </a:rPr>
              <a:t>16 BFIC </a:t>
            </a:r>
            <a:r>
              <a:rPr lang="ko-KR" altLang="en-US" sz="1050" b="1">
                <a:latin typeface="Noto Sans KR" panose="020B0200000000000000" pitchFamily="50" charset="-127"/>
                <a:ea typeface="Noto Sans KR" panose="020B0200000000000000" pitchFamily="50" charset="-127"/>
              </a:rPr>
              <a:t>기반</a:t>
            </a:r>
            <a:endParaRPr lang="en-US" altLang="ko-KR" sz="1050" b="1">
              <a:latin typeface="Noto Sans KR" panose="020B0200000000000000" pitchFamily="50" charset="-127"/>
              <a:ea typeface="Noto Sans KR" panose="020B0200000000000000" pitchFamily="50" charset="-127"/>
            </a:endParaRPr>
          </a:p>
          <a:p>
            <a:pPr algn="ctr"/>
            <a:r>
              <a:rPr lang="en-US" altLang="ko-KR" sz="1050" b="1">
                <a:latin typeface="Noto Sans KR" panose="020B0200000000000000" pitchFamily="50" charset="-127"/>
                <a:ea typeface="Noto Sans KR" panose="020B0200000000000000" pitchFamily="50" charset="-127"/>
              </a:rPr>
              <a:t>8x8 Subarray</a:t>
            </a:r>
            <a:endParaRPr lang="ko-KR" altLang="en-US" sz="1050" b="1">
              <a:latin typeface="Noto Sans KR" panose="020B0200000000000000" pitchFamily="50" charset="-127"/>
              <a:ea typeface="Noto Sans KR" panose="020B0200000000000000" pitchFamily="50" charset="-127"/>
            </a:endParaRPr>
          </a:p>
        </p:txBody>
      </p:sp>
      <p:sp>
        <p:nvSpPr>
          <p:cNvPr id="22" name="TextBox 21">
            <a:extLst>
              <a:ext uri="{FF2B5EF4-FFF2-40B4-BE49-F238E27FC236}">
                <a16:creationId xmlns:a16="http://schemas.microsoft.com/office/drawing/2014/main" id="{71981A60-95D2-64C4-4A36-845CCD7CF6E7}"/>
              </a:ext>
            </a:extLst>
          </p:cNvPr>
          <p:cNvSpPr txBox="1"/>
          <p:nvPr/>
        </p:nvSpPr>
        <p:spPr>
          <a:xfrm>
            <a:off x="3018019" y="3289724"/>
            <a:ext cx="985520" cy="253916"/>
          </a:xfrm>
          <a:prstGeom prst="rect">
            <a:avLst/>
          </a:prstGeom>
          <a:solidFill>
            <a:schemeClr val="bg1"/>
          </a:solidFill>
        </p:spPr>
        <p:txBody>
          <a:bodyPr wrap="square" rtlCol="0">
            <a:spAutoFit/>
          </a:bodyPr>
          <a:lstStyle/>
          <a:p>
            <a:pPr algn="ctr"/>
            <a:r>
              <a:rPr lang="en-US" altLang="ko-KR" sz="1050" b="1">
                <a:latin typeface="Noto Sans KR" panose="020B0200000000000000" pitchFamily="50" charset="-127"/>
                <a:ea typeface="Noto Sans KR" panose="020B0200000000000000" pitchFamily="50" charset="-127"/>
              </a:rPr>
              <a:t>Unit module</a:t>
            </a:r>
            <a:endParaRPr lang="ko-KR" altLang="en-US" sz="1050" b="1">
              <a:latin typeface="Noto Sans KR" panose="020B0200000000000000" pitchFamily="50" charset="-127"/>
              <a:ea typeface="Noto Sans KR" panose="020B0200000000000000" pitchFamily="50" charset="-127"/>
            </a:endParaRPr>
          </a:p>
        </p:txBody>
      </p:sp>
      <p:sp>
        <p:nvSpPr>
          <p:cNvPr id="24" name="TextBox 23">
            <a:extLst>
              <a:ext uri="{FF2B5EF4-FFF2-40B4-BE49-F238E27FC236}">
                <a16:creationId xmlns:a16="http://schemas.microsoft.com/office/drawing/2014/main" id="{E06F985A-72C8-79F8-4401-158D4608F48A}"/>
              </a:ext>
            </a:extLst>
          </p:cNvPr>
          <p:cNvSpPr txBox="1"/>
          <p:nvPr/>
        </p:nvSpPr>
        <p:spPr>
          <a:xfrm>
            <a:off x="5694415" y="3178134"/>
            <a:ext cx="1321336" cy="400110"/>
          </a:xfrm>
          <a:prstGeom prst="rect">
            <a:avLst/>
          </a:prstGeom>
          <a:solidFill>
            <a:schemeClr val="bg1"/>
          </a:solidFill>
        </p:spPr>
        <p:txBody>
          <a:bodyPr wrap="square" lIns="0" rIns="0" rtlCol="0">
            <a:spAutoFit/>
          </a:bodyPr>
          <a:lstStyle/>
          <a:p>
            <a:pPr algn="ctr"/>
            <a:r>
              <a:rPr lang="en-US" altLang="ko-KR" sz="1000" b="1">
                <a:latin typeface="Noto Sans KR" panose="020B0200000000000000" pitchFamily="50" charset="-127"/>
                <a:ea typeface="Noto Sans KR" panose="020B0200000000000000" pitchFamily="50" charset="-127"/>
              </a:rPr>
              <a:t>N x Unit module</a:t>
            </a:r>
          </a:p>
          <a:p>
            <a:pPr algn="ctr"/>
            <a:r>
              <a:rPr lang="ko-KR" altLang="en-US" sz="1000" b="1">
                <a:latin typeface="Noto Sans KR" panose="020B0200000000000000" pitchFamily="50" charset="-127"/>
                <a:ea typeface="Noto Sans KR" panose="020B0200000000000000" pitchFamily="50" charset="-127"/>
              </a:rPr>
              <a:t>기반 </a:t>
            </a:r>
            <a:r>
              <a:rPr lang="en-US" altLang="ko-KR" sz="1000" b="1">
                <a:latin typeface="Noto Sans KR" panose="020B0200000000000000" pitchFamily="50" charset="-127"/>
                <a:ea typeface="Noto Sans KR" panose="020B0200000000000000" pitchFamily="50" charset="-127"/>
              </a:rPr>
              <a:t>Tile </a:t>
            </a:r>
            <a:r>
              <a:rPr lang="ko-KR" altLang="en-US" sz="1000" b="1">
                <a:latin typeface="Noto Sans KR" panose="020B0200000000000000" pitchFamily="50" charset="-127"/>
                <a:ea typeface="Noto Sans KR" panose="020B0200000000000000" pitchFamily="50" charset="-127"/>
              </a:rPr>
              <a:t>확장 및 최적화</a:t>
            </a:r>
          </a:p>
        </p:txBody>
      </p:sp>
      <p:sp>
        <p:nvSpPr>
          <p:cNvPr id="25" name="TextBox 24">
            <a:extLst>
              <a:ext uri="{FF2B5EF4-FFF2-40B4-BE49-F238E27FC236}">
                <a16:creationId xmlns:a16="http://schemas.microsoft.com/office/drawing/2014/main" id="{B165FDBD-CD7E-3FBF-F101-CC60253A0BD7}"/>
              </a:ext>
            </a:extLst>
          </p:cNvPr>
          <p:cNvSpPr txBox="1"/>
          <p:nvPr/>
        </p:nvSpPr>
        <p:spPr>
          <a:xfrm>
            <a:off x="7121506" y="3139582"/>
            <a:ext cx="1283480" cy="415498"/>
          </a:xfrm>
          <a:prstGeom prst="rect">
            <a:avLst/>
          </a:prstGeom>
          <a:solidFill>
            <a:schemeClr val="bg1"/>
          </a:solidFill>
        </p:spPr>
        <p:txBody>
          <a:bodyPr wrap="square" rtlCol="0">
            <a:spAutoFit/>
          </a:bodyPr>
          <a:lstStyle/>
          <a:p>
            <a:pPr algn="ctr"/>
            <a:r>
              <a:rPr lang="en-US" altLang="ko-KR" sz="1050" b="1">
                <a:latin typeface="Noto Sans KR" panose="020B0200000000000000" pitchFamily="50" charset="-127"/>
                <a:ea typeface="Noto Sans KR" panose="020B0200000000000000" pitchFamily="50" charset="-127"/>
              </a:rPr>
              <a:t>Integration module</a:t>
            </a:r>
            <a:endParaRPr lang="ko-KR" altLang="en-US" sz="1050" b="1">
              <a:latin typeface="Noto Sans KR" panose="020B0200000000000000" pitchFamily="50" charset="-127"/>
              <a:ea typeface="Noto Sans KR" panose="020B0200000000000000" pitchFamily="50" charset="-127"/>
            </a:endParaRPr>
          </a:p>
        </p:txBody>
      </p:sp>
      <p:sp>
        <p:nvSpPr>
          <p:cNvPr id="26" name="TextBox 25">
            <a:extLst>
              <a:ext uri="{FF2B5EF4-FFF2-40B4-BE49-F238E27FC236}">
                <a16:creationId xmlns:a16="http://schemas.microsoft.com/office/drawing/2014/main" id="{BA277200-78FD-9E4B-61B6-3FADAB8DAE15}"/>
              </a:ext>
            </a:extLst>
          </p:cNvPr>
          <p:cNvSpPr txBox="1"/>
          <p:nvPr/>
        </p:nvSpPr>
        <p:spPr>
          <a:xfrm>
            <a:off x="120388" y="4901479"/>
            <a:ext cx="1241052" cy="1594762"/>
          </a:xfrm>
          <a:prstGeom prst="rect">
            <a:avLst/>
          </a:prstGeom>
          <a:solidFill>
            <a:schemeClr val="bg1"/>
          </a:solidFill>
        </p:spPr>
        <p:txBody>
          <a:bodyPr wrap="square" rtlCol="0">
            <a:noAutofit/>
          </a:bodyPr>
          <a:lstStyle/>
          <a:p>
            <a:pPr algn="ctr"/>
            <a:r>
              <a:rPr lang="en-US" altLang="ko-KR" sz="1200" b="1">
                <a:latin typeface="Noto Sans KR" panose="020B0200000000000000" pitchFamily="50" charset="-127"/>
                <a:ea typeface="Noto Sans KR" panose="020B0200000000000000" pitchFamily="50" charset="-127"/>
              </a:rPr>
              <a:t>2 x 2 Unit cell </a:t>
            </a:r>
            <a:r>
              <a:rPr lang="ko-KR" altLang="en-US" sz="1200" b="1">
                <a:latin typeface="Noto Sans KR" panose="020B0200000000000000" pitchFamily="50" charset="-127"/>
                <a:ea typeface="Noto Sans KR" panose="020B0200000000000000" pitchFamily="50" charset="-127"/>
              </a:rPr>
              <a:t>설계 및</a:t>
            </a:r>
            <a:endParaRPr lang="en-US" altLang="ko-KR" sz="1200" b="1">
              <a:latin typeface="Noto Sans KR" panose="020B0200000000000000" pitchFamily="50" charset="-127"/>
              <a:ea typeface="Noto Sans KR" panose="020B0200000000000000" pitchFamily="50" charset="-127"/>
            </a:endParaRPr>
          </a:p>
          <a:p>
            <a:pPr algn="ctr"/>
            <a:r>
              <a:rPr lang="ko-KR" altLang="en-US" sz="1200" b="1">
                <a:latin typeface="Noto Sans KR" panose="020B0200000000000000" pitchFamily="50" charset="-127"/>
                <a:ea typeface="Noto Sans KR" panose="020B0200000000000000" pitchFamily="50" charset="-127"/>
              </a:rPr>
              <a:t>핵심 기술</a:t>
            </a:r>
            <a:endParaRPr lang="en-US" altLang="ko-KR" sz="1200" b="1">
              <a:latin typeface="Noto Sans KR" panose="020B0200000000000000" pitchFamily="50" charset="-127"/>
              <a:ea typeface="Noto Sans KR" panose="020B0200000000000000" pitchFamily="50" charset="-127"/>
            </a:endParaRPr>
          </a:p>
          <a:p>
            <a:pPr algn="ctr"/>
            <a:r>
              <a:rPr lang="ko-KR" altLang="en-US" sz="1200" b="1">
                <a:latin typeface="Noto Sans KR" panose="020B0200000000000000" pitchFamily="50" charset="-127"/>
                <a:ea typeface="Noto Sans KR" panose="020B0200000000000000" pitchFamily="50" charset="-127"/>
              </a:rPr>
              <a:t>개발 연구</a:t>
            </a:r>
          </a:p>
        </p:txBody>
      </p:sp>
      <p:sp>
        <p:nvSpPr>
          <p:cNvPr id="27" name="TextBox 26">
            <a:extLst>
              <a:ext uri="{FF2B5EF4-FFF2-40B4-BE49-F238E27FC236}">
                <a16:creationId xmlns:a16="http://schemas.microsoft.com/office/drawing/2014/main" id="{65676E33-D1DA-DC47-AFAE-B4B57CACF7FD}"/>
              </a:ext>
            </a:extLst>
          </p:cNvPr>
          <p:cNvSpPr txBox="1"/>
          <p:nvPr/>
        </p:nvSpPr>
        <p:spPr>
          <a:xfrm>
            <a:off x="1486141" y="4901480"/>
            <a:ext cx="1241052" cy="1594762"/>
          </a:xfrm>
          <a:prstGeom prst="rect">
            <a:avLst/>
          </a:prstGeom>
          <a:solidFill>
            <a:schemeClr val="bg1"/>
          </a:solidFill>
        </p:spPr>
        <p:txBody>
          <a:bodyPr wrap="square" rtlCol="0">
            <a:noAutofit/>
          </a:bodyPr>
          <a:lstStyle/>
          <a:p>
            <a:pPr algn="ctr"/>
            <a:r>
              <a:rPr lang="en-US" altLang="ko-KR" sz="1200" b="1">
                <a:latin typeface="Noto Sans KR" panose="020B0200000000000000" pitchFamily="50" charset="-127"/>
                <a:ea typeface="Noto Sans KR" panose="020B0200000000000000" pitchFamily="50" charset="-127"/>
              </a:rPr>
              <a:t>8 x 8 Subarray module </a:t>
            </a:r>
            <a:r>
              <a:rPr lang="ko-KR" altLang="en-US" sz="1200" b="1">
                <a:latin typeface="Noto Sans KR" panose="020B0200000000000000" pitchFamily="50" charset="-127"/>
                <a:ea typeface="Noto Sans KR" panose="020B0200000000000000" pitchFamily="50" charset="-127"/>
              </a:rPr>
              <a:t>설계 및 제작을 통한</a:t>
            </a:r>
            <a:endParaRPr lang="en-US" altLang="ko-KR" sz="1200" b="1">
              <a:latin typeface="Noto Sans KR" panose="020B0200000000000000" pitchFamily="50" charset="-127"/>
              <a:ea typeface="Noto Sans KR" panose="020B0200000000000000" pitchFamily="50" charset="-127"/>
            </a:endParaRPr>
          </a:p>
          <a:p>
            <a:pPr algn="ctr"/>
            <a:r>
              <a:rPr lang="ko-KR" altLang="en-US" sz="1200" b="1">
                <a:latin typeface="Noto Sans KR" panose="020B0200000000000000" pitchFamily="50" charset="-127"/>
                <a:ea typeface="Noto Sans KR" panose="020B0200000000000000" pitchFamily="50" charset="-127"/>
              </a:rPr>
              <a:t>성능 측정 및</a:t>
            </a:r>
            <a:endParaRPr lang="en-US" altLang="ko-KR" sz="1200" b="1">
              <a:latin typeface="Noto Sans KR" panose="020B0200000000000000" pitchFamily="50" charset="-127"/>
              <a:ea typeface="Noto Sans KR" panose="020B0200000000000000" pitchFamily="50" charset="-127"/>
            </a:endParaRPr>
          </a:p>
          <a:p>
            <a:pPr algn="ctr"/>
            <a:r>
              <a:rPr lang="ko-KR" altLang="en-US" sz="1200" b="1">
                <a:latin typeface="Noto Sans KR" panose="020B0200000000000000" pitchFamily="50" charset="-127"/>
                <a:ea typeface="Noto Sans KR" panose="020B0200000000000000" pitchFamily="50" charset="-127"/>
              </a:rPr>
              <a:t>분석</a:t>
            </a:r>
          </a:p>
        </p:txBody>
      </p:sp>
      <p:sp>
        <p:nvSpPr>
          <p:cNvPr id="28" name="TextBox 27">
            <a:extLst>
              <a:ext uri="{FF2B5EF4-FFF2-40B4-BE49-F238E27FC236}">
                <a16:creationId xmlns:a16="http://schemas.microsoft.com/office/drawing/2014/main" id="{8F6A53A6-7B8E-8480-AF25-DDEF3D0A01EC}"/>
              </a:ext>
            </a:extLst>
          </p:cNvPr>
          <p:cNvSpPr txBox="1"/>
          <p:nvPr/>
        </p:nvSpPr>
        <p:spPr>
          <a:xfrm>
            <a:off x="1486141" y="4743581"/>
            <a:ext cx="1241052" cy="179552"/>
          </a:xfrm>
          <a:prstGeom prst="rect">
            <a:avLst/>
          </a:prstGeom>
          <a:solidFill>
            <a:schemeClr val="bg1"/>
          </a:solidFill>
        </p:spPr>
        <p:txBody>
          <a:bodyPr wrap="square" rtlCol="0">
            <a:noAutofit/>
          </a:bodyPr>
          <a:lstStyle/>
          <a:p>
            <a:pPr algn="ctr"/>
            <a:endParaRPr lang="ko-KR" altLang="en-US" sz="1200" b="1">
              <a:latin typeface="Noto Sans KR" panose="020B0200000000000000" pitchFamily="50" charset="-127"/>
              <a:ea typeface="Noto Sans KR" panose="020B0200000000000000" pitchFamily="50" charset="-127"/>
            </a:endParaRPr>
          </a:p>
        </p:txBody>
      </p:sp>
      <p:sp>
        <p:nvSpPr>
          <p:cNvPr id="29" name="TextBox 28">
            <a:extLst>
              <a:ext uri="{FF2B5EF4-FFF2-40B4-BE49-F238E27FC236}">
                <a16:creationId xmlns:a16="http://schemas.microsoft.com/office/drawing/2014/main" id="{06946C14-E28E-AEEB-8823-91E2E3585683}"/>
              </a:ext>
            </a:extLst>
          </p:cNvPr>
          <p:cNvSpPr txBox="1"/>
          <p:nvPr/>
        </p:nvSpPr>
        <p:spPr>
          <a:xfrm>
            <a:off x="1486141" y="6441985"/>
            <a:ext cx="1241052" cy="179552"/>
          </a:xfrm>
          <a:prstGeom prst="rect">
            <a:avLst/>
          </a:prstGeom>
          <a:solidFill>
            <a:schemeClr val="bg1"/>
          </a:solidFill>
        </p:spPr>
        <p:txBody>
          <a:bodyPr wrap="square" rtlCol="0">
            <a:noAutofit/>
          </a:bodyPr>
          <a:lstStyle/>
          <a:p>
            <a:pPr algn="ctr"/>
            <a:endParaRPr lang="ko-KR" altLang="en-US" sz="1200" b="1">
              <a:latin typeface="Noto Sans KR" panose="020B0200000000000000" pitchFamily="50" charset="-127"/>
              <a:ea typeface="Noto Sans KR" panose="020B0200000000000000" pitchFamily="50" charset="-127"/>
            </a:endParaRPr>
          </a:p>
        </p:txBody>
      </p:sp>
      <p:sp>
        <p:nvSpPr>
          <p:cNvPr id="30" name="TextBox 29">
            <a:extLst>
              <a:ext uri="{FF2B5EF4-FFF2-40B4-BE49-F238E27FC236}">
                <a16:creationId xmlns:a16="http://schemas.microsoft.com/office/drawing/2014/main" id="{946ED7EF-5F0C-416F-CD9F-5117046A3B70}"/>
              </a:ext>
            </a:extLst>
          </p:cNvPr>
          <p:cNvSpPr txBox="1"/>
          <p:nvPr/>
        </p:nvSpPr>
        <p:spPr>
          <a:xfrm>
            <a:off x="2890253" y="4911639"/>
            <a:ext cx="1241052" cy="1720058"/>
          </a:xfrm>
          <a:prstGeom prst="rect">
            <a:avLst/>
          </a:prstGeom>
          <a:solidFill>
            <a:schemeClr val="bg1"/>
          </a:solidFill>
        </p:spPr>
        <p:txBody>
          <a:bodyPr wrap="square" rtlCol="0">
            <a:noAutofit/>
          </a:bodyPr>
          <a:lstStyle/>
          <a:p>
            <a:pPr algn="ctr"/>
            <a:r>
              <a:rPr lang="ko-KR" altLang="en-US" sz="1200" b="1">
                <a:latin typeface="Noto Sans KR" panose="020B0200000000000000" pitchFamily="50" charset="-127"/>
                <a:ea typeface="Noto Sans KR" panose="020B0200000000000000" pitchFamily="50" charset="-127"/>
              </a:rPr>
              <a:t>대규모 배열 </a:t>
            </a:r>
            <a:endParaRPr lang="en-US" altLang="ko-KR" sz="1200" b="1">
              <a:latin typeface="Noto Sans KR" panose="020B0200000000000000" pitchFamily="50" charset="-127"/>
              <a:ea typeface="Noto Sans KR" panose="020B0200000000000000" pitchFamily="50" charset="-127"/>
            </a:endParaRPr>
          </a:p>
          <a:p>
            <a:pPr algn="ctr"/>
            <a:r>
              <a:rPr lang="ko-KR" altLang="en-US" sz="1200" b="1">
                <a:latin typeface="Noto Sans KR" panose="020B0200000000000000" pitchFamily="50" charset="-127"/>
                <a:ea typeface="Noto Sans KR" panose="020B0200000000000000" pitchFamily="50" charset="-127"/>
              </a:rPr>
              <a:t>구성을 위한 </a:t>
            </a:r>
            <a:r>
              <a:rPr lang="en-US" altLang="ko-KR" sz="1200" b="1">
                <a:latin typeface="Noto Sans KR" panose="020B0200000000000000" pitchFamily="50" charset="-127"/>
                <a:ea typeface="Noto Sans KR" panose="020B0200000000000000" pitchFamily="50" charset="-127"/>
              </a:rPr>
              <a:t>Unit module </a:t>
            </a:r>
            <a:r>
              <a:rPr lang="ko-KR" altLang="en-US" sz="1200" b="1">
                <a:latin typeface="Noto Sans KR" panose="020B0200000000000000" pitchFamily="50" charset="-127"/>
                <a:ea typeface="Noto Sans KR" panose="020B0200000000000000" pitchFamily="50" charset="-127"/>
              </a:rPr>
              <a:t>설계 및 핵심 기술개발 연구</a:t>
            </a:r>
          </a:p>
        </p:txBody>
      </p:sp>
      <p:sp>
        <p:nvSpPr>
          <p:cNvPr id="31" name="TextBox 30">
            <a:extLst>
              <a:ext uri="{FF2B5EF4-FFF2-40B4-BE49-F238E27FC236}">
                <a16:creationId xmlns:a16="http://schemas.microsoft.com/office/drawing/2014/main" id="{58427570-A0C6-8EEC-902B-198B3DF53523}"/>
              </a:ext>
            </a:extLst>
          </p:cNvPr>
          <p:cNvSpPr txBox="1"/>
          <p:nvPr/>
        </p:nvSpPr>
        <p:spPr>
          <a:xfrm>
            <a:off x="4294365" y="4911639"/>
            <a:ext cx="1241052" cy="1720058"/>
          </a:xfrm>
          <a:prstGeom prst="rect">
            <a:avLst/>
          </a:prstGeom>
          <a:solidFill>
            <a:schemeClr val="bg1"/>
          </a:solidFill>
        </p:spPr>
        <p:txBody>
          <a:bodyPr wrap="square" rtlCol="0">
            <a:noAutofit/>
          </a:bodyPr>
          <a:lstStyle/>
          <a:p>
            <a:pPr algn="ctr"/>
            <a:r>
              <a:rPr lang="en-US" altLang="ko-KR" sz="1200" b="1">
                <a:latin typeface="Noto Sans KR" panose="020B0200000000000000" pitchFamily="50" charset="-127"/>
                <a:ea typeface="Noto Sans KR" panose="020B0200000000000000" pitchFamily="50" charset="-127"/>
              </a:rPr>
              <a:t>Unit</a:t>
            </a:r>
            <a:r>
              <a:rPr lang="ko-KR" altLang="en-US" sz="1200" b="1">
                <a:latin typeface="Noto Sans KR" panose="020B0200000000000000" pitchFamily="50" charset="-127"/>
                <a:ea typeface="Noto Sans KR" panose="020B0200000000000000" pitchFamily="50" charset="-127"/>
              </a:rPr>
              <a:t> </a:t>
            </a:r>
            <a:r>
              <a:rPr lang="en-US" altLang="ko-KR" sz="1200" b="1">
                <a:latin typeface="Noto Sans KR" panose="020B0200000000000000" pitchFamily="50" charset="-127"/>
                <a:ea typeface="Noto Sans KR" panose="020B0200000000000000" pitchFamily="50" charset="-127"/>
              </a:rPr>
              <a:t>module</a:t>
            </a:r>
            <a:r>
              <a:rPr lang="ko-KR" altLang="en-US" sz="1200" b="1">
                <a:latin typeface="Noto Sans KR" panose="020B0200000000000000" pitchFamily="50" charset="-127"/>
                <a:ea typeface="Noto Sans KR" panose="020B0200000000000000" pitchFamily="50" charset="-127"/>
              </a:rPr>
              <a:t>을 활용한 </a:t>
            </a:r>
            <a:r>
              <a:rPr lang="en-US" altLang="ko-KR" sz="1200" b="1">
                <a:latin typeface="Noto Sans KR" panose="020B0200000000000000" pitchFamily="50" charset="-127"/>
                <a:ea typeface="Noto Sans KR" panose="020B0200000000000000" pitchFamily="50" charset="-127"/>
              </a:rPr>
              <a:t>Tile</a:t>
            </a:r>
            <a:r>
              <a:rPr lang="ko-KR" altLang="en-US" sz="1200" b="1">
                <a:latin typeface="Noto Sans KR" panose="020B0200000000000000" pitchFamily="50" charset="-127"/>
                <a:ea typeface="Noto Sans KR" panose="020B0200000000000000" pitchFamily="50" charset="-127"/>
              </a:rPr>
              <a:t>형</a:t>
            </a:r>
            <a:endParaRPr lang="en-US" altLang="ko-KR" sz="1200" b="1">
              <a:latin typeface="Noto Sans KR" panose="020B0200000000000000" pitchFamily="50" charset="-127"/>
              <a:ea typeface="Noto Sans KR" panose="020B0200000000000000" pitchFamily="50" charset="-127"/>
            </a:endParaRPr>
          </a:p>
          <a:p>
            <a:pPr algn="ctr"/>
            <a:r>
              <a:rPr lang="en-US" altLang="ko-KR" sz="1200" b="1">
                <a:latin typeface="Noto Sans KR" panose="020B0200000000000000" pitchFamily="50" charset="-127"/>
                <a:ea typeface="Noto Sans KR" panose="020B0200000000000000" pitchFamily="50" charset="-127"/>
              </a:rPr>
              <a:t>N x Unit module </a:t>
            </a:r>
            <a:r>
              <a:rPr lang="ko-KR" altLang="en-US" sz="1200" b="1">
                <a:latin typeface="Noto Sans KR" panose="020B0200000000000000" pitchFamily="50" charset="-127"/>
                <a:ea typeface="Noto Sans KR" panose="020B0200000000000000" pitchFamily="50" charset="-127"/>
              </a:rPr>
              <a:t>단계적 확장 구현 및</a:t>
            </a:r>
            <a:endParaRPr lang="en-US" altLang="ko-KR" sz="1200" b="1">
              <a:latin typeface="Noto Sans KR" panose="020B0200000000000000" pitchFamily="50" charset="-127"/>
              <a:ea typeface="Noto Sans KR" panose="020B0200000000000000" pitchFamily="50" charset="-127"/>
            </a:endParaRPr>
          </a:p>
          <a:p>
            <a:pPr algn="ctr"/>
            <a:r>
              <a:rPr lang="ko-KR" altLang="en-US" sz="1200" b="1">
                <a:latin typeface="Noto Sans KR" panose="020B0200000000000000" pitchFamily="50" charset="-127"/>
                <a:ea typeface="Noto Sans KR" panose="020B0200000000000000" pitchFamily="50" charset="-127"/>
              </a:rPr>
              <a:t>기술 고도화</a:t>
            </a:r>
          </a:p>
        </p:txBody>
      </p:sp>
      <p:sp>
        <p:nvSpPr>
          <p:cNvPr id="32" name="TextBox 31">
            <a:extLst>
              <a:ext uri="{FF2B5EF4-FFF2-40B4-BE49-F238E27FC236}">
                <a16:creationId xmlns:a16="http://schemas.microsoft.com/office/drawing/2014/main" id="{ADC14B61-6E38-CFFB-3F5A-5F9AC4227674}"/>
              </a:ext>
            </a:extLst>
          </p:cNvPr>
          <p:cNvSpPr txBox="1"/>
          <p:nvPr/>
        </p:nvSpPr>
        <p:spPr>
          <a:xfrm>
            <a:off x="4278867" y="4743581"/>
            <a:ext cx="1241052" cy="179552"/>
          </a:xfrm>
          <a:prstGeom prst="rect">
            <a:avLst/>
          </a:prstGeom>
          <a:solidFill>
            <a:schemeClr val="bg1"/>
          </a:solidFill>
        </p:spPr>
        <p:txBody>
          <a:bodyPr wrap="square" rtlCol="0">
            <a:noAutofit/>
          </a:bodyPr>
          <a:lstStyle/>
          <a:p>
            <a:pPr algn="ctr"/>
            <a:endParaRPr lang="ko-KR" altLang="en-US" sz="1200" b="1">
              <a:latin typeface="Noto Sans KR" panose="020B0200000000000000" pitchFamily="50" charset="-127"/>
              <a:ea typeface="Noto Sans KR" panose="020B0200000000000000" pitchFamily="50" charset="-127"/>
            </a:endParaRPr>
          </a:p>
        </p:txBody>
      </p:sp>
      <p:sp>
        <p:nvSpPr>
          <p:cNvPr id="33" name="TextBox 32">
            <a:extLst>
              <a:ext uri="{FF2B5EF4-FFF2-40B4-BE49-F238E27FC236}">
                <a16:creationId xmlns:a16="http://schemas.microsoft.com/office/drawing/2014/main" id="{6DC34019-5E0D-229C-E969-AE7C6651ACCD}"/>
              </a:ext>
            </a:extLst>
          </p:cNvPr>
          <p:cNvSpPr txBox="1"/>
          <p:nvPr/>
        </p:nvSpPr>
        <p:spPr>
          <a:xfrm>
            <a:off x="4278867" y="6509713"/>
            <a:ext cx="1241052" cy="179552"/>
          </a:xfrm>
          <a:prstGeom prst="rect">
            <a:avLst/>
          </a:prstGeom>
          <a:solidFill>
            <a:schemeClr val="bg1"/>
          </a:solidFill>
        </p:spPr>
        <p:txBody>
          <a:bodyPr wrap="square" rtlCol="0">
            <a:noAutofit/>
          </a:bodyPr>
          <a:lstStyle/>
          <a:p>
            <a:pPr algn="ctr"/>
            <a:endParaRPr lang="ko-KR" altLang="en-US" sz="1200" b="1">
              <a:latin typeface="Noto Sans KR" panose="020B0200000000000000" pitchFamily="50" charset="-127"/>
              <a:ea typeface="Noto Sans KR" panose="020B0200000000000000" pitchFamily="50" charset="-127"/>
            </a:endParaRPr>
          </a:p>
        </p:txBody>
      </p:sp>
      <p:sp>
        <p:nvSpPr>
          <p:cNvPr id="34" name="TextBox 33">
            <a:extLst>
              <a:ext uri="{FF2B5EF4-FFF2-40B4-BE49-F238E27FC236}">
                <a16:creationId xmlns:a16="http://schemas.microsoft.com/office/drawing/2014/main" id="{6C085F3B-28EC-BCD2-24FE-3FE576A733F3}"/>
              </a:ext>
            </a:extLst>
          </p:cNvPr>
          <p:cNvSpPr txBox="1"/>
          <p:nvPr/>
        </p:nvSpPr>
        <p:spPr>
          <a:xfrm>
            <a:off x="5718052" y="4911639"/>
            <a:ext cx="1241052" cy="1720058"/>
          </a:xfrm>
          <a:prstGeom prst="rect">
            <a:avLst/>
          </a:prstGeom>
          <a:solidFill>
            <a:schemeClr val="bg1"/>
          </a:solidFill>
        </p:spPr>
        <p:txBody>
          <a:bodyPr wrap="square" rtlCol="0">
            <a:noAutofit/>
          </a:bodyPr>
          <a:lstStyle/>
          <a:p>
            <a:pPr algn="ctr"/>
            <a:r>
              <a:rPr lang="en-US" altLang="ko-KR" sz="1200" b="1">
                <a:latin typeface="Noto Sans KR" panose="020B0200000000000000" pitchFamily="50" charset="-127"/>
                <a:ea typeface="Noto Sans KR" panose="020B0200000000000000" pitchFamily="50" charset="-127"/>
              </a:rPr>
              <a:t>N x unit module </a:t>
            </a:r>
            <a:r>
              <a:rPr lang="ko-KR" altLang="en-US" sz="1200" b="1">
                <a:latin typeface="Noto Sans KR" panose="020B0200000000000000" pitchFamily="50" charset="-127"/>
                <a:ea typeface="Noto Sans KR" panose="020B0200000000000000" pitchFamily="50" charset="-127"/>
              </a:rPr>
              <a:t>거대 배열 안테나 제작 및 성능 최적화</a:t>
            </a:r>
          </a:p>
        </p:txBody>
      </p:sp>
      <p:sp>
        <p:nvSpPr>
          <p:cNvPr id="35" name="TextBox 34">
            <a:extLst>
              <a:ext uri="{FF2B5EF4-FFF2-40B4-BE49-F238E27FC236}">
                <a16:creationId xmlns:a16="http://schemas.microsoft.com/office/drawing/2014/main" id="{2F41D9ED-FA9E-29AB-FE58-82DEC2E79403}"/>
              </a:ext>
            </a:extLst>
          </p:cNvPr>
          <p:cNvSpPr txBox="1"/>
          <p:nvPr/>
        </p:nvSpPr>
        <p:spPr>
          <a:xfrm>
            <a:off x="7129253" y="4911639"/>
            <a:ext cx="1290605" cy="1720058"/>
          </a:xfrm>
          <a:prstGeom prst="rect">
            <a:avLst/>
          </a:prstGeom>
          <a:solidFill>
            <a:schemeClr val="bg1"/>
          </a:solidFill>
        </p:spPr>
        <p:txBody>
          <a:bodyPr wrap="square" rtlCol="0">
            <a:noAutofit/>
          </a:bodyPr>
          <a:lstStyle/>
          <a:p>
            <a:pPr algn="ctr"/>
            <a:r>
              <a:rPr lang="ko-KR" altLang="en-US" sz="1200" b="1">
                <a:latin typeface="Noto Sans KR" panose="020B0200000000000000" pitchFamily="50" charset="-127"/>
                <a:ea typeface="Noto Sans KR" panose="020B0200000000000000" pitchFamily="50" charset="-127"/>
              </a:rPr>
              <a:t>통합형</a:t>
            </a:r>
            <a:endParaRPr lang="en-US" altLang="ko-KR" sz="1200" b="1">
              <a:latin typeface="Noto Sans KR" panose="020B0200000000000000" pitchFamily="50" charset="-127"/>
              <a:ea typeface="Noto Sans KR" panose="020B0200000000000000" pitchFamily="50" charset="-127"/>
            </a:endParaRPr>
          </a:p>
          <a:p>
            <a:pPr algn="ctr"/>
            <a:r>
              <a:rPr lang="en-US" altLang="ko-KR" sz="1200" b="1">
                <a:latin typeface="Noto Sans KR" panose="020B0200000000000000" pitchFamily="50" charset="-127"/>
                <a:ea typeface="Noto Sans KR" panose="020B0200000000000000" pitchFamily="50" charset="-127"/>
              </a:rPr>
              <a:t>N x unit module</a:t>
            </a:r>
          </a:p>
          <a:p>
            <a:pPr algn="ctr"/>
            <a:r>
              <a:rPr lang="ko-KR" altLang="en-US" sz="1200" b="1">
                <a:latin typeface="Noto Sans KR" panose="020B0200000000000000" pitchFamily="50" charset="-127"/>
                <a:ea typeface="Noto Sans KR" panose="020B0200000000000000" pitchFamily="50" charset="-127"/>
              </a:rPr>
              <a:t>안테나 실환경 기반 성능검증 및 최적화</a:t>
            </a:r>
          </a:p>
        </p:txBody>
      </p:sp>
      <p:sp>
        <p:nvSpPr>
          <p:cNvPr id="36" name="TextBox 35">
            <a:extLst>
              <a:ext uri="{FF2B5EF4-FFF2-40B4-BE49-F238E27FC236}">
                <a16:creationId xmlns:a16="http://schemas.microsoft.com/office/drawing/2014/main" id="{12DEAED3-B05C-D858-DC9B-66CA87915103}"/>
              </a:ext>
            </a:extLst>
          </p:cNvPr>
          <p:cNvSpPr txBox="1"/>
          <p:nvPr/>
        </p:nvSpPr>
        <p:spPr>
          <a:xfrm>
            <a:off x="8563631" y="4911639"/>
            <a:ext cx="1241052" cy="1720058"/>
          </a:xfrm>
          <a:prstGeom prst="rect">
            <a:avLst/>
          </a:prstGeom>
          <a:solidFill>
            <a:schemeClr val="bg1"/>
          </a:solidFill>
        </p:spPr>
        <p:txBody>
          <a:bodyPr wrap="square" rtlCol="0">
            <a:noAutofit/>
          </a:bodyPr>
          <a:lstStyle/>
          <a:p>
            <a:pPr algn="ctr"/>
            <a:r>
              <a:rPr lang="ko-KR" altLang="en-US" sz="1200" b="1">
                <a:latin typeface="Noto Sans KR" panose="020B0200000000000000" pitchFamily="50" charset="-127"/>
                <a:ea typeface="Noto Sans KR" panose="020B0200000000000000" pitchFamily="50" charset="-127"/>
              </a:rPr>
              <a:t>통합형 </a:t>
            </a:r>
            <a:r>
              <a:rPr lang="en-US" altLang="ko-KR" sz="1200" b="1">
                <a:latin typeface="Noto Sans KR" panose="020B0200000000000000" pitchFamily="50" charset="-127"/>
                <a:ea typeface="Noto Sans KR" panose="020B0200000000000000" pitchFamily="50" charset="-127"/>
              </a:rPr>
              <a:t>N x unit module </a:t>
            </a:r>
            <a:r>
              <a:rPr lang="ko-KR" altLang="en-US" sz="1200" b="1">
                <a:latin typeface="Noto Sans KR" panose="020B0200000000000000" pitchFamily="50" charset="-127"/>
                <a:ea typeface="Noto Sans KR" panose="020B0200000000000000" pitchFamily="50" charset="-127"/>
              </a:rPr>
              <a:t>안테나 환경 시험 검증 및 신뢰성 검증</a:t>
            </a:r>
            <a:r>
              <a:rPr lang="en-US" altLang="ko-KR" sz="1200" b="1">
                <a:latin typeface="Noto Sans KR" panose="020B0200000000000000" pitchFamily="50" charset="-127"/>
                <a:ea typeface="Noto Sans KR" panose="020B0200000000000000" pitchFamily="50" charset="-127"/>
              </a:rPr>
              <a:t>, </a:t>
            </a:r>
            <a:r>
              <a:rPr lang="ko-KR" altLang="en-US" sz="1200" b="1">
                <a:latin typeface="Noto Sans KR" panose="020B0200000000000000" pitchFamily="50" charset="-127"/>
                <a:ea typeface="Noto Sans KR" panose="020B0200000000000000" pitchFamily="50" charset="-127"/>
              </a:rPr>
              <a:t>상용화 연구</a:t>
            </a:r>
          </a:p>
        </p:txBody>
      </p:sp>
      <p:sp>
        <p:nvSpPr>
          <p:cNvPr id="37" name="TextBox 36">
            <a:extLst>
              <a:ext uri="{FF2B5EF4-FFF2-40B4-BE49-F238E27FC236}">
                <a16:creationId xmlns:a16="http://schemas.microsoft.com/office/drawing/2014/main" id="{59898977-3788-DE2C-4673-788899A306B4}"/>
              </a:ext>
            </a:extLst>
          </p:cNvPr>
          <p:cNvSpPr txBox="1"/>
          <p:nvPr/>
        </p:nvSpPr>
        <p:spPr>
          <a:xfrm>
            <a:off x="8540456" y="4743581"/>
            <a:ext cx="1241052" cy="179552"/>
          </a:xfrm>
          <a:prstGeom prst="rect">
            <a:avLst/>
          </a:prstGeom>
          <a:solidFill>
            <a:schemeClr val="bg1"/>
          </a:solidFill>
        </p:spPr>
        <p:txBody>
          <a:bodyPr wrap="square" rtlCol="0">
            <a:noAutofit/>
          </a:bodyPr>
          <a:lstStyle/>
          <a:p>
            <a:pPr algn="ctr"/>
            <a:endParaRPr lang="ko-KR" altLang="en-US" sz="1200" b="1">
              <a:latin typeface="Noto Sans KR" panose="020B0200000000000000" pitchFamily="50" charset="-127"/>
              <a:ea typeface="Noto Sans KR" panose="020B0200000000000000" pitchFamily="50" charset="-127"/>
            </a:endParaRPr>
          </a:p>
        </p:txBody>
      </p:sp>
      <p:sp>
        <p:nvSpPr>
          <p:cNvPr id="2" name="TextBox 1">
            <a:extLst>
              <a:ext uri="{FF2B5EF4-FFF2-40B4-BE49-F238E27FC236}">
                <a16:creationId xmlns:a16="http://schemas.microsoft.com/office/drawing/2014/main" id="{55F0C7EB-AC39-1990-F624-7C7F4F8A3CAC}"/>
              </a:ext>
            </a:extLst>
          </p:cNvPr>
          <p:cNvSpPr txBox="1"/>
          <p:nvPr/>
        </p:nvSpPr>
        <p:spPr>
          <a:xfrm>
            <a:off x="4294365" y="3283607"/>
            <a:ext cx="1283480" cy="415498"/>
          </a:xfrm>
          <a:prstGeom prst="rect">
            <a:avLst/>
          </a:prstGeom>
          <a:solidFill>
            <a:schemeClr val="bg1"/>
          </a:solidFill>
        </p:spPr>
        <p:txBody>
          <a:bodyPr wrap="square" rtlCol="0">
            <a:spAutoFit/>
          </a:bodyPr>
          <a:lstStyle/>
          <a:p>
            <a:pPr algn="ctr"/>
            <a:r>
              <a:rPr lang="en-US" altLang="ko-KR" sz="1050" b="1">
                <a:latin typeface="Noto Sans KR" panose="020B0200000000000000" pitchFamily="50" charset="-127"/>
                <a:ea typeface="Noto Sans KR" panose="020B0200000000000000" pitchFamily="50" charset="-127"/>
              </a:rPr>
              <a:t>N x Unit module </a:t>
            </a:r>
            <a:r>
              <a:rPr lang="ko-KR" altLang="en-US" sz="1050" b="1">
                <a:latin typeface="Noto Sans KR" panose="020B0200000000000000" pitchFamily="50" charset="-127"/>
                <a:ea typeface="Noto Sans KR" panose="020B0200000000000000" pitchFamily="50" charset="-127"/>
              </a:rPr>
              <a:t>기반 </a:t>
            </a:r>
            <a:r>
              <a:rPr lang="en-US" altLang="ko-KR" sz="1050" b="1">
                <a:latin typeface="Noto Sans KR" panose="020B0200000000000000" pitchFamily="50" charset="-127"/>
                <a:ea typeface="Noto Sans KR" panose="020B0200000000000000" pitchFamily="50" charset="-127"/>
              </a:rPr>
              <a:t>Tile </a:t>
            </a:r>
            <a:r>
              <a:rPr lang="ko-KR" altLang="en-US" sz="1050" b="1">
                <a:latin typeface="Noto Sans KR" panose="020B0200000000000000" pitchFamily="50" charset="-127"/>
                <a:ea typeface="Noto Sans KR" panose="020B0200000000000000" pitchFamily="50" charset="-127"/>
              </a:rPr>
              <a:t>확장</a:t>
            </a:r>
          </a:p>
        </p:txBody>
      </p:sp>
      <p:sp>
        <p:nvSpPr>
          <p:cNvPr id="10" name="TextBox 9">
            <a:extLst>
              <a:ext uri="{FF2B5EF4-FFF2-40B4-BE49-F238E27FC236}">
                <a16:creationId xmlns:a16="http://schemas.microsoft.com/office/drawing/2014/main" id="{B24E7402-5AF2-A344-2FC2-A0D118933BF1}"/>
              </a:ext>
            </a:extLst>
          </p:cNvPr>
          <p:cNvSpPr txBox="1"/>
          <p:nvPr/>
        </p:nvSpPr>
        <p:spPr>
          <a:xfrm>
            <a:off x="92964" y="797907"/>
            <a:ext cx="9653650" cy="144481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ko-KR" altLang="en-US" sz="1200">
                <a:latin typeface="Noto Sans KR" panose="020B0500000000000000" pitchFamily="34" charset="-127"/>
                <a:ea typeface="Noto Sans KR" panose="020B0500000000000000" pitchFamily="34" charset="-127"/>
              </a:rPr>
              <a:t>단위셀</a:t>
            </a:r>
            <a:r>
              <a:rPr lang="en-US" altLang="ko-KR" sz="1200">
                <a:latin typeface="Noto Sans KR" panose="020B0500000000000000" pitchFamily="34" charset="-127"/>
                <a:ea typeface="Noto Sans KR" panose="020B0500000000000000" pitchFamily="34" charset="-127"/>
              </a:rPr>
              <a:t>(2x2) </a:t>
            </a:r>
            <a:r>
              <a:rPr lang="en-US" altLang="ko-KR" sz="1200">
                <a:latin typeface="Noto Sans KR" panose="020B0500000000000000" pitchFamily="34" charset="-127"/>
                <a:ea typeface="Noto Sans KR" panose="020B0500000000000000" pitchFamily="34" charset="-127"/>
                <a:sym typeface="Wingdings" panose="05000000000000000000" pitchFamily="2" charset="2"/>
              </a:rPr>
              <a:t> 8x8</a:t>
            </a:r>
            <a:r>
              <a:rPr lang="ko-KR" altLang="en-US" sz="1200">
                <a:latin typeface="Noto Sans KR" panose="020B0500000000000000" pitchFamily="34" charset="-127"/>
                <a:ea typeface="Noto Sans KR" panose="020B0500000000000000" pitchFamily="34" charset="-127"/>
                <a:sym typeface="Wingdings" panose="05000000000000000000" pitchFamily="2" charset="2"/>
              </a:rPr>
              <a:t> </a:t>
            </a:r>
            <a:r>
              <a:rPr lang="en-US" altLang="ko-KR" sz="1200">
                <a:latin typeface="Noto Sans KR" panose="020B0500000000000000" pitchFamily="34" charset="-127"/>
                <a:ea typeface="Noto Sans KR" panose="020B0500000000000000" pitchFamily="34" charset="-127"/>
                <a:sym typeface="Wingdings" panose="05000000000000000000" pitchFamily="2" charset="2"/>
              </a:rPr>
              <a:t>Subarray</a:t>
            </a:r>
            <a:r>
              <a:rPr lang="ko-KR" altLang="en-US" sz="1200">
                <a:latin typeface="Noto Sans KR" panose="020B0500000000000000" pitchFamily="34" charset="-127"/>
                <a:ea typeface="Noto Sans KR" panose="020B0500000000000000" pitchFamily="34" charset="-127"/>
                <a:sym typeface="Wingdings" panose="05000000000000000000" pitchFamily="2" charset="2"/>
              </a:rPr>
              <a:t> </a:t>
            </a:r>
            <a:r>
              <a:rPr lang="en-US" altLang="ko-KR" sz="1200">
                <a:latin typeface="Noto Sans KR" panose="020B0500000000000000" pitchFamily="34" charset="-127"/>
                <a:ea typeface="Noto Sans KR" panose="020B0500000000000000" pitchFamily="34" charset="-127"/>
                <a:sym typeface="Wingdings" panose="05000000000000000000" pitchFamily="2" charset="2"/>
              </a:rPr>
              <a:t></a:t>
            </a:r>
            <a:r>
              <a:rPr lang="ko-KR" altLang="en-US" sz="1200">
                <a:latin typeface="Noto Sans KR" panose="020B0500000000000000" pitchFamily="34" charset="-127"/>
                <a:ea typeface="Noto Sans KR" panose="020B0500000000000000" pitchFamily="34" charset="-127"/>
                <a:sym typeface="Wingdings" panose="05000000000000000000" pitchFamily="2" charset="2"/>
              </a:rPr>
              <a:t> </a:t>
            </a:r>
            <a:r>
              <a:rPr lang="en-US" altLang="ko-KR" sz="1200">
                <a:latin typeface="Noto Sans KR" panose="020B0500000000000000" pitchFamily="34" charset="-127"/>
                <a:ea typeface="Noto Sans KR" panose="020B0500000000000000" pitchFamily="34" charset="-127"/>
                <a:sym typeface="Wingdings" panose="05000000000000000000" pitchFamily="2" charset="2"/>
              </a:rPr>
              <a:t>Unit</a:t>
            </a:r>
            <a:r>
              <a:rPr lang="ko-KR" altLang="en-US" sz="1200">
                <a:latin typeface="Noto Sans KR" panose="020B0500000000000000" pitchFamily="34" charset="-127"/>
                <a:ea typeface="Noto Sans KR" panose="020B0500000000000000" pitchFamily="34" charset="-127"/>
                <a:sym typeface="Wingdings" panose="05000000000000000000" pitchFamily="2" charset="2"/>
              </a:rPr>
              <a:t> </a:t>
            </a:r>
            <a:r>
              <a:rPr lang="en-US" altLang="ko-KR" sz="1200">
                <a:latin typeface="Noto Sans KR" panose="020B0500000000000000" pitchFamily="34" charset="-127"/>
                <a:ea typeface="Noto Sans KR" panose="020B0500000000000000" pitchFamily="34" charset="-127"/>
                <a:sym typeface="Wingdings" panose="05000000000000000000" pitchFamily="2" charset="2"/>
              </a:rPr>
              <a:t>module</a:t>
            </a:r>
            <a:r>
              <a:rPr lang="ko-KR" altLang="en-US" sz="1200">
                <a:latin typeface="Noto Sans KR" panose="020B0500000000000000" pitchFamily="34" charset="-127"/>
                <a:ea typeface="Noto Sans KR" panose="020B0500000000000000" pitchFamily="34" charset="-127"/>
                <a:sym typeface="Wingdings" panose="05000000000000000000" pitchFamily="2" charset="2"/>
              </a:rPr>
              <a:t> </a:t>
            </a:r>
            <a:r>
              <a:rPr lang="en-US" altLang="ko-KR" sz="1200">
                <a:latin typeface="Noto Sans KR" panose="020B0500000000000000" pitchFamily="34" charset="-127"/>
                <a:ea typeface="Noto Sans KR" panose="020B0500000000000000" pitchFamily="34" charset="-127"/>
                <a:sym typeface="Wingdings" panose="05000000000000000000" pitchFamily="2" charset="2"/>
              </a:rPr>
              <a:t></a:t>
            </a:r>
            <a:r>
              <a:rPr lang="ko-KR" altLang="en-US" sz="1200">
                <a:latin typeface="Noto Sans KR" panose="020B0500000000000000" pitchFamily="34" charset="-127"/>
                <a:ea typeface="Noto Sans KR" panose="020B0500000000000000" pitchFamily="34" charset="-127"/>
                <a:sym typeface="Wingdings" panose="05000000000000000000" pitchFamily="2" charset="2"/>
              </a:rPr>
              <a:t> </a:t>
            </a:r>
            <a:r>
              <a:rPr lang="en-US" altLang="ko-KR" sz="1200">
                <a:latin typeface="Noto Sans KR" panose="020B0500000000000000" pitchFamily="34" charset="-127"/>
                <a:ea typeface="Noto Sans KR" panose="020B0500000000000000" pitchFamily="34" charset="-127"/>
                <a:sym typeface="Wingdings" panose="05000000000000000000" pitchFamily="2" charset="2"/>
              </a:rPr>
              <a:t>N</a:t>
            </a:r>
            <a:r>
              <a:rPr lang="ko-KR" altLang="en-US" sz="1200">
                <a:latin typeface="Noto Sans KR" panose="020B0500000000000000" pitchFamily="34" charset="-127"/>
                <a:ea typeface="Noto Sans KR" panose="020B0500000000000000" pitchFamily="34" charset="-127"/>
                <a:sym typeface="Wingdings" panose="05000000000000000000" pitchFamily="2" charset="2"/>
              </a:rPr>
              <a:t> </a:t>
            </a:r>
            <a:r>
              <a:rPr lang="en-US" altLang="ko-KR" sz="1200">
                <a:latin typeface="Noto Sans KR" panose="020B0500000000000000" pitchFamily="34" charset="-127"/>
                <a:ea typeface="Noto Sans KR" panose="020B0500000000000000" pitchFamily="34" charset="-127"/>
                <a:sym typeface="Wingdings" panose="05000000000000000000" pitchFamily="2" charset="2"/>
              </a:rPr>
              <a:t>x</a:t>
            </a:r>
            <a:r>
              <a:rPr lang="ko-KR" altLang="en-US" sz="1200">
                <a:latin typeface="Noto Sans KR" panose="020B0500000000000000" pitchFamily="34" charset="-127"/>
                <a:ea typeface="Noto Sans KR" panose="020B0500000000000000" pitchFamily="34" charset="-127"/>
                <a:sym typeface="Wingdings" panose="05000000000000000000" pitchFamily="2" charset="2"/>
              </a:rPr>
              <a:t> </a:t>
            </a:r>
            <a:r>
              <a:rPr lang="en-US" altLang="ko-KR" sz="1200">
                <a:latin typeface="Noto Sans KR" panose="020B0500000000000000" pitchFamily="34" charset="-127"/>
                <a:ea typeface="Noto Sans KR" panose="020B0500000000000000" pitchFamily="34" charset="-127"/>
                <a:sym typeface="Wingdings" panose="05000000000000000000" pitchFamily="2" charset="2"/>
              </a:rPr>
              <a:t>unit</a:t>
            </a:r>
            <a:r>
              <a:rPr lang="ko-KR" altLang="en-US" sz="1200">
                <a:latin typeface="Noto Sans KR" panose="020B0500000000000000" pitchFamily="34" charset="-127"/>
                <a:ea typeface="Noto Sans KR" panose="020B0500000000000000" pitchFamily="34" charset="-127"/>
                <a:sym typeface="Wingdings" panose="05000000000000000000" pitchFamily="2" charset="2"/>
              </a:rPr>
              <a:t> </a:t>
            </a:r>
            <a:r>
              <a:rPr lang="en-US" altLang="ko-KR" sz="1200">
                <a:latin typeface="Noto Sans KR" panose="020B0500000000000000" pitchFamily="34" charset="-127"/>
                <a:ea typeface="Noto Sans KR" panose="020B0500000000000000" pitchFamily="34" charset="-127"/>
                <a:sym typeface="Wingdings" panose="05000000000000000000" pitchFamily="2" charset="2"/>
              </a:rPr>
              <a:t>module</a:t>
            </a:r>
            <a:r>
              <a:rPr lang="ko-KR" altLang="en-US" sz="1200">
                <a:latin typeface="Noto Sans KR" panose="020B0500000000000000" pitchFamily="34" charset="-127"/>
                <a:ea typeface="Noto Sans KR" panose="020B0500000000000000" pitchFamily="34" charset="-127"/>
                <a:sym typeface="Wingdings" panose="05000000000000000000" pitchFamily="2" charset="2"/>
              </a:rPr>
              <a:t>로 이어지는 단계적 배열 확장</a:t>
            </a:r>
            <a:endParaRPr lang="en-US" altLang="ko-KR" sz="1200">
              <a:latin typeface="Noto Sans KR" panose="020B0500000000000000" pitchFamily="34" charset="-127"/>
              <a:ea typeface="Noto Sans KR" panose="020B0500000000000000" pitchFamily="34" charset="-127"/>
              <a:sym typeface="Wingdings" panose="05000000000000000000" pitchFamily="2" charset="2"/>
            </a:endParaRPr>
          </a:p>
          <a:p>
            <a:pPr marL="285750" indent="-285750">
              <a:lnSpc>
                <a:spcPct val="150000"/>
              </a:lnSpc>
              <a:buFont typeface="Arial" panose="020B0604020202020204" pitchFamily="34" charset="0"/>
              <a:buChar char="•"/>
            </a:pPr>
            <a:r>
              <a:rPr lang="en-US" altLang="ko-KR" sz="1200">
                <a:latin typeface="Noto Sans KR" panose="020B0500000000000000" pitchFamily="34" charset="-127"/>
                <a:ea typeface="Noto Sans KR" panose="020B0500000000000000" pitchFamily="34" charset="-127"/>
                <a:sym typeface="Wingdings" panose="05000000000000000000" pitchFamily="2" charset="2"/>
              </a:rPr>
              <a:t>1~2</a:t>
            </a:r>
            <a:r>
              <a:rPr lang="ko-KR" altLang="en-US" sz="1200">
                <a:latin typeface="Noto Sans KR" panose="020B0500000000000000" pitchFamily="34" charset="-127"/>
                <a:ea typeface="Noto Sans KR" panose="020B0500000000000000" pitchFamily="34" charset="-127"/>
                <a:sym typeface="Wingdings" panose="05000000000000000000" pitchFamily="2" charset="2"/>
              </a:rPr>
              <a:t>차년도</a:t>
            </a:r>
            <a:r>
              <a:rPr lang="en-US" altLang="ko-KR" sz="1200">
                <a:latin typeface="Noto Sans KR" panose="020B0500000000000000" pitchFamily="34" charset="-127"/>
                <a:ea typeface="Noto Sans KR" panose="020B0500000000000000" pitchFamily="34" charset="-127"/>
                <a:sym typeface="Wingdings" panose="05000000000000000000" pitchFamily="2" charset="2"/>
              </a:rPr>
              <a:t>: </a:t>
            </a:r>
            <a:r>
              <a:rPr lang="ko-KR" altLang="en-US" sz="1200">
                <a:latin typeface="Noto Sans KR" panose="020B0500000000000000" pitchFamily="34" charset="-127"/>
                <a:ea typeface="Noto Sans KR" panose="020B0500000000000000" pitchFamily="34" charset="-127"/>
                <a:sym typeface="Wingdings" panose="05000000000000000000" pitchFamily="2" charset="2"/>
              </a:rPr>
              <a:t>기초 단위구조 설계 및 시제품 제작</a:t>
            </a:r>
            <a:r>
              <a:rPr lang="en-US" altLang="ko-KR" sz="1200">
                <a:latin typeface="Noto Sans KR" panose="020B0200000000000000" pitchFamily="50" charset="-127"/>
                <a:ea typeface="Noto Sans KR" panose="020B0200000000000000" pitchFamily="50" charset="-127"/>
                <a:sym typeface="Wingdings" panose="05000000000000000000" pitchFamily="2" charset="2"/>
              </a:rPr>
              <a:t>·</a:t>
            </a:r>
            <a:r>
              <a:rPr lang="ko-KR" altLang="en-US" sz="1200">
                <a:latin typeface="Noto Sans KR" panose="020B0200000000000000" pitchFamily="50" charset="-127"/>
                <a:ea typeface="Noto Sans KR" panose="020B0200000000000000" pitchFamily="50" charset="-127"/>
                <a:sym typeface="Wingdings" panose="05000000000000000000" pitchFamily="2" charset="2"/>
              </a:rPr>
              <a:t>성능 측정</a:t>
            </a:r>
            <a:endParaRPr lang="en-US" altLang="ko-KR" sz="1200">
              <a:latin typeface="Noto Sans KR" panose="020B0200000000000000" pitchFamily="50" charset="-127"/>
              <a:ea typeface="Noto Sans KR" panose="020B0200000000000000" pitchFamily="50" charset="-127"/>
              <a:sym typeface="Wingdings" panose="05000000000000000000" pitchFamily="2" charset="2"/>
            </a:endParaRPr>
          </a:p>
          <a:p>
            <a:pPr marL="285750" indent="-285750">
              <a:lnSpc>
                <a:spcPct val="150000"/>
              </a:lnSpc>
              <a:buFont typeface="Arial" panose="020B0604020202020204" pitchFamily="34" charset="0"/>
              <a:buChar char="•"/>
            </a:pPr>
            <a:r>
              <a:rPr lang="en-US" altLang="ko-KR" sz="1200">
                <a:latin typeface="Noto Sans KR" panose="020B0200000000000000" pitchFamily="50" charset="-127"/>
                <a:ea typeface="Noto Sans KR" panose="020B0200000000000000" pitchFamily="50" charset="-127"/>
                <a:sym typeface="Wingdings" panose="05000000000000000000" pitchFamily="2" charset="2"/>
              </a:rPr>
              <a:t>3~4</a:t>
            </a:r>
            <a:r>
              <a:rPr lang="ko-KR" altLang="en-US" sz="1200">
                <a:latin typeface="Noto Sans KR" panose="020B0200000000000000" pitchFamily="50" charset="-127"/>
                <a:ea typeface="Noto Sans KR" panose="020B0200000000000000" pitchFamily="50" charset="-127"/>
                <a:sym typeface="Wingdings" panose="05000000000000000000" pitchFamily="2" charset="2"/>
              </a:rPr>
              <a:t>차년도</a:t>
            </a:r>
            <a:r>
              <a:rPr lang="en-US" altLang="ko-KR" sz="1200">
                <a:latin typeface="Noto Sans KR" panose="020B0200000000000000" pitchFamily="50" charset="-127"/>
                <a:ea typeface="Noto Sans KR" panose="020B0200000000000000" pitchFamily="50" charset="-127"/>
                <a:sym typeface="Wingdings" panose="05000000000000000000" pitchFamily="2" charset="2"/>
              </a:rPr>
              <a:t>: Unit Module </a:t>
            </a:r>
            <a:r>
              <a:rPr lang="ko-KR" altLang="en-US" sz="1200">
                <a:latin typeface="Noto Sans KR" panose="020B0200000000000000" pitchFamily="50" charset="-127"/>
                <a:ea typeface="Noto Sans KR" panose="020B0200000000000000" pitchFamily="50" charset="-127"/>
                <a:sym typeface="Wingdings" panose="05000000000000000000" pitchFamily="2" charset="2"/>
              </a:rPr>
              <a:t>확장 설계 및 기술 고도화 수행</a:t>
            </a:r>
            <a:endParaRPr lang="en-US" altLang="ko-KR" sz="1200">
              <a:latin typeface="Noto Sans KR" panose="020B0200000000000000" pitchFamily="50" charset="-127"/>
              <a:ea typeface="Noto Sans KR" panose="020B0200000000000000" pitchFamily="50" charset="-127"/>
              <a:sym typeface="Wingdings" panose="05000000000000000000" pitchFamily="2" charset="2"/>
            </a:endParaRPr>
          </a:p>
          <a:p>
            <a:pPr marL="285750" indent="-285750">
              <a:lnSpc>
                <a:spcPct val="150000"/>
              </a:lnSpc>
              <a:buFont typeface="Arial" panose="020B0604020202020204" pitchFamily="34" charset="0"/>
              <a:buChar char="•"/>
            </a:pPr>
            <a:r>
              <a:rPr lang="en-US" altLang="ko-KR" sz="1200">
                <a:latin typeface="Noto Sans KR" panose="020B0200000000000000" pitchFamily="50" charset="-127"/>
                <a:ea typeface="Noto Sans KR" panose="020B0200000000000000" pitchFamily="50" charset="-127"/>
                <a:sym typeface="Wingdings" panose="05000000000000000000" pitchFamily="2" charset="2"/>
              </a:rPr>
              <a:t>5</a:t>
            </a:r>
            <a:r>
              <a:rPr lang="ko-KR" altLang="en-US" sz="1200">
                <a:latin typeface="Noto Sans KR" panose="020B0200000000000000" pitchFamily="50" charset="-127"/>
                <a:ea typeface="Noto Sans KR" panose="020B0200000000000000" pitchFamily="50" charset="-127"/>
                <a:sym typeface="Wingdings" panose="05000000000000000000" pitchFamily="2" charset="2"/>
              </a:rPr>
              <a:t>차년도</a:t>
            </a:r>
            <a:r>
              <a:rPr lang="en-US" altLang="ko-KR" sz="1200">
                <a:latin typeface="Noto Sans KR" panose="020B0200000000000000" pitchFamily="50" charset="-127"/>
                <a:ea typeface="Noto Sans KR" panose="020B0200000000000000" pitchFamily="50" charset="-127"/>
                <a:sym typeface="Wingdings" panose="05000000000000000000" pitchFamily="2" charset="2"/>
              </a:rPr>
              <a:t>: N x Unit module </a:t>
            </a:r>
            <a:r>
              <a:rPr lang="ko-KR" altLang="en-US" sz="1200">
                <a:latin typeface="Noto Sans KR" panose="020B0200000000000000" pitchFamily="50" charset="-127"/>
                <a:ea typeface="Noto Sans KR" panose="020B0200000000000000" pitchFamily="50" charset="-127"/>
                <a:sym typeface="Wingdings" panose="05000000000000000000" pitchFamily="2" charset="2"/>
              </a:rPr>
              <a:t>거대배열 시제품화 및 성능 최적화</a:t>
            </a:r>
            <a:endParaRPr lang="en-US" altLang="ko-KR" sz="1200">
              <a:latin typeface="Noto Sans KR" panose="020B0200000000000000" pitchFamily="50" charset="-127"/>
              <a:ea typeface="Noto Sans KR" panose="020B0200000000000000" pitchFamily="50" charset="-127"/>
              <a:sym typeface="Wingdings" panose="05000000000000000000" pitchFamily="2" charset="2"/>
            </a:endParaRPr>
          </a:p>
          <a:p>
            <a:pPr marL="285750" indent="-285750">
              <a:lnSpc>
                <a:spcPct val="150000"/>
              </a:lnSpc>
              <a:buFont typeface="Arial" panose="020B0604020202020204" pitchFamily="34" charset="0"/>
              <a:buChar char="•"/>
            </a:pPr>
            <a:r>
              <a:rPr lang="en-US" altLang="ko-KR" sz="1200">
                <a:latin typeface="Noto Sans KR" panose="020B0200000000000000" pitchFamily="50" charset="-127"/>
                <a:ea typeface="Noto Sans KR" panose="020B0200000000000000" pitchFamily="50" charset="-127"/>
                <a:sym typeface="Wingdings" panose="05000000000000000000" pitchFamily="2" charset="2"/>
              </a:rPr>
              <a:t>6~7</a:t>
            </a:r>
            <a:r>
              <a:rPr lang="ko-KR" altLang="en-US" sz="1200">
                <a:latin typeface="Noto Sans KR" panose="020B0200000000000000" pitchFamily="50" charset="-127"/>
                <a:ea typeface="Noto Sans KR" panose="020B0200000000000000" pitchFamily="50" charset="-127"/>
                <a:sym typeface="Wingdings" panose="05000000000000000000" pitchFamily="2" charset="2"/>
              </a:rPr>
              <a:t>차년도</a:t>
            </a:r>
            <a:r>
              <a:rPr lang="en-US" altLang="ko-KR" sz="1200">
                <a:latin typeface="Noto Sans KR" panose="020B0200000000000000" pitchFamily="50" charset="-127"/>
                <a:ea typeface="Noto Sans KR" panose="020B0200000000000000" pitchFamily="50" charset="-127"/>
                <a:sym typeface="Wingdings" panose="05000000000000000000" pitchFamily="2" charset="2"/>
              </a:rPr>
              <a:t>: </a:t>
            </a:r>
            <a:r>
              <a:rPr lang="ko-KR" altLang="en-US" sz="1200">
                <a:latin typeface="Noto Sans KR" panose="020B0200000000000000" pitchFamily="50" charset="-127"/>
                <a:ea typeface="Noto Sans KR" panose="020B0200000000000000" pitchFamily="50" charset="-127"/>
                <a:sym typeface="Wingdings" panose="05000000000000000000" pitchFamily="2" charset="2"/>
              </a:rPr>
              <a:t>실환경 기반 성능 검증과 환경</a:t>
            </a:r>
            <a:r>
              <a:rPr lang="en-US" altLang="ko-KR" sz="1200">
                <a:latin typeface="Noto Sans KR" panose="020B0200000000000000" pitchFamily="50" charset="-127"/>
                <a:ea typeface="Noto Sans KR" panose="020B0200000000000000" pitchFamily="50" charset="-127"/>
                <a:sym typeface="Wingdings" panose="05000000000000000000" pitchFamily="2" charset="2"/>
              </a:rPr>
              <a:t>·</a:t>
            </a:r>
            <a:r>
              <a:rPr lang="ko-KR" altLang="en-US" sz="1200">
                <a:latin typeface="Noto Sans KR" panose="020B0200000000000000" pitchFamily="50" charset="-127"/>
                <a:ea typeface="Noto Sans KR" panose="020B0200000000000000" pitchFamily="50" charset="-127"/>
                <a:sym typeface="Wingdings" panose="05000000000000000000" pitchFamily="2" charset="2"/>
              </a:rPr>
              <a:t>신뢰성 검증을 통해 상용화 수준의 통합 모듈 완성</a:t>
            </a:r>
            <a:endParaRPr lang="en-US" altLang="ko-KR" sz="1200">
              <a:latin typeface="Noto Sans KR" panose="020B0500000000000000" pitchFamily="34" charset="-127"/>
              <a:ea typeface="Noto Sans KR" panose="020B0500000000000000" pitchFamily="34" charset="-127"/>
            </a:endParaRPr>
          </a:p>
        </p:txBody>
      </p:sp>
    </p:spTree>
    <p:extLst>
      <p:ext uri="{BB962C8B-B14F-4D97-AF65-F5344CB8AC3E}">
        <p14:creationId xmlns:p14="http://schemas.microsoft.com/office/powerpoint/2010/main" val="10798047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a:extLst>
              <a:ext uri="{FF2B5EF4-FFF2-40B4-BE49-F238E27FC236}">
                <a16:creationId xmlns:a16="http://schemas.microsoft.com/office/drawing/2014/main" id="{7AFFE02B-8833-4F4F-862E-235445E052F8}"/>
              </a:ext>
            </a:extLst>
          </p:cNvPr>
          <p:cNvSpPr>
            <a:spLocks noGrp="1"/>
          </p:cNvSpPr>
          <p:nvPr>
            <p:ph type="ctrTitle"/>
          </p:nvPr>
        </p:nvSpPr>
        <p:spPr/>
        <p:txBody>
          <a:bodyPr>
            <a:noAutofit/>
          </a:bodyPr>
          <a:lstStyle/>
          <a:p>
            <a:r>
              <a:rPr lang="en-US" altLang="ko-KR" sz="1800" b="1" dirty="0">
                <a:latin typeface="Noto Sans KR" panose="020B0500000000000000" pitchFamily="34" charset="-127"/>
                <a:ea typeface="Noto Sans KR" panose="020B0500000000000000" pitchFamily="34" charset="-127"/>
              </a:rPr>
              <a:t>4</a:t>
            </a:r>
            <a:r>
              <a:rPr lang="en-US" altLang="ko-KR" sz="1800" b="1">
                <a:latin typeface="Noto Sans KR" panose="020B0500000000000000" pitchFamily="34" charset="-127"/>
                <a:ea typeface="Noto Sans KR" panose="020B0500000000000000" pitchFamily="34" charset="-127"/>
              </a:rPr>
              <a:t>.</a:t>
            </a:r>
            <a:r>
              <a:rPr lang="ko-KR" altLang="en-US" sz="1800" b="1">
                <a:latin typeface="Noto Sans KR" panose="020B0500000000000000" pitchFamily="34" charset="-127"/>
                <a:ea typeface="Noto Sans KR" panose="020B0500000000000000" pitchFamily="34" charset="-127"/>
              </a:rPr>
              <a:t> 연차별 개발 내용 </a:t>
            </a:r>
            <a:r>
              <a:rPr lang="ko-KR" altLang="en-US" sz="1800" b="1" dirty="0">
                <a:latin typeface="Noto Sans KR" panose="020B0500000000000000" pitchFamily="34" charset="-127"/>
                <a:ea typeface="Noto Sans KR" panose="020B0500000000000000" pitchFamily="34" charset="-127"/>
              </a:rPr>
              <a:t>및 주요 결과물 </a:t>
            </a:r>
            <a:r>
              <a:rPr lang="en-US" altLang="ko-KR" sz="1800" b="1" dirty="0">
                <a:latin typeface="Noto Sans KR" panose="020B0500000000000000" pitchFamily="34" charset="-127"/>
                <a:ea typeface="Noto Sans KR" panose="020B0500000000000000" pitchFamily="34" charset="-127"/>
              </a:rPr>
              <a:t>- </a:t>
            </a:r>
            <a:r>
              <a:rPr lang="ko-KR" altLang="en-US" sz="1800" b="1">
                <a:latin typeface="Noto Sans KR" panose="020B0500000000000000" pitchFamily="34" charset="-127"/>
                <a:ea typeface="Noto Sans KR" panose="020B0500000000000000" pitchFamily="34" charset="-127"/>
              </a:rPr>
              <a:t>㈜두산전자사업 수지</a:t>
            </a:r>
            <a:endParaRPr lang="ko-KR" altLang="en-US" sz="1800" b="1" dirty="0">
              <a:latin typeface="Noto Sans KR" panose="020B0500000000000000" pitchFamily="34" charset="-127"/>
              <a:ea typeface="Noto Sans KR" panose="020B0500000000000000" pitchFamily="34" charset="-127"/>
            </a:endParaRPr>
          </a:p>
        </p:txBody>
      </p:sp>
      <p:sp>
        <p:nvSpPr>
          <p:cNvPr id="2" name="슬라이드 번호 개체 틀 3">
            <a:extLst>
              <a:ext uri="{FF2B5EF4-FFF2-40B4-BE49-F238E27FC236}">
                <a16:creationId xmlns:a16="http://schemas.microsoft.com/office/drawing/2014/main" id="{8BC896EA-BC5F-08D9-767B-1DF18351ACFF}"/>
              </a:ext>
            </a:extLst>
          </p:cNvPr>
          <p:cNvSpPr>
            <a:spLocks noGrp="1"/>
          </p:cNvSpPr>
          <p:nvPr>
            <p:ph type="sldNum" sz="quarter" idx="4"/>
          </p:nvPr>
        </p:nvSpPr>
        <p:spPr>
          <a:xfrm>
            <a:off x="0" y="6492875"/>
            <a:ext cx="9906000" cy="365125"/>
          </a:xfrm>
        </p:spPr>
        <p:txBody>
          <a:bodyPr/>
          <a:lstStyle/>
          <a:p>
            <a:fld id="{E8B113C4-B834-4BEA-901C-8797A7F90894}" type="slidenum">
              <a:rPr lang="ko-KR" altLang="en-US" smtClean="0"/>
              <a:pPr/>
              <a:t>8</a:t>
            </a:fld>
            <a:endParaRPr lang="ko-KR" altLang="en-US" dirty="0"/>
          </a:p>
        </p:txBody>
      </p:sp>
      <p:graphicFrame>
        <p:nvGraphicFramePr>
          <p:cNvPr id="25" name="표 24">
            <a:extLst>
              <a:ext uri="{FF2B5EF4-FFF2-40B4-BE49-F238E27FC236}">
                <a16:creationId xmlns:a16="http://schemas.microsoft.com/office/drawing/2014/main" id="{AE64F575-A51F-A8C7-14AA-0C757B53A37B}"/>
              </a:ext>
            </a:extLst>
          </p:cNvPr>
          <p:cNvGraphicFramePr>
            <a:graphicFrameLocks noGrp="1"/>
          </p:cNvGraphicFramePr>
          <p:nvPr>
            <p:extLst>
              <p:ext uri="{D42A27DB-BD31-4B8C-83A1-F6EECF244321}">
                <p14:modId xmlns:p14="http://schemas.microsoft.com/office/powerpoint/2010/main" val="2227576400"/>
              </p:ext>
            </p:extLst>
          </p:nvPr>
        </p:nvGraphicFramePr>
        <p:xfrm>
          <a:off x="482467" y="786088"/>
          <a:ext cx="8941065" cy="5706787"/>
        </p:xfrm>
        <a:graphic>
          <a:graphicData uri="http://schemas.openxmlformats.org/drawingml/2006/table">
            <a:tbl>
              <a:tblPr bandRow="1">
                <a:tableStyleId>{5C22544A-7EE6-4342-B048-85BDC9FD1C3A}</a:tableStyleId>
              </a:tblPr>
              <a:tblGrid>
                <a:gridCol w="944737">
                  <a:extLst>
                    <a:ext uri="{9D8B030D-6E8A-4147-A177-3AD203B41FA5}">
                      <a16:colId xmlns:a16="http://schemas.microsoft.com/office/drawing/2014/main" val="660627054"/>
                    </a:ext>
                  </a:extLst>
                </a:gridCol>
                <a:gridCol w="1014260">
                  <a:extLst>
                    <a:ext uri="{9D8B030D-6E8A-4147-A177-3AD203B41FA5}">
                      <a16:colId xmlns:a16="http://schemas.microsoft.com/office/drawing/2014/main" val="2138462528"/>
                    </a:ext>
                  </a:extLst>
                </a:gridCol>
                <a:gridCol w="6982068">
                  <a:extLst>
                    <a:ext uri="{9D8B030D-6E8A-4147-A177-3AD203B41FA5}">
                      <a16:colId xmlns:a16="http://schemas.microsoft.com/office/drawing/2014/main" val="636863942"/>
                    </a:ext>
                  </a:extLst>
                </a:gridCol>
              </a:tblGrid>
              <a:tr h="372787">
                <a:tc gridSpan="2">
                  <a:txBody>
                    <a:bodyPr/>
                    <a:lstStyle/>
                    <a:p>
                      <a:pPr algn="ctr" latinLnBrk="1"/>
                      <a:r>
                        <a:rPr lang="ko-KR" altLang="en-US" sz="1400">
                          <a:latin typeface="Noto Sans KR" panose="020B0200000000000000" pitchFamily="50" charset="-127"/>
                          <a:ea typeface="Noto Sans KR" panose="020B0200000000000000" pitchFamily="50" charset="-127"/>
                        </a:rPr>
                        <a:t>단계 및 연차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hMerge="1">
                  <a:txBody>
                    <a:bodyPr/>
                    <a:lstStyle/>
                    <a:p>
                      <a:pPr latinLnBrk="1"/>
                      <a:endParaRPr lang="ko-KR" altLang="en-US"/>
                    </a:p>
                  </a:txBody>
                  <a:tcPr/>
                </a:tc>
                <a:tc>
                  <a:txBody>
                    <a:bodyPr/>
                    <a:lstStyle/>
                    <a:p>
                      <a:pPr algn="ctr" latinLnBrk="1"/>
                      <a:r>
                        <a:rPr lang="ko-KR" altLang="en-US" sz="1400">
                          <a:latin typeface="Noto Sans KR" panose="020B0200000000000000" pitchFamily="50" charset="-127"/>
                          <a:ea typeface="Noto Sans KR" panose="020B0200000000000000" pitchFamily="50" charset="-127"/>
                        </a:rPr>
                        <a:t>연차별 개발 내용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187715467"/>
                  </a:ext>
                </a:extLst>
              </a:tr>
              <a:tr h="700349">
                <a:tc rowSpan="2">
                  <a:txBody>
                    <a:bodyPr/>
                    <a:lstStyle/>
                    <a:p>
                      <a:pPr algn="ctr" latinLnBrk="1"/>
                      <a:r>
                        <a:rPr lang="en-US" altLang="ko-KR" sz="1400">
                          <a:latin typeface="Noto Sans KR" panose="020B0200000000000000" pitchFamily="50" charset="-127"/>
                          <a:ea typeface="Noto Sans KR" panose="020B0200000000000000" pitchFamily="50" charset="-127"/>
                        </a:rPr>
                        <a:t>1</a:t>
                      </a:r>
                      <a:r>
                        <a:rPr lang="ko-KR" altLang="en-US" sz="1400">
                          <a:latin typeface="Noto Sans KR" panose="020B0200000000000000" pitchFamily="50" charset="-127"/>
                          <a:ea typeface="Noto Sans KR" panose="020B0200000000000000" pitchFamily="50" charset="-127"/>
                        </a:rPr>
                        <a:t>단계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400">
                          <a:latin typeface="Noto Sans KR" panose="020B0200000000000000" pitchFamily="50" charset="-127"/>
                          <a:ea typeface="Noto Sans KR" panose="020B0200000000000000" pitchFamily="50" charset="-127"/>
                        </a:rPr>
                        <a:t>2026</a:t>
                      </a:r>
                      <a:endParaRPr lang="ko-KR" altLang="en-US" sz="14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latinLnBrk="1"/>
                      <a:r>
                        <a:rPr lang="ko-KR" altLang="en-US" sz="1100" b="1">
                          <a:latin typeface="Noto Sans KR" panose="020B0200000000000000" pitchFamily="50" charset="-127"/>
                          <a:ea typeface="Noto Sans KR" panose="020B0200000000000000" pitchFamily="50" charset="-127"/>
                        </a:rPr>
                        <a:t>송수신 모듈 구조 설계 및 기본 성능 기준 수립</a:t>
                      </a:r>
                      <a:endParaRPr lang="en-US" altLang="ko-KR" sz="1100" b="1">
                        <a:latin typeface="Noto Sans KR" panose="020B0200000000000000" pitchFamily="50" charset="-127"/>
                        <a:ea typeface="Noto Sans KR" panose="020B0200000000000000" pitchFamily="50" charset="-127"/>
                      </a:endParaRPr>
                    </a:p>
                    <a:p>
                      <a:pPr marL="285750" indent="-285750" algn="l" latinLnBrk="1">
                        <a:buFont typeface="Arial" panose="020B0604020202020204" pitchFamily="34" charset="0"/>
                        <a:buChar char="•"/>
                      </a:pPr>
                      <a:r>
                        <a:rPr lang="ko-KR" altLang="en-US" sz="1100">
                          <a:latin typeface="Noto Sans KR" panose="020B0200000000000000" pitchFamily="50" charset="-127"/>
                          <a:ea typeface="Noto Sans KR" panose="020B0200000000000000" pitchFamily="50" charset="-127"/>
                        </a:rPr>
                        <a:t>송수신 모듈 아키텍처</a:t>
                      </a:r>
                      <a:r>
                        <a:rPr lang="en-US" altLang="ko-KR" sz="1100">
                          <a:latin typeface="Noto Sans KR" panose="020B0200000000000000" pitchFamily="50" charset="-127"/>
                          <a:ea typeface="Noto Sans KR" panose="020B0200000000000000" pitchFamily="50" charset="-127"/>
                        </a:rPr>
                        <a:t>·RF </a:t>
                      </a:r>
                      <a:r>
                        <a:rPr lang="ko-KR" altLang="en-US" sz="1100">
                          <a:latin typeface="Noto Sans KR" panose="020B0200000000000000" pitchFamily="50" charset="-127"/>
                          <a:ea typeface="Noto Sans KR" panose="020B0200000000000000" pitchFamily="50" charset="-127"/>
                        </a:rPr>
                        <a:t>버짓 설계 및 단일 채널 검증</a:t>
                      </a:r>
                      <a:endParaRPr lang="en-US" altLang="ko-KR" sz="1100">
                        <a:latin typeface="Noto Sans KR" panose="020B0200000000000000" pitchFamily="50" charset="-127"/>
                        <a:ea typeface="Noto Sans KR" panose="020B0200000000000000" pitchFamily="50" charset="-127"/>
                      </a:endParaRPr>
                    </a:p>
                    <a:p>
                      <a:pPr marL="285750" indent="-285750" algn="l" latinLnBrk="1">
                        <a:buFont typeface="Arial" panose="020B0604020202020204" pitchFamily="34" charset="0"/>
                        <a:buChar char="•"/>
                      </a:pPr>
                      <a:r>
                        <a:rPr lang="ko-KR" altLang="en-US" sz="1100">
                          <a:latin typeface="Noto Sans KR" panose="020B0200000000000000" pitchFamily="50" charset="-127"/>
                          <a:ea typeface="Noto Sans KR" panose="020B0200000000000000" pitchFamily="50" charset="-127"/>
                        </a:rPr>
                        <a:t>소재 특성</a:t>
                      </a:r>
                      <a:r>
                        <a:rPr lang="en-US" altLang="ko-KR" sz="1100">
                          <a:latin typeface="Noto Sans KR" panose="020B0200000000000000" pitchFamily="50" charset="-127"/>
                          <a:ea typeface="Noto Sans KR" panose="020B0200000000000000" pitchFamily="50" charset="-127"/>
                        </a:rPr>
                        <a:t>·PCB </a:t>
                      </a:r>
                      <a:r>
                        <a:rPr lang="ko-KR" altLang="en-US" sz="1100">
                          <a:latin typeface="Noto Sans KR" panose="020B0200000000000000" pitchFamily="50" charset="-127"/>
                          <a:ea typeface="Noto Sans KR" panose="020B0200000000000000" pitchFamily="50" charset="-127"/>
                        </a:rPr>
                        <a:t>스택업 및 단일 모듈 </a:t>
                      </a:r>
                      <a:r>
                        <a:rPr lang="en-US" altLang="ko-KR" sz="1100">
                          <a:latin typeface="Noto Sans KR" panose="020B0200000000000000" pitchFamily="50" charset="-127"/>
                          <a:ea typeface="Noto Sans KR" panose="020B0200000000000000" pitchFamily="50" charset="-127"/>
                        </a:rPr>
                        <a:t>SI/PI </a:t>
                      </a:r>
                      <a:r>
                        <a:rPr lang="ko-KR" altLang="en-US" sz="1100">
                          <a:latin typeface="Noto Sans KR" panose="020B0200000000000000" pitchFamily="50" charset="-127"/>
                          <a:ea typeface="Noto Sans KR" panose="020B0200000000000000" pitchFamily="50" charset="-127"/>
                        </a:rPr>
                        <a:t>특성 연구</a:t>
                      </a:r>
                      <a:endParaRPr lang="en-US" altLang="ko-KR" sz="1100">
                        <a:latin typeface="Noto Sans KR" panose="020B0200000000000000" pitchFamily="50" charset="-127"/>
                        <a:ea typeface="Noto Sans KR" panose="020B0200000000000000" pitchFamily="50" charset="-127"/>
                      </a:endParaRPr>
                    </a:p>
                    <a:p>
                      <a:pPr marL="285750" indent="-285750" algn="l" latinLnBrk="1">
                        <a:buFont typeface="Arial" panose="020B0604020202020204" pitchFamily="34" charset="0"/>
                        <a:buChar char="•"/>
                      </a:pPr>
                      <a:r>
                        <a:rPr lang="ko-KR" altLang="en-US" sz="1100">
                          <a:latin typeface="Noto Sans KR" panose="020B0200000000000000" pitchFamily="50" charset="-127"/>
                          <a:ea typeface="Noto Sans KR" panose="020B0200000000000000" pitchFamily="50" charset="-127"/>
                        </a:rPr>
                        <a:t>메타표면 유닛셀 기본 설계</a:t>
                      </a:r>
                      <a:r>
                        <a:rPr lang="en-US" altLang="ko-KR" sz="1100">
                          <a:latin typeface="Noto Sans KR" panose="020B0200000000000000" pitchFamily="50" charset="-127"/>
                          <a:ea typeface="Noto Sans KR" panose="020B0200000000000000" pitchFamily="50" charset="-127"/>
                        </a:rPr>
                        <a:t>, </a:t>
                      </a:r>
                      <a:r>
                        <a:rPr lang="ko-KR" altLang="en-US" sz="1100">
                          <a:latin typeface="Noto Sans KR" panose="020B0200000000000000" pitchFamily="50" charset="-127"/>
                          <a:ea typeface="Noto Sans KR" panose="020B0200000000000000" pitchFamily="50" charset="-127"/>
                        </a:rPr>
                        <a:t>방열 레이돔 기초 열해석</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6451275"/>
                  </a:ext>
                </a:extLst>
              </a:tr>
              <a:tr h="700349">
                <a:tc vMerge="1">
                  <a:txBody>
                    <a:bodyPr/>
                    <a:lstStyle/>
                    <a:p>
                      <a:pPr latinLnBrk="1"/>
                      <a:endParaRPr lang="ko-KR" altLang="en-US"/>
                    </a:p>
                  </a:txBody>
                  <a:tcPr/>
                </a:tc>
                <a:tc>
                  <a:txBody>
                    <a:bodyPr/>
                    <a:lstStyle/>
                    <a:p>
                      <a:pPr algn="ctr" latinLnBrk="1"/>
                      <a:r>
                        <a:rPr lang="en-US" altLang="ko-KR" sz="1400">
                          <a:latin typeface="Noto Sans KR" panose="020B0200000000000000" pitchFamily="50" charset="-127"/>
                          <a:ea typeface="Noto Sans KR" panose="020B0200000000000000" pitchFamily="50" charset="-127"/>
                        </a:rPr>
                        <a:t>2027</a:t>
                      </a:r>
                      <a:endParaRPr lang="ko-KR" altLang="en-US" sz="14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latinLnBrk="1"/>
                      <a:r>
                        <a:rPr lang="en-US" altLang="ko-KR" sz="1100" b="1">
                          <a:latin typeface="Noto Sans KR" panose="020B0200000000000000" pitchFamily="50" charset="-127"/>
                          <a:ea typeface="Noto Sans KR" panose="020B0200000000000000" pitchFamily="50" charset="-127"/>
                        </a:rPr>
                        <a:t>Subarray </a:t>
                      </a:r>
                      <a:r>
                        <a:rPr lang="ko-KR" altLang="en-US" sz="1100" b="1">
                          <a:latin typeface="Noto Sans KR" panose="020B0200000000000000" pitchFamily="50" charset="-127"/>
                          <a:ea typeface="Noto Sans KR" panose="020B0200000000000000" pitchFamily="50" charset="-127"/>
                        </a:rPr>
                        <a:t>송수신 모듈 개발 및 성능 측정</a:t>
                      </a:r>
                      <a:endParaRPr lang="en-US" altLang="ko-KR" sz="1100" b="1">
                        <a:latin typeface="Noto Sans KR" panose="020B0200000000000000" pitchFamily="50" charset="-127"/>
                        <a:ea typeface="Noto Sans KR" panose="020B0200000000000000" pitchFamily="50" charset="-127"/>
                      </a:endParaRPr>
                    </a:p>
                    <a:p>
                      <a:pPr marL="285750" indent="-285750" algn="l" latinLnBrk="1">
                        <a:buFont typeface="Arial" panose="020B0604020202020204" pitchFamily="34" charset="0"/>
                        <a:buChar char="•"/>
                      </a:pPr>
                      <a:r>
                        <a:rPr lang="ko-KR" altLang="en-US" sz="1100">
                          <a:latin typeface="Noto Sans KR" panose="020B0200000000000000" pitchFamily="50" charset="-127"/>
                          <a:ea typeface="Noto Sans KR" panose="020B0200000000000000" pitchFamily="50" charset="-127"/>
                        </a:rPr>
                        <a:t>빔포밍 </a:t>
                      </a:r>
                      <a:r>
                        <a:rPr lang="en-US" altLang="ko-KR" sz="1100">
                          <a:latin typeface="Noto Sans KR" panose="020B0200000000000000" pitchFamily="50" charset="-127"/>
                          <a:ea typeface="Noto Sans KR" panose="020B0200000000000000" pitchFamily="50" charset="-127"/>
                        </a:rPr>
                        <a:t>IC </a:t>
                      </a:r>
                      <a:r>
                        <a:rPr lang="ko-KR" altLang="en-US" sz="1100">
                          <a:latin typeface="Noto Sans KR" panose="020B0200000000000000" pitchFamily="50" charset="-127"/>
                          <a:ea typeface="Noto Sans KR" panose="020B0200000000000000" pitchFamily="50" charset="-127"/>
                        </a:rPr>
                        <a:t>패키징</a:t>
                      </a:r>
                      <a:r>
                        <a:rPr lang="en-US" altLang="ko-KR" sz="1100">
                          <a:latin typeface="Noto Sans KR" panose="020B0200000000000000" pitchFamily="50" charset="-127"/>
                          <a:ea typeface="Noto Sans KR" panose="020B0200000000000000" pitchFamily="50" charset="-127"/>
                        </a:rPr>
                        <a:t>·</a:t>
                      </a:r>
                      <a:r>
                        <a:rPr lang="ko-KR" altLang="en-US" sz="1100">
                          <a:latin typeface="Noto Sans KR" panose="020B0200000000000000" pitchFamily="50" charset="-127"/>
                          <a:ea typeface="Noto Sans KR" panose="020B0200000000000000" pitchFamily="50" charset="-127"/>
                        </a:rPr>
                        <a:t>미세공정 고도화 및 </a:t>
                      </a:r>
                      <a:r>
                        <a:rPr lang="en-US" altLang="ko-KR" sz="1100">
                          <a:latin typeface="Noto Sans KR" panose="020B0200000000000000" pitchFamily="50" charset="-127"/>
                          <a:ea typeface="Noto Sans KR" panose="020B0200000000000000" pitchFamily="50" charset="-127"/>
                        </a:rPr>
                        <a:t>8x8 Subarray </a:t>
                      </a:r>
                      <a:r>
                        <a:rPr lang="ko-KR" altLang="en-US" sz="1100">
                          <a:latin typeface="Noto Sans KR" panose="020B0200000000000000" pitchFamily="50" charset="-127"/>
                          <a:ea typeface="Noto Sans KR" panose="020B0200000000000000" pitchFamily="50" charset="-127"/>
                        </a:rPr>
                        <a:t>공정 개발</a:t>
                      </a:r>
                      <a:endParaRPr lang="en-US" altLang="ko-KR" sz="1100">
                        <a:latin typeface="Noto Sans KR" panose="020B0200000000000000" pitchFamily="50" charset="-127"/>
                        <a:ea typeface="Noto Sans KR" panose="020B0200000000000000" pitchFamily="50" charset="-127"/>
                      </a:endParaRPr>
                    </a:p>
                    <a:p>
                      <a:pPr marL="285750" indent="-285750" algn="l" latinLnBrk="1">
                        <a:buFont typeface="Arial" panose="020B0604020202020204" pitchFamily="34" charset="0"/>
                        <a:buChar char="•"/>
                      </a:pPr>
                      <a:r>
                        <a:rPr lang="ko-KR" altLang="en-US" sz="1100">
                          <a:latin typeface="Noto Sans KR" panose="020B0200000000000000" pitchFamily="50" charset="-127"/>
                          <a:ea typeface="Noto Sans KR" panose="020B0200000000000000" pitchFamily="50" charset="-127"/>
                        </a:rPr>
                        <a:t>배열환경 </a:t>
                      </a:r>
                      <a:r>
                        <a:rPr lang="en-US" altLang="ko-KR" sz="1100">
                          <a:latin typeface="Noto Sans KR" panose="020B0200000000000000" pitchFamily="50" charset="-127"/>
                          <a:ea typeface="Noto Sans KR" panose="020B0200000000000000" pitchFamily="50" charset="-127"/>
                        </a:rPr>
                        <a:t>RF </a:t>
                      </a:r>
                      <a:r>
                        <a:rPr lang="ko-KR" altLang="en-US" sz="1100">
                          <a:latin typeface="Noto Sans KR" panose="020B0200000000000000" pitchFamily="50" charset="-127"/>
                          <a:ea typeface="Noto Sans KR" panose="020B0200000000000000" pitchFamily="50" charset="-127"/>
                        </a:rPr>
                        <a:t>성능저하 요인 및 </a:t>
                      </a:r>
                      <a:r>
                        <a:rPr lang="en-US" altLang="ko-KR" sz="1100">
                          <a:latin typeface="Noto Sans KR" panose="020B0200000000000000" pitchFamily="50" charset="-127"/>
                          <a:ea typeface="Noto Sans KR" panose="020B0200000000000000" pitchFamily="50" charset="-127"/>
                        </a:rPr>
                        <a:t>SI/PI·</a:t>
                      </a:r>
                      <a:r>
                        <a:rPr lang="ko-KR" altLang="en-US" sz="1100">
                          <a:latin typeface="Noto Sans KR" panose="020B0200000000000000" pitchFamily="50" charset="-127"/>
                          <a:ea typeface="Noto Sans KR" panose="020B0200000000000000" pitchFamily="50" charset="-127"/>
                        </a:rPr>
                        <a:t>전력</a:t>
                      </a:r>
                      <a:r>
                        <a:rPr lang="en-US" altLang="ko-KR" sz="1100">
                          <a:latin typeface="Noto Sans KR" panose="020B0200000000000000" pitchFamily="50" charset="-127"/>
                          <a:ea typeface="Noto Sans KR" panose="020B0200000000000000" pitchFamily="50" charset="-127"/>
                        </a:rPr>
                        <a:t>·</a:t>
                      </a:r>
                      <a:r>
                        <a:rPr lang="ko-KR" altLang="en-US" sz="1100">
                          <a:latin typeface="Noto Sans KR" panose="020B0200000000000000" pitchFamily="50" charset="-127"/>
                          <a:ea typeface="Noto Sans KR" panose="020B0200000000000000" pitchFamily="50" charset="-127"/>
                        </a:rPr>
                        <a:t>열 통합 분석</a:t>
                      </a:r>
                      <a:endParaRPr lang="en-US" altLang="ko-KR" sz="1100">
                        <a:latin typeface="Noto Sans KR" panose="020B0200000000000000" pitchFamily="50" charset="-127"/>
                        <a:ea typeface="Noto Sans KR" panose="020B0200000000000000" pitchFamily="50" charset="-127"/>
                      </a:endParaRPr>
                    </a:p>
                    <a:p>
                      <a:pPr marL="285750" indent="-285750" algn="l" latinLnBrk="1">
                        <a:buFont typeface="Arial" panose="020B0604020202020204" pitchFamily="34" charset="0"/>
                        <a:buChar char="•"/>
                      </a:pPr>
                      <a:r>
                        <a:rPr lang="en-US" altLang="ko-KR" sz="1100">
                          <a:latin typeface="Noto Sans KR" panose="020B0200000000000000" pitchFamily="50" charset="-127"/>
                          <a:ea typeface="Noto Sans KR" panose="020B0200000000000000" pitchFamily="50" charset="-127"/>
                        </a:rPr>
                        <a:t>8x8 Subarray </a:t>
                      </a:r>
                      <a:r>
                        <a:rPr lang="ko-KR" altLang="en-US" sz="1100">
                          <a:latin typeface="Noto Sans KR" panose="020B0200000000000000" pitchFamily="50" charset="-127"/>
                          <a:ea typeface="Noto Sans KR" panose="020B0200000000000000" pitchFamily="50" charset="-127"/>
                        </a:rPr>
                        <a:t>배열이득</a:t>
                      </a:r>
                      <a:r>
                        <a:rPr lang="en-US" altLang="ko-KR" sz="1100">
                          <a:latin typeface="Noto Sans KR" panose="020B0200000000000000" pitchFamily="50" charset="-127"/>
                          <a:ea typeface="Noto Sans KR" panose="020B0200000000000000" pitchFamily="50" charset="-127"/>
                        </a:rPr>
                        <a:t>·EIRP·</a:t>
                      </a:r>
                      <a:r>
                        <a:rPr lang="ko-KR" altLang="en-US" sz="1100">
                          <a:latin typeface="Noto Sans KR" panose="020B0200000000000000" pitchFamily="50" charset="-127"/>
                          <a:ea typeface="Noto Sans KR" panose="020B0200000000000000" pitchFamily="50" charset="-127"/>
                        </a:rPr>
                        <a:t>빔조향 특성 측정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12483474"/>
                  </a:ext>
                </a:extLst>
              </a:tr>
              <a:tr h="700349">
                <a:tc rowSpan="3">
                  <a:txBody>
                    <a:bodyPr/>
                    <a:lstStyle/>
                    <a:p>
                      <a:pPr algn="ctr" latinLnBrk="1"/>
                      <a:r>
                        <a:rPr lang="en-US" altLang="ko-KR" sz="1400">
                          <a:latin typeface="Noto Sans KR" panose="020B0200000000000000" pitchFamily="50" charset="-127"/>
                          <a:ea typeface="Noto Sans KR" panose="020B0200000000000000" pitchFamily="50" charset="-127"/>
                        </a:rPr>
                        <a:t>2</a:t>
                      </a:r>
                      <a:r>
                        <a:rPr lang="ko-KR" altLang="en-US" sz="1400">
                          <a:latin typeface="Noto Sans KR" panose="020B0200000000000000" pitchFamily="50" charset="-127"/>
                          <a:ea typeface="Noto Sans KR" panose="020B0200000000000000" pitchFamily="50" charset="-127"/>
                        </a:rPr>
                        <a:t>단계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400">
                          <a:latin typeface="Noto Sans KR" panose="020B0200000000000000" pitchFamily="50" charset="-127"/>
                          <a:ea typeface="Noto Sans KR" panose="020B0200000000000000" pitchFamily="50" charset="-127"/>
                        </a:rPr>
                        <a:t>2028</a:t>
                      </a:r>
                      <a:endParaRPr lang="ko-KR" altLang="en-US" sz="14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latinLnBrk="1"/>
                      <a:r>
                        <a:rPr lang="en-US" altLang="ko-KR" sz="1100" b="1">
                          <a:latin typeface="Noto Sans KR" panose="020B0200000000000000" pitchFamily="50" charset="-127"/>
                          <a:ea typeface="Noto Sans KR" panose="020B0200000000000000" pitchFamily="50" charset="-127"/>
                        </a:rPr>
                        <a:t>8x8</a:t>
                      </a:r>
                      <a:r>
                        <a:rPr lang="ko-KR" altLang="en-US" sz="1100" b="1">
                          <a:latin typeface="Noto Sans KR" panose="020B0200000000000000" pitchFamily="50" charset="-127"/>
                          <a:ea typeface="Noto Sans KR" panose="020B0200000000000000" pitchFamily="50" charset="-127"/>
                        </a:rPr>
                        <a:t> </a:t>
                      </a:r>
                      <a:r>
                        <a:rPr lang="en-US" altLang="ko-KR" sz="1100" b="1">
                          <a:latin typeface="Noto Sans KR" panose="020B0200000000000000" pitchFamily="50" charset="-127"/>
                          <a:ea typeface="Noto Sans KR" panose="020B0200000000000000" pitchFamily="50" charset="-127"/>
                        </a:rPr>
                        <a:t>Subarray</a:t>
                      </a:r>
                      <a:r>
                        <a:rPr lang="ko-KR" altLang="en-US" sz="1100" b="1">
                          <a:latin typeface="Noto Sans KR" panose="020B0200000000000000" pitchFamily="50" charset="-127"/>
                          <a:ea typeface="Noto Sans KR" panose="020B0200000000000000" pitchFamily="50" charset="-127"/>
                        </a:rPr>
                        <a:t> 기반 </a:t>
                      </a:r>
                      <a:r>
                        <a:rPr lang="en-US" altLang="ko-KR" sz="1100" b="1">
                          <a:latin typeface="Noto Sans KR" panose="020B0200000000000000" pitchFamily="50" charset="-127"/>
                          <a:ea typeface="Noto Sans KR" panose="020B0200000000000000" pitchFamily="50" charset="-127"/>
                        </a:rPr>
                        <a:t>Unit module </a:t>
                      </a:r>
                      <a:r>
                        <a:rPr lang="ko-KR" altLang="en-US" sz="1100" b="1">
                          <a:latin typeface="Noto Sans KR" panose="020B0200000000000000" pitchFamily="50" charset="-127"/>
                          <a:ea typeface="Noto Sans KR" panose="020B0200000000000000" pitchFamily="50" charset="-127"/>
                        </a:rPr>
                        <a:t>확장 설계</a:t>
                      </a:r>
                      <a:endParaRPr lang="en-US" altLang="ko-KR" sz="1100" b="1">
                        <a:latin typeface="Noto Sans KR" panose="020B0200000000000000" pitchFamily="50" charset="-127"/>
                        <a:ea typeface="Noto Sans KR" panose="020B0200000000000000" pitchFamily="50" charset="-127"/>
                      </a:endParaRPr>
                    </a:p>
                    <a:p>
                      <a:pPr marL="285750" indent="-285750" algn="l" latinLnBrk="1">
                        <a:buFont typeface="Arial" panose="020B0604020202020204" pitchFamily="34" charset="0"/>
                        <a:buChar char="•"/>
                      </a:pPr>
                      <a:r>
                        <a:rPr lang="ko-KR" altLang="en-US" sz="1100">
                          <a:latin typeface="Noto Sans KR" panose="020B0200000000000000" pitchFamily="50" charset="-127"/>
                          <a:ea typeface="Noto Sans KR" panose="020B0200000000000000" pitchFamily="50" charset="-127"/>
                        </a:rPr>
                        <a:t>안테나</a:t>
                      </a:r>
                      <a:r>
                        <a:rPr lang="en-US" altLang="ko-KR" sz="1100">
                          <a:latin typeface="Noto Sans KR" panose="020B0200000000000000" pitchFamily="50" charset="-127"/>
                          <a:ea typeface="Noto Sans KR" panose="020B0200000000000000" pitchFamily="50" charset="-127"/>
                        </a:rPr>
                        <a:t>·RF·</a:t>
                      </a:r>
                      <a:r>
                        <a:rPr lang="ko-KR" altLang="en-US" sz="1100">
                          <a:latin typeface="Noto Sans KR" panose="020B0200000000000000" pitchFamily="50" charset="-127"/>
                          <a:ea typeface="Noto Sans KR" panose="020B0200000000000000" pitchFamily="50" charset="-127"/>
                        </a:rPr>
                        <a:t>전원</a:t>
                      </a:r>
                      <a:r>
                        <a:rPr lang="en-US" altLang="ko-KR" sz="1100">
                          <a:latin typeface="Noto Sans KR" panose="020B0200000000000000" pitchFamily="50" charset="-127"/>
                          <a:ea typeface="Noto Sans KR" panose="020B0200000000000000" pitchFamily="50" charset="-127"/>
                        </a:rPr>
                        <a:t>·</a:t>
                      </a:r>
                      <a:r>
                        <a:rPr lang="ko-KR" altLang="en-US" sz="1100">
                          <a:latin typeface="Noto Sans KR" panose="020B0200000000000000" pitchFamily="50" charset="-127"/>
                          <a:ea typeface="Noto Sans KR" panose="020B0200000000000000" pitchFamily="50" charset="-127"/>
                        </a:rPr>
                        <a:t>제어 통합 </a:t>
                      </a:r>
                      <a:r>
                        <a:rPr lang="en-US" altLang="ko-KR" sz="1100">
                          <a:latin typeface="Noto Sans KR" panose="020B0200000000000000" pitchFamily="50" charset="-127"/>
                          <a:ea typeface="Noto Sans KR" panose="020B0200000000000000" pitchFamily="50" charset="-127"/>
                        </a:rPr>
                        <a:t>Unit module </a:t>
                      </a:r>
                      <a:r>
                        <a:rPr lang="ko-KR" altLang="en-US" sz="1100">
                          <a:latin typeface="Noto Sans KR" panose="020B0200000000000000" pitchFamily="50" charset="-127"/>
                          <a:ea typeface="Noto Sans KR" panose="020B0200000000000000" pitchFamily="50" charset="-127"/>
                        </a:rPr>
                        <a:t>확장 설계</a:t>
                      </a:r>
                      <a:endParaRPr lang="en-US" altLang="ko-KR" sz="1100">
                        <a:latin typeface="Noto Sans KR" panose="020B0200000000000000" pitchFamily="50" charset="-127"/>
                        <a:ea typeface="Noto Sans KR" panose="020B0200000000000000" pitchFamily="50" charset="-127"/>
                      </a:endParaRPr>
                    </a:p>
                    <a:p>
                      <a:pPr marL="285750" indent="-285750" algn="l" latinLnBrk="1">
                        <a:buFont typeface="Arial" panose="020B0604020202020204" pitchFamily="34" charset="0"/>
                        <a:buChar char="•"/>
                      </a:pPr>
                      <a:r>
                        <a:rPr lang="ko-KR" altLang="en-US" sz="1100">
                          <a:latin typeface="Noto Sans KR" panose="020B0200000000000000" pitchFamily="50" charset="-127"/>
                          <a:ea typeface="Noto Sans KR" panose="020B0200000000000000" pitchFamily="50" charset="-127"/>
                        </a:rPr>
                        <a:t>대규모 적층 </a:t>
                      </a:r>
                      <a:r>
                        <a:rPr lang="en-US" altLang="ko-KR" sz="1100">
                          <a:latin typeface="Noto Sans KR" panose="020B0200000000000000" pitchFamily="50" charset="-127"/>
                          <a:ea typeface="Noto Sans KR" panose="020B0200000000000000" pitchFamily="50" charset="-127"/>
                        </a:rPr>
                        <a:t>PCB</a:t>
                      </a:r>
                      <a:r>
                        <a:rPr lang="ko-KR" altLang="en-US" sz="1100">
                          <a:latin typeface="Noto Sans KR" panose="020B0200000000000000" pitchFamily="50" charset="-127"/>
                          <a:ea typeface="Noto Sans KR" panose="020B0200000000000000" pitchFamily="50" charset="-127"/>
                        </a:rPr>
                        <a:t>의 </a:t>
                      </a:r>
                      <a:r>
                        <a:rPr lang="en-US" altLang="ko-KR" sz="1100">
                          <a:latin typeface="Noto Sans KR" panose="020B0200000000000000" pitchFamily="50" charset="-127"/>
                          <a:ea typeface="Noto Sans KR" panose="020B0200000000000000" pitchFamily="50" charset="-127"/>
                        </a:rPr>
                        <a:t>SI/PI·</a:t>
                      </a:r>
                      <a:r>
                        <a:rPr lang="ko-KR" altLang="en-US" sz="1100">
                          <a:latin typeface="Noto Sans KR" panose="020B0200000000000000" pitchFamily="50" charset="-127"/>
                          <a:ea typeface="Noto Sans KR" panose="020B0200000000000000" pitchFamily="50" charset="-127"/>
                        </a:rPr>
                        <a:t>트랜지션</a:t>
                      </a:r>
                      <a:r>
                        <a:rPr lang="en-US" altLang="ko-KR" sz="1100">
                          <a:latin typeface="Noto Sans KR" panose="020B0200000000000000" pitchFamily="50" charset="-127"/>
                          <a:ea typeface="Noto Sans KR" panose="020B0200000000000000" pitchFamily="50" charset="-127"/>
                        </a:rPr>
                        <a:t>·</a:t>
                      </a:r>
                      <a:r>
                        <a:rPr lang="ko-KR" altLang="en-US" sz="1100">
                          <a:latin typeface="Noto Sans KR" panose="020B0200000000000000" pitchFamily="50" charset="-127"/>
                          <a:ea typeface="Noto Sans KR" panose="020B0200000000000000" pitchFamily="50" charset="-127"/>
                        </a:rPr>
                        <a:t>발열 특성 연구</a:t>
                      </a:r>
                      <a:endParaRPr lang="en-US" altLang="ko-KR" sz="1100">
                        <a:latin typeface="Noto Sans KR" panose="020B0200000000000000" pitchFamily="50" charset="-127"/>
                        <a:ea typeface="Noto Sans KR" panose="020B0200000000000000" pitchFamily="50" charset="-127"/>
                      </a:endParaRPr>
                    </a:p>
                    <a:p>
                      <a:pPr marL="285750" indent="-285750" algn="l" latinLnBrk="1">
                        <a:buFont typeface="Arial" panose="020B0604020202020204" pitchFamily="34" charset="0"/>
                        <a:buChar char="•"/>
                      </a:pPr>
                      <a:r>
                        <a:rPr lang="ko-KR" altLang="en-US" sz="1100">
                          <a:latin typeface="Noto Sans KR" panose="020B0200000000000000" pitchFamily="50" charset="-127"/>
                          <a:ea typeface="Noto Sans KR" panose="020B0200000000000000" pitchFamily="50" charset="-127"/>
                        </a:rPr>
                        <a:t>다채널 </a:t>
                      </a:r>
                      <a:r>
                        <a:rPr lang="en-US" altLang="ko-KR" sz="1100">
                          <a:latin typeface="Noto Sans KR" panose="020B0200000000000000" pitchFamily="50" charset="-127"/>
                          <a:ea typeface="Noto Sans KR" panose="020B0200000000000000" pitchFamily="50" charset="-127"/>
                        </a:rPr>
                        <a:t>BFIC </a:t>
                      </a:r>
                      <a:r>
                        <a:rPr lang="ko-KR" altLang="en-US" sz="1100">
                          <a:latin typeface="Noto Sans KR" panose="020B0200000000000000" pitchFamily="50" charset="-127"/>
                          <a:ea typeface="Noto Sans KR" panose="020B0200000000000000" pitchFamily="50" charset="-127"/>
                        </a:rPr>
                        <a:t>제어 및 송수신 모듈 성능 분석</a:t>
                      </a:r>
                      <a:r>
                        <a:rPr lang="en-US" altLang="ko-KR" sz="1100">
                          <a:latin typeface="Noto Sans KR" panose="020B0200000000000000" pitchFamily="50" charset="-127"/>
                          <a:ea typeface="Noto Sans KR" panose="020B0200000000000000" pitchFamily="50" charset="-127"/>
                        </a:rPr>
                        <a:t>·</a:t>
                      </a:r>
                      <a:r>
                        <a:rPr lang="ko-KR" altLang="en-US" sz="1100">
                          <a:latin typeface="Noto Sans KR" panose="020B0200000000000000" pitchFamily="50" charset="-127"/>
                          <a:ea typeface="Noto Sans KR" panose="020B0200000000000000" pitchFamily="50" charset="-127"/>
                        </a:rPr>
                        <a:t>검증</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29658265"/>
                  </a:ext>
                </a:extLst>
              </a:tr>
              <a:tr h="700349">
                <a:tc vMerge="1">
                  <a:txBody>
                    <a:bodyPr/>
                    <a:lstStyle/>
                    <a:p>
                      <a:pPr latinLnBrk="1"/>
                      <a:endParaRPr lang="ko-KR" altLang="en-US"/>
                    </a:p>
                  </a:txBody>
                  <a:tcPr/>
                </a:tc>
                <a:tc>
                  <a:txBody>
                    <a:bodyPr/>
                    <a:lstStyle/>
                    <a:p>
                      <a:pPr algn="ctr" latinLnBrk="1"/>
                      <a:r>
                        <a:rPr lang="en-US" altLang="ko-KR" sz="1400">
                          <a:latin typeface="Noto Sans KR" panose="020B0200000000000000" pitchFamily="50" charset="-127"/>
                          <a:ea typeface="Noto Sans KR" panose="020B0200000000000000" pitchFamily="50" charset="-127"/>
                        </a:rPr>
                        <a:t>2029</a:t>
                      </a:r>
                      <a:endParaRPr lang="ko-KR" altLang="en-US" sz="14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latinLnBrk="1"/>
                      <a:r>
                        <a:rPr lang="en-US" altLang="ko-KR" sz="1100" b="1">
                          <a:latin typeface="Noto Sans KR" panose="020B0200000000000000" pitchFamily="50" charset="-127"/>
                          <a:ea typeface="Noto Sans KR" panose="020B0200000000000000" pitchFamily="50" charset="-127"/>
                        </a:rPr>
                        <a:t>N x Unit module </a:t>
                      </a:r>
                      <a:r>
                        <a:rPr lang="ko-KR" altLang="en-US" sz="1100" b="1">
                          <a:latin typeface="Noto Sans KR" panose="020B0200000000000000" pitchFamily="50" charset="-127"/>
                          <a:ea typeface="Noto Sans KR" panose="020B0200000000000000" pitchFamily="50" charset="-127"/>
                        </a:rPr>
                        <a:t>확장 및 안정화</a:t>
                      </a:r>
                      <a:endParaRPr lang="en-US" altLang="ko-KR" sz="1100" b="1">
                        <a:latin typeface="Noto Sans KR" panose="020B0200000000000000" pitchFamily="50" charset="-127"/>
                        <a:ea typeface="Noto Sans KR" panose="020B0200000000000000" pitchFamily="50" charset="-127"/>
                      </a:endParaRPr>
                    </a:p>
                    <a:p>
                      <a:pPr marL="285750" indent="-285750" algn="l" latinLnBrk="1">
                        <a:buFont typeface="Arial" panose="020B0604020202020204" pitchFamily="34" charset="0"/>
                        <a:buChar char="•"/>
                      </a:pPr>
                      <a:r>
                        <a:rPr lang="en-US" altLang="ko-KR" sz="1100">
                          <a:latin typeface="Noto Sans KR" panose="020B0200000000000000" pitchFamily="50" charset="-127"/>
                          <a:ea typeface="Noto Sans KR" panose="020B0200000000000000" pitchFamily="50" charset="-127"/>
                        </a:rPr>
                        <a:t>N x Module </a:t>
                      </a:r>
                      <a:r>
                        <a:rPr lang="ko-KR" altLang="en-US" sz="1100">
                          <a:latin typeface="Noto Sans KR" panose="020B0200000000000000" pitchFamily="50" charset="-127"/>
                          <a:ea typeface="Noto Sans KR" panose="020B0200000000000000" pitchFamily="50" charset="-127"/>
                        </a:rPr>
                        <a:t>상호결합</a:t>
                      </a:r>
                      <a:r>
                        <a:rPr lang="en-US" altLang="ko-KR" sz="1100">
                          <a:latin typeface="Noto Sans KR" panose="020B0200000000000000" pitchFamily="50" charset="-127"/>
                          <a:ea typeface="Noto Sans KR" panose="020B0200000000000000" pitchFamily="50" charset="-127"/>
                        </a:rPr>
                        <a:t>·</a:t>
                      </a:r>
                      <a:r>
                        <a:rPr lang="ko-KR" altLang="en-US" sz="1100">
                          <a:latin typeface="Noto Sans KR" panose="020B0200000000000000" pitchFamily="50" charset="-127"/>
                          <a:ea typeface="Noto Sans KR" panose="020B0200000000000000" pitchFamily="50" charset="-127"/>
                        </a:rPr>
                        <a:t>송수신 격리 개선 및 방열구조 적용</a:t>
                      </a:r>
                      <a:endParaRPr lang="en-US" altLang="ko-KR" sz="1100">
                        <a:latin typeface="Noto Sans KR" panose="020B0200000000000000" pitchFamily="50" charset="-127"/>
                        <a:ea typeface="Noto Sans KR" panose="020B0200000000000000" pitchFamily="50" charset="-127"/>
                      </a:endParaRPr>
                    </a:p>
                    <a:p>
                      <a:pPr marL="285750" indent="-285750" algn="l" latinLnBrk="1">
                        <a:buFont typeface="Arial" panose="020B0604020202020204" pitchFamily="34" charset="0"/>
                        <a:buChar char="•"/>
                      </a:pPr>
                      <a:r>
                        <a:rPr lang="ko-KR" altLang="en-US" sz="1100">
                          <a:latin typeface="Noto Sans KR" panose="020B0200000000000000" pitchFamily="50" charset="-127"/>
                          <a:ea typeface="Noto Sans KR" panose="020B0200000000000000" pitchFamily="50" charset="-127"/>
                        </a:rPr>
                        <a:t>다채널 동기화</a:t>
                      </a:r>
                      <a:r>
                        <a:rPr lang="en-US" altLang="ko-KR" sz="1100">
                          <a:latin typeface="Noto Sans KR" panose="020B0200000000000000" pitchFamily="50" charset="-127"/>
                          <a:ea typeface="Noto Sans KR" panose="020B0200000000000000" pitchFamily="50" charset="-127"/>
                        </a:rPr>
                        <a:t>·</a:t>
                      </a:r>
                      <a:r>
                        <a:rPr lang="ko-KR" altLang="en-US" sz="1100">
                          <a:latin typeface="Noto Sans KR" panose="020B0200000000000000" pitchFamily="50" charset="-127"/>
                          <a:ea typeface="Noto Sans KR" panose="020B0200000000000000" pitchFamily="50" charset="-127"/>
                        </a:rPr>
                        <a:t>위상</a:t>
                      </a:r>
                      <a:r>
                        <a:rPr lang="en-US" altLang="ko-KR" sz="1100">
                          <a:latin typeface="Noto Sans KR" panose="020B0200000000000000" pitchFamily="50" charset="-127"/>
                          <a:ea typeface="Noto Sans KR" panose="020B0200000000000000" pitchFamily="50" charset="-127"/>
                        </a:rPr>
                        <a:t>/</a:t>
                      </a:r>
                      <a:r>
                        <a:rPr lang="ko-KR" altLang="en-US" sz="1100">
                          <a:latin typeface="Noto Sans KR" panose="020B0200000000000000" pitchFamily="50" charset="-127"/>
                          <a:ea typeface="Noto Sans KR" panose="020B0200000000000000" pitchFamily="50" charset="-127"/>
                        </a:rPr>
                        <a:t>진폭 정합 안정화 기술 개발</a:t>
                      </a:r>
                      <a:endParaRPr lang="en-US" altLang="ko-KR" sz="1100">
                        <a:latin typeface="Noto Sans KR" panose="020B0200000000000000" pitchFamily="50" charset="-127"/>
                        <a:ea typeface="Noto Sans KR" panose="020B0200000000000000" pitchFamily="50" charset="-127"/>
                      </a:endParaRPr>
                    </a:p>
                    <a:p>
                      <a:pPr marL="285750" indent="-285750" algn="l" latinLnBrk="1">
                        <a:buFont typeface="Arial" panose="020B0604020202020204" pitchFamily="34" charset="0"/>
                        <a:buChar char="•"/>
                      </a:pPr>
                      <a:r>
                        <a:rPr lang="ko-KR" altLang="en-US" sz="1100">
                          <a:latin typeface="Noto Sans KR" panose="020B0200000000000000" pitchFamily="50" charset="-127"/>
                          <a:ea typeface="Noto Sans KR" panose="020B0200000000000000" pitchFamily="50" charset="-127"/>
                        </a:rPr>
                        <a:t>전력</a:t>
                      </a:r>
                      <a:r>
                        <a:rPr lang="en-US" altLang="ko-KR" sz="1100">
                          <a:latin typeface="Noto Sans KR" panose="020B0200000000000000" pitchFamily="50" charset="-127"/>
                          <a:ea typeface="Noto Sans KR" panose="020B0200000000000000" pitchFamily="50" charset="-127"/>
                        </a:rPr>
                        <a:t>·</a:t>
                      </a:r>
                      <a:r>
                        <a:rPr lang="ko-KR" altLang="en-US" sz="1100">
                          <a:latin typeface="Noto Sans KR" panose="020B0200000000000000" pitchFamily="50" charset="-127"/>
                          <a:ea typeface="Noto Sans KR" panose="020B0200000000000000" pitchFamily="50" charset="-127"/>
                        </a:rPr>
                        <a:t>열 안정성 및 양상성</a:t>
                      </a:r>
                      <a:r>
                        <a:rPr lang="en-US" altLang="ko-KR" sz="1100">
                          <a:latin typeface="Noto Sans KR" panose="020B0200000000000000" pitchFamily="50" charset="-127"/>
                          <a:ea typeface="Noto Sans KR" panose="020B0200000000000000" pitchFamily="50" charset="-127"/>
                        </a:rPr>
                        <a:t>·</a:t>
                      </a:r>
                      <a:r>
                        <a:rPr lang="ko-KR" altLang="en-US" sz="1100">
                          <a:latin typeface="Noto Sans KR" panose="020B0200000000000000" pitchFamily="50" charset="-127"/>
                          <a:ea typeface="Noto Sans KR" panose="020B0200000000000000" pitchFamily="50" charset="-127"/>
                        </a:rPr>
                        <a:t>신뢰성 확보 연구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29671158"/>
                  </a:ext>
                </a:extLst>
              </a:tr>
              <a:tr h="700349">
                <a:tc vMerge="1">
                  <a:txBody>
                    <a:bodyPr/>
                    <a:lstStyle/>
                    <a:p>
                      <a:pPr latinLnBrk="1"/>
                      <a:endParaRPr lang="ko-KR" altLang="en-US"/>
                    </a:p>
                  </a:txBody>
                  <a:tcPr/>
                </a:tc>
                <a:tc>
                  <a:txBody>
                    <a:bodyPr/>
                    <a:lstStyle/>
                    <a:p>
                      <a:pPr algn="ctr" latinLnBrk="1"/>
                      <a:r>
                        <a:rPr lang="en-US" altLang="ko-KR" sz="1400">
                          <a:latin typeface="Noto Sans KR" panose="020B0200000000000000" pitchFamily="50" charset="-127"/>
                          <a:ea typeface="Noto Sans KR" panose="020B0200000000000000" pitchFamily="50" charset="-127"/>
                        </a:rPr>
                        <a:t>2030</a:t>
                      </a:r>
                      <a:endParaRPr lang="ko-KR" altLang="en-US" sz="14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latinLnBrk="1"/>
                      <a:r>
                        <a:rPr lang="en-US" altLang="ko-KR" sz="1100" b="1">
                          <a:latin typeface="Noto Sans KR" panose="020B0200000000000000" pitchFamily="50" charset="-127"/>
                          <a:ea typeface="Noto Sans KR" panose="020B0200000000000000" pitchFamily="50" charset="-127"/>
                        </a:rPr>
                        <a:t>N x Unit module </a:t>
                      </a:r>
                      <a:r>
                        <a:rPr lang="ko-KR" altLang="en-US" sz="1100" b="1">
                          <a:latin typeface="Noto Sans KR" panose="020B0200000000000000" pitchFamily="50" charset="-127"/>
                          <a:ea typeface="Noto Sans KR" panose="020B0200000000000000" pitchFamily="50" charset="-127"/>
                        </a:rPr>
                        <a:t>개발 및 제작 검증</a:t>
                      </a:r>
                      <a:endParaRPr lang="en-US" altLang="ko-KR" sz="1100" b="1">
                        <a:latin typeface="Noto Sans KR" panose="020B0200000000000000" pitchFamily="50" charset="-127"/>
                        <a:ea typeface="Noto Sans KR" panose="020B0200000000000000" pitchFamily="50" charset="-127"/>
                      </a:endParaRPr>
                    </a:p>
                    <a:p>
                      <a:pPr marL="285750" indent="-285750" algn="l" latinLnBrk="1">
                        <a:buFont typeface="Arial" panose="020B0604020202020204" pitchFamily="34" charset="0"/>
                        <a:buChar char="•"/>
                      </a:pPr>
                      <a:r>
                        <a:rPr lang="ko-KR" altLang="en-US" sz="1100">
                          <a:latin typeface="Noto Sans KR" panose="020B0200000000000000" pitchFamily="50" charset="-127"/>
                          <a:ea typeface="Noto Sans KR" panose="020B0200000000000000" pitchFamily="50" charset="-127"/>
                        </a:rPr>
                        <a:t>보정 기반 채널 정합</a:t>
                      </a:r>
                      <a:r>
                        <a:rPr lang="en-US" altLang="ko-KR" sz="1100">
                          <a:latin typeface="Noto Sans KR" panose="020B0200000000000000" pitchFamily="50" charset="-127"/>
                          <a:ea typeface="Noto Sans KR" panose="020B0200000000000000" pitchFamily="50" charset="-127"/>
                        </a:rPr>
                        <a:t>·RF </a:t>
                      </a:r>
                      <a:r>
                        <a:rPr lang="ko-KR" altLang="en-US" sz="1100">
                          <a:latin typeface="Noto Sans KR" panose="020B0200000000000000" pitchFamily="50" charset="-127"/>
                          <a:ea typeface="Noto Sans KR" panose="020B0200000000000000" pitchFamily="50" charset="-127"/>
                        </a:rPr>
                        <a:t>성능 연구 및 제작 검증</a:t>
                      </a:r>
                      <a:endParaRPr lang="en-US" altLang="ko-KR" sz="1100">
                        <a:latin typeface="Noto Sans KR" panose="020B0200000000000000" pitchFamily="50" charset="-127"/>
                        <a:ea typeface="Noto Sans KR" panose="020B0200000000000000" pitchFamily="50" charset="-127"/>
                      </a:endParaRPr>
                    </a:p>
                    <a:p>
                      <a:pPr marL="285750" indent="-285750" algn="l" latinLnBrk="1">
                        <a:buFont typeface="Arial" panose="020B0604020202020204" pitchFamily="34" charset="0"/>
                        <a:buChar char="•"/>
                      </a:pPr>
                      <a:r>
                        <a:rPr lang="ko-KR" altLang="en-US" sz="1100">
                          <a:latin typeface="Noto Sans KR" panose="020B0200000000000000" pitchFamily="50" charset="-127"/>
                          <a:ea typeface="Noto Sans KR" panose="020B0200000000000000" pitchFamily="50" charset="-127"/>
                        </a:rPr>
                        <a:t>환경 변화 조건 </a:t>
                      </a:r>
                      <a:r>
                        <a:rPr lang="en-US" altLang="ko-KR" sz="1100">
                          <a:latin typeface="Noto Sans KR" panose="020B0200000000000000" pitchFamily="50" charset="-127"/>
                          <a:ea typeface="Noto Sans KR" panose="020B0200000000000000" pitchFamily="50" charset="-127"/>
                        </a:rPr>
                        <a:t>RF </a:t>
                      </a:r>
                      <a:r>
                        <a:rPr lang="ko-KR" altLang="en-US" sz="1100">
                          <a:latin typeface="Noto Sans KR" panose="020B0200000000000000" pitchFamily="50" charset="-127"/>
                          <a:ea typeface="Noto Sans KR" panose="020B0200000000000000" pitchFamily="50" charset="-127"/>
                        </a:rPr>
                        <a:t>성능</a:t>
                      </a:r>
                      <a:r>
                        <a:rPr lang="en-US" altLang="ko-KR" sz="1100">
                          <a:latin typeface="Noto Sans KR" panose="020B0200000000000000" pitchFamily="50" charset="-127"/>
                          <a:ea typeface="Noto Sans KR" panose="020B0200000000000000" pitchFamily="50" charset="-127"/>
                        </a:rPr>
                        <a:t>·</a:t>
                      </a:r>
                      <a:r>
                        <a:rPr lang="ko-KR" altLang="en-US" sz="1100">
                          <a:latin typeface="Noto Sans KR" panose="020B0200000000000000" pitchFamily="50" charset="-127"/>
                          <a:ea typeface="Noto Sans KR" panose="020B0200000000000000" pitchFamily="50" charset="-127"/>
                        </a:rPr>
                        <a:t>열 안정성 연구</a:t>
                      </a:r>
                      <a:endParaRPr lang="en-US" altLang="ko-KR" sz="1100">
                        <a:latin typeface="Noto Sans KR" panose="020B0200000000000000" pitchFamily="50" charset="-127"/>
                        <a:ea typeface="Noto Sans KR" panose="020B0200000000000000" pitchFamily="50" charset="-127"/>
                      </a:endParaRPr>
                    </a:p>
                    <a:p>
                      <a:pPr marL="285750" indent="-285750" algn="l" latinLnBrk="1">
                        <a:buFont typeface="Arial" panose="020B0604020202020204" pitchFamily="34" charset="0"/>
                        <a:buChar char="•"/>
                      </a:pPr>
                      <a:r>
                        <a:rPr lang="ko-KR" altLang="en-US" sz="1100">
                          <a:latin typeface="Noto Sans KR" panose="020B0200000000000000" pitchFamily="50" charset="-127"/>
                          <a:ea typeface="Noto Sans KR" panose="020B0200000000000000" pitchFamily="50" charset="-127"/>
                        </a:rPr>
                        <a:t>다중 빔</a:t>
                      </a:r>
                      <a:r>
                        <a:rPr lang="en-US" altLang="ko-KR" sz="1100">
                          <a:latin typeface="Noto Sans KR" panose="020B0200000000000000" pitchFamily="50" charset="-127"/>
                          <a:ea typeface="Noto Sans KR" panose="020B0200000000000000" pitchFamily="50" charset="-127"/>
                        </a:rPr>
                        <a:t>·</a:t>
                      </a:r>
                      <a:r>
                        <a:rPr lang="ko-KR" altLang="en-US" sz="1100">
                          <a:latin typeface="Noto Sans KR" panose="020B0200000000000000" pitchFamily="50" charset="-127"/>
                          <a:ea typeface="Noto Sans KR" panose="020B0200000000000000" pitchFamily="50" charset="-127"/>
                        </a:rPr>
                        <a:t>빔조향 제어 및 시스템 통합 성능 최적화</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54327621"/>
                  </a:ext>
                </a:extLst>
              </a:tr>
              <a:tr h="700349">
                <a:tc rowSpan="2">
                  <a:txBody>
                    <a:bodyPr/>
                    <a:lstStyle/>
                    <a:p>
                      <a:pPr algn="ctr" latinLnBrk="1"/>
                      <a:r>
                        <a:rPr lang="en-US" altLang="ko-KR" sz="1400">
                          <a:latin typeface="Noto Sans KR" panose="020B0200000000000000" pitchFamily="50" charset="-127"/>
                          <a:ea typeface="Noto Sans KR" panose="020B0200000000000000" pitchFamily="50" charset="-127"/>
                        </a:rPr>
                        <a:t>3</a:t>
                      </a:r>
                      <a:r>
                        <a:rPr lang="ko-KR" altLang="en-US" sz="1400">
                          <a:latin typeface="Noto Sans KR" panose="020B0200000000000000" pitchFamily="50" charset="-127"/>
                          <a:ea typeface="Noto Sans KR" panose="020B0200000000000000" pitchFamily="50" charset="-127"/>
                        </a:rPr>
                        <a:t>단계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400">
                          <a:latin typeface="Noto Sans KR" panose="020B0200000000000000" pitchFamily="50" charset="-127"/>
                          <a:ea typeface="Noto Sans KR" panose="020B0200000000000000" pitchFamily="50" charset="-127"/>
                        </a:rPr>
                        <a:t>2031</a:t>
                      </a:r>
                      <a:endParaRPr lang="ko-KR" altLang="en-US" sz="14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latinLnBrk="1"/>
                      <a:r>
                        <a:rPr lang="en-US" altLang="ko-KR" sz="1100" b="1">
                          <a:latin typeface="Noto Sans KR" panose="020B0200000000000000" pitchFamily="50" charset="-127"/>
                          <a:ea typeface="Noto Sans KR" panose="020B0200000000000000" pitchFamily="50" charset="-127"/>
                        </a:rPr>
                        <a:t>N x Unit module </a:t>
                      </a:r>
                      <a:r>
                        <a:rPr lang="ko-KR" altLang="en-US" sz="1100" b="1">
                          <a:latin typeface="Noto Sans KR" panose="020B0200000000000000" pitchFamily="50" charset="-127"/>
                          <a:ea typeface="Noto Sans KR" panose="020B0200000000000000" pitchFamily="50" charset="-127"/>
                        </a:rPr>
                        <a:t>모듈 성능 검증 및 최적화</a:t>
                      </a:r>
                      <a:endParaRPr lang="en-US" altLang="ko-KR" sz="1100" b="1">
                        <a:latin typeface="Noto Sans KR" panose="020B0200000000000000" pitchFamily="50" charset="-127"/>
                        <a:ea typeface="Noto Sans KR" panose="020B0200000000000000" pitchFamily="50" charset="-127"/>
                      </a:endParaRPr>
                    </a:p>
                    <a:p>
                      <a:pPr marL="285750" indent="-285750" algn="l" latinLnBrk="1">
                        <a:buFont typeface="Arial" panose="020B0604020202020204" pitchFamily="34" charset="0"/>
                        <a:buChar char="•"/>
                      </a:pPr>
                      <a:r>
                        <a:rPr lang="ko-KR" altLang="en-US" sz="1100">
                          <a:latin typeface="Noto Sans KR" panose="020B0200000000000000" pitchFamily="50" charset="-127"/>
                          <a:ea typeface="Noto Sans KR" panose="020B0200000000000000" pitchFamily="50" charset="-127"/>
                        </a:rPr>
                        <a:t>레이돔 일체형 구조의 실환경 </a:t>
                      </a:r>
                      <a:r>
                        <a:rPr lang="en-US" altLang="ko-KR" sz="1100">
                          <a:latin typeface="Noto Sans KR" panose="020B0200000000000000" pitchFamily="50" charset="-127"/>
                          <a:ea typeface="Noto Sans KR" panose="020B0200000000000000" pitchFamily="50" charset="-127"/>
                        </a:rPr>
                        <a:t>RF </a:t>
                      </a:r>
                      <a:r>
                        <a:rPr lang="ko-KR" altLang="en-US" sz="1100">
                          <a:latin typeface="Noto Sans KR" panose="020B0200000000000000" pitchFamily="50" charset="-127"/>
                          <a:ea typeface="Noto Sans KR" panose="020B0200000000000000" pitchFamily="50" charset="-127"/>
                        </a:rPr>
                        <a:t>특성 통합 최적화</a:t>
                      </a:r>
                      <a:endParaRPr lang="en-US" altLang="ko-KR" sz="1100">
                        <a:latin typeface="Noto Sans KR" panose="020B0200000000000000" pitchFamily="50" charset="-127"/>
                        <a:ea typeface="Noto Sans KR" panose="020B0200000000000000" pitchFamily="50" charset="-127"/>
                      </a:endParaRPr>
                    </a:p>
                    <a:p>
                      <a:pPr marL="285750" indent="-285750" algn="l" latinLnBrk="1">
                        <a:buFont typeface="Arial" panose="020B0604020202020204" pitchFamily="34" charset="0"/>
                        <a:buChar char="•"/>
                      </a:pPr>
                      <a:r>
                        <a:rPr lang="ko-KR" altLang="en-US" sz="1100">
                          <a:latin typeface="Noto Sans KR" panose="020B0200000000000000" pitchFamily="50" charset="-127"/>
                          <a:ea typeface="Noto Sans KR" panose="020B0200000000000000" pitchFamily="50" charset="-127"/>
                        </a:rPr>
                        <a:t>실환경 조건 통합 시스템 안정성</a:t>
                      </a:r>
                      <a:r>
                        <a:rPr lang="en-US" altLang="ko-KR" sz="1100">
                          <a:latin typeface="Noto Sans KR" panose="020B0200000000000000" pitchFamily="50" charset="-127"/>
                          <a:ea typeface="Noto Sans KR" panose="020B0200000000000000" pitchFamily="50" charset="-127"/>
                        </a:rPr>
                        <a:t>·</a:t>
                      </a:r>
                      <a:r>
                        <a:rPr lang="ko-KR" altLang="en-US" sz="1100">
                          <a:latin typeface="Noto Sans KR" panose="020B0200000000000000" pitchFamily="50" charset="-127"/>
                          <a:ea typeface="Noto Sans KR" panose="020B0200000000000000" pitchFamily="50" charset="-127"/>
                        </a:rPr>
                        <a:t>빔포밍 특성 연구</a:t>
                      </a:r>
                      <a:endParaRPr lang="en-US" altLang="ko-KR" sz="1100">
                        <a:latin typeface="Noto Sans KR" panose="020B0200000000000000" pitchFamily="50" charset="-127"/>
                        <a:ea typeface="Noto Sans KR" panose="020B0200000000000000" pitchFamily="50" charset="-127"/>
                      </a:endParaRPr>
                    </a:p>
                    <a:p>
                      <a:pPr marL="285750" indent="-285750" algn="l" latinLnBrk="1">
                        <a:buFont typeface="Arial" panose="020B0604020202020204" pitchFamily="34" charset="0"/>
                        <a:buChar char="•"/>
                      </a:pPr>
                      <a:r>
                        <a:rPr lang="en-US" altLang="ko-KR" sz="1100">
                          <a:latin typeface="Noto Sans KR" panose="020B0200000000000000" pitchFamily="50" charset="-127"/>
                          <a:ea typeface="Noto Sans KR" panose="020B0200000000000000" pitchFamily="50" charset="-127"/>
                        </a:rPr>
                        <a:t>SET </a:t>
                      </a:r>
                      <a:r>
                        <a:rPr lang="ko-KR" altLang="en-US" sz="1100">
                          <a:latin typeface="Noto Sans KR" panose="020B0200000000000000" pitchFamily="50" charset="-127"/>
                          <a:ea typeface="Noto Sans KR" panose="020B0200000000000000" pitchFamily="50" charset="-127"/>
                        </a:rPr>
                        <a:t>제조사 </a:t>
                      </a:r>
                      <a:r>
                        <a:rPr lang="en-US" altLang="ko-KR" sz="1100">
                          <a:latin typeface="Noto Sans KR" panose="020B0200000000000000" pitchFamily="50" charset="-127"/>
                          <a:ea typeface="Noto Sans KR" panose="020B0200000000000000" pitchFamily="50" charset="-127"/>
                        </a:rPr>
                        <a:t>RFQ </a:t>
                      </a:r>
                      <a:r>
                        <a:rPr lang="ko-KR" altLang="en-US" sz="1100">
                          <a:latin typeface="Noto Sans KR" panose="020B0200000000000000" pitchFamily="50" charset="-127"/>
                          <a:ea typeface="Noto Sans KR" panose="020B0200000000000000" pitchFamily="50" charset="-127"/>
                        </a:rPr>
                        <a:t>대응 및 </a:t>
                      </a:r>
                      <a:r>
                        <a:rPr lang="en-US" altLang="ko-KR" sz="1100">
                          <a:latin typeface="Noto Sans KR" panose="020B0200000000000000" pitchFamily="50" charset="-127"/>
                          <a:ea typeface="Noto Sans KR" panose="020B0200000000000000" pitchFamily="50" charset="-127"/>
                        </a:rPr>
                        <a:t>3GPP </a:t>
                      </a:r>
                      <a:r>
                        <a:rPr lang="ko-KR" altLang="en-US" sz="1100">
                          <a:latin typeface="Noto Sans KR" panose="020B0200000000000000" pitchFamily="50" charset="-127"/>
                          <a:ea typeface="Noto Sans KR" panose="020B0200000000000000" pitchFamily="50" charset="-127"/>
                        </a:rPr>
                        <a:t>표준 기반 </a:t>
                      </a:r>
                      <a:r>
                        <a:rPr lang="en-US" altLang="ko-KR" sz="1100">
                          <a:latin typeface="Noto Sans KR" panose="020B0200000000000000" pitchFamily="50" charset="-127"/>
                          <a:ea typeface="Noto Sans KR" panose="020B0200000000000000" pitchFamily="50" charset="-127"/>
                        </a:rPr>
                        <a:t>Scalable </a:t>
                      </a:r>
                      <a:r>
                        <a:rPr lang="ko-KR" altLang="en-US" sz="1100">
                          <a:latin typeface="Noto Sans KR" panose="020B0200000000000000" pitchFamily="50" charset="-127"/>
                          <a:ea typeface="Noto Sans KR" panose="020B0200000000000000" pitchFamily="50" charset="-127"/>
                        </a:rPr>
                        <a:t>배치 연구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3690970"/>
                  </a:ext>
                </a:extLst>
              </a:tr>
              <a:tr h="700349">
                <a:tc vMerge="1">
                  <a:txBody>
                    <a:bodyPr/>
                    <a:lstStyle/>
                    <a:p>
                      <a:pPr latinLnBrk="1"/>
                      <a:endParaRPr lang="ko-KR" altLang="en-US"/>
                    </a:p>
                  </a:txBody>
                  <a:tcPr/>
                </a:tc>
                <a:tc>
                  <a:txBody>
                    <a:bodyPr/>
                    <a:lstStyle/>
                    <a:p>
                      <a:pPr algn="ctr" latinLnBrk="1"/>
                      <a:r>
                        <a:rPr lang="en-US" altLang="ko-KR" sz="1400">
                          <a:latin typeface="Noto Sans KR" panose="020B0200000000000000" pitchFamily="50" charset="-127"/>
                          <a:ea typeface="Noto Sans KR" panose="020B0200000000000000" pitchFamily="50" charset="-127"/>
                        </a:rPr>
                        <a:t>2032</a:t>
                      </a:r>
                      <a:endParaRPr lang="ko-KR" altLang="en-US" sz="1400">
                        <a:latin typeface="Noto Sans KR" panose="020B0200000000000000" pitchFamily="50" charset="-127"/>
                        <a:ea typeface="Noto Sans KR" panose="020B0200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latinLnBrk="1"/>
                      <a:r>
                        <a:rPr lang="ko-KR" altLang="en-US" sz="1100" b="1">
                          <a:latin typeface="Noto Sans KR" panose="020B0200000000000000" pitchFamily="50" charset="-127"/>
                          <a:ea typeface="Noto Sans KR" panose="020B0200000000000000" pitchFamily="50" charset="-127"/>
                        </a:rPr>
                        <a:t>송수신 모듈 환경 기반 성능 검증 및 특성 최적화</a:t>
                      </a:r>
                      <a:endParaRPr lang="en-US" altLang="ko-KR" sz="1100" b="1">
                        <a:latin typeface="Noto Sans KR" panose="020B0200000000000000" pitchFamily="50" charset="-127"/>
                        <a:ea typeface="Noto Sans KR" panose="020B0200000000000000" pitchFamily="50" charset="-127"/>
                      </a:endParaRPr>
                    </a:p>
                    <a:p>
                      <a:pPr marL="285750" indent="-285750" algn="l" latinLnBrk="1">
                        <a:buFont typeface="Arial" panose="020B0604020202020204" pitchFamily="34" charset="0"/>
                        <a:buChar char="•"/>
                      </a:pPr>
                      <a:r>
                        <a:rPr lang="ko-KR" altLang="en-US" sz="1100">
                          <a:latin typeface="Noto Sans KR" panose="020B0200000000000000" pitchFamily="50" charset="-127"/>
                          <a:ea typeface="Noto Sans KR" panose="020B0200000000000000" pitchFamily="50" charset="-127"/>
                        </a:rPr>
                        <a:t>통합 </a:t>
                      </a:r>
                      <a:r>
                        <a:rPr lang="en-US" altLang="ko-KR" sz="1100">
                          <a:latin typeface="Noto Sans KR" panose="020B0200000000000000" pitchFamily="50" charset="-127"/>
                          <a:ea typeface="Noto Sans KR" panose="020B0200000000000000" pitchFamily="50" charset="-127"/>
                        </a:rPr>
                        <a:t>ESA </a:t>
                      </a:r>
                      <a:r>
                        <a:rPr lang="ko-KR" altLang="en-US" sz="1100">
                          <a:latin typeface="Noto Sans KR" panose="020B0200000000000000" pitchFamily="50" charset="-127"/>
                          <a:ea typeface="Noto Sans KR" panose="020B0200000000000000" pitchFamily="50" charset="-127"/>
                        </a:rPr>
                        <a:t>시스템 구성</a:t>
                      </a:r>
                      <a:r>
                        <a:rPr lang="en-US" altLang="ko-KR" sz="1100">
                          <a:latin typeface="Noto Sans KR" panose="020B0200000000000000" pitchFamily="50" charset="-127"/>
                          <a:ea typeface="Noto Sans KR" panose="020B0200000000000000" pitchFamily="50" charset="-127"/>
                        </a:rPr>
                        <a:t>·</a:t>
                      </a:r>
                      <a:r>
                        <a:rPr lang="ko-KR" altLang="en-US" sz="1100">
                          <a:latin typeface="Noto Sans KR" panose="020B0200000000000000" pitchFamily="50" charset="-127"/>
                          <a:ea typeface="Noto Sans KR" panose="020B0200000000000000" pitchFamily="50" charset="-127"/>
                        </a:rPr>
                        <a:t>동작 및 시스템 레벨 성능 검증</a:t>
                      </a:r>
                      <a:endParaRPr lang="en-US" altLang="ko-KR" sz="1100">
                        <a:latin typeface="Noto Sans KR" panose="020B0200000000000000" pitchFamily="50" charset="-127"/>
                        <a:ea typeface="Noto Sans KR" panose="020B0200000000000000" pitchFamily="50" charset="-127"/>
                      </a:endParaRPr>
                    </a:p>
                    <a:p>
                      <a:pPr marL="285750" indent="-285750" algn="l" latinLnBrk="1">
                        <a:buFont typeface="Arial" panose="020B0604020202020204" pitchFamily="34" charset="0"/>
                        <a:buChar char="•"/>
                      </a:pPr>
                      <a:r>
                        <a:rPr lang="ko-KR" altLang="en-US" sz="1100">
                          <a:latin typeface="Noto Sans KR" panose="020B0200000000000000" pitchFamily="50" charset="-127"/>
                          <a:ea typeface="Noto Sans KR" panose="020B0200000000000000" pitchFamily="50" charset="-127"/>
                        </a:rPr>
                        <a:t>교체형 방사구조 기반 확장성</a:t>
                      </a:r>
                      <a:r>
                        <a:rPr lang="en-US" altLang="ko-KR" sz="1100">
                          <a:latin typeface="Noto Sans KR" panose="020B0200000000000000" pitchFamily="50" charset="-127"/>
                          <a:ea typeface="Noto Sans KR" panose="020B0200000000000000" pitchFamily="50" charset="-127"/>
                        </a:rPr>
                        <a:t>·</a:t>
                      </a:r>
                      <a:r>
                        <a:rPr lang="ko-KR" altLang="en-US" sz="1100">
                          <a:latin typeface="Noto Sans KR" panose="020B0200000000000000" pitchFamily="50" charset="-127"/>
                          <a:ea typeface="Noto Sans KR" panose="020B0200000000000000" pitchFamily="50" charset="-127"/>
                        </a:rPr>
                        <a:t>다중 빔 성능 연구</a:t>
                      </a:r>
                      <a:endParaRPr lang="en-US" altLang="ko-KR" sz="1100">
                        <a:latin typeface="Noto Sans KR" panose="020B0200000000000000" pitchFamily="50" charset="-127"/>
                        <a:ea typeface="Noto Sans KR" panose="020B0200000000000000" pitchFamily="50" charset="-127"/>
                      </a:endParaRPr>
                    </a:p>
                    <a:p>
                      <a:pPr marL="285750" indent="-285750" algn="l" latinLnBrk="1">
                        <a:buFont typeface="Arial" panose="020B0604020202020204" pitchFamily="34" charset="0"/>
                        <a:buChar char="•"/>
                      </a:pPr>
                      <a:r>
                        <a:rPr lang="ko-KR" altLang="en-US" sz="1100">
                          <a:latin typeface="Noto Sans KR" panose="020B0200000000000000" pitchFamily="50" charset="-127"/>
                          <a:ea typeface="Noto Sans KR" panose="020B0200000000000000" pitchFamily="50" charset="-127"/>
                        </a:rPr>
                        <a:t>통신 성능 최적화 및 표준 라이브러리 구축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47194071"/>
                  </a:ext>
                </a:extLst>
              </a:tr>
            </a:tbl>
          </a:graphicData>
        </a:graphic>
      </p:graphicFrame>
    </p:spTree>
    <p:extLst>
      <p:ext uri="{BB962C8B-B14F-4D97-AF65-F5344CB8AC3E}">
        <p14:creationId xmlns:p14="http://schemas.microsoft.com/office/powerpoint/2010/main" val="17267912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9530F67D-5362-A592-12DC-2BC637365495}"/>
              </a:ext>
            </a:extLst>
          </p:cNvPr>
          <p:cNvSpPr>
            <a:spLocks noGrp="1"/>
          </p:cNvSpPr>
          <p:nvPr>
            <p:ph type="sldNum" sz="quarter" idx="4"/>
          </p:nvPr>
        </p:nvSpPr>
        <p:spPr/>
        <p:txBody>
          <a:bodyPr/>
          <a:lstStyle/>
          <a:p>
            <a:fld id="{E8B113C4-B834-4BEA-901C-8797A7F90894}" type="slidenum">
              <a:rPr lang="ko-KR" altLang="en-US" smtClean="0"/>
              <a:pPr/>
              <a:t>9</a:t>
            </a:fld>
            <a:endParaRPr lang="ko-KR" altLang="en-US"/>
          </a:p>
        </p:txBody>
      </p:sp>
      <p:sp>
        <p:nvSpPr>
          <p:cNvPr id="5" name="제목 3">
            <a:extLst>
              <a:ext uri="{FF2B5EF4-FFF2-40B4-BE49-F238E27FC236}">
                <a16:creationId xmlns:a16="http://schemas.microsoft.com/office/drawing/2014/main" id="{9B00F235-05E2-EB5B-68B8-1CCE84379872}"/>
              </a:ext>
            </a:extLst>
          </p:cNvPr>
          <p:cNvSpPr>
            <a:spLocks noGrp="1"/>
          </p:cNvSpPr>
          <p:nvPr>
            <p:ph type="ctrTitle"/>
          </p:nvPr>
        </p:nvSpPr>
        <p:spPr>
          <a:xfrm>
            <a:off x="379306" y="111167"/>
            <a:ext cx="9367308" cy="461666"/>
          </a:xfrm>
        </p:spPr>
        <p:txBody>
          <a:bodyPr>
            <a:noAutofit/>
          </a:bodyPr>
          <a:lstStyle/>
          <a:p>
            <a:r>
              <a:rPr lang="en-US" altLang="ko-KR" sz="1800" b="1">
                <a:latin typeface="Noto Sans KR" panose="020B0500000000000000" pitchFamily="34" charset="-127"/>
                <a:ea typeface="Noto Sans KR" panose="020B0500000000000000" pitchFamily="34" charset="-127"/>
              </a:rPr>
              <a:t>4-1.</a:t>
            </a:r>
            <a:r>
              <a:rPr lang="ko-KR" altLang="en-US" sz="1800" b="1">
                <a:latin typeface="Noto Sans KR" panose="020B0500000000000000" pitchFamily="34" charset="-127"/>
                <a:ea typeface="Noto Sans KR" panose="020B0500000000000000" pitchFamily="34" charset="-127"/>
              </a:rPr>
              <a:t> </a:t>
            </a:r>
            <a:r>
              <a:rPr lang="en-US" altLang="ko-KR" sz="1800" b="1">
                <a:latin typeface="Noto Sans KR" panose="020B0500000000000000" pitchFamily="34" charset="-127"/>
                <a:ea typeface="Noto Sans KR" panose="020B0500000000000000" pitchFamily="34" charset="-127"/>
              </a:rPr>
              <a:t>1</a:t>
            </a:r>
            <a:r>
              <a:rPr lang="ko-KR" altLang="en-US" sz="1800" b="1">
                <a:latin typeface="Noto Sans KR" panose="020B0500000000000000" pitchFamily="34" charset="-127"/>
                <a:ea typeface="Noto Sans KR" panose="020B0500000000000000" pitchFamily="34" charset="-127"/>
              </a:rPr>
              <a:t>차년도 연구개발 내용 </a:t>
            </a:r>
            <a:r>
              <a:rPr lang="en-US" altLang="ko-KR" sz="1800" b="1">
                <a:latin typeface="Noto Sans KR" panose="020B0500000000000000" pitchFamily="34" charset="-127"/>
                <a:ea typeface="Noto Sans KR" panose="020B0500000000000000" pitchFamily="34" charset="-127"/>
              </a:rPr>
              <a:t>– </a:t>
            </a:r>
            <a:r>
              <a:rPr lang="ko-KR" altLang="en-US" sz="1800" b="1">
                <a:latin typeface="Noto Sans KR" panose="020B0500000000000000" pitchFamily="34" charset="-127"/>
                <a:ea typeface="Noto Sans KR" panose="020B0500000000000000" pitchFamily="34" charset="-127"/>
              </a:rPr>
              <a:t>㈜두산전자사업 수지</a:t>
            </a:r>
            <a:endParaRPr lang="ko-KR" altLang="en-US" sz="1800" b="1" dirty="0">
              <a:latin typeface="Noto Sans KR" panose="020B0500000000000000" pitchFamily="34" charset="-127"/>
              <a:ea typeface="Noto Sans KR" panose="020B0500000000000000" pitchFamily="34" charset="-127"/>
            </a:endParaRPr>
          </a:p>
        </p:txBody>
      </p:sp>
      <p:graphicFrame>
        <p:nvGraphicFramePr>
          <p:cNvPr id="10" name="표 9">
            <a:extLst>
              <a:ext uri="{FF2B5EF4-FFF2-40B4-BE49-F238E27FC236}">
                <a16:creationId xmlns:a16="http://schemas.microsoft.com/office/drawing/2014/main" id="{4DA332BE-EA48-FD29-547C-FC00B8CFC500}"/>
              </a:ext>
            </a:extLst>
          </p:cNvPr>
          <p:cNvGraphicFramePr>
            <a:graphicFrameLocks noGrp="1"/>
          </p:cNvGraphicFramePr>
          <p:nvPr>
            <p:extLst>
              <p:ext uri="{D42A27DB-BD31-4B8C-83A1-F6EECF244321}">
                <p14:modId xmlns:p14="http://schemas.microsoft.com/office/powerpoint/2010/main" val="2575170166"/>
              </p:ext>
            </p:extLst>
          </p:nvPr>
        </p:nvGraphicFramePr>
        <p:xfrm>
          <a:off x="269346" y="1227666"/>
          <a:ext cx="9367308" cy="5270160"/>
        </p:xfrm>
        <a:graphic>
          <a:graphicData uri="http://schemas.openxmlformats.org/drawingml/2006/table">
            <a:tbl>
              <a:tblPr bandRow="1">
                <a:tableStyleId>{5C22544A-7EE6-4342-B048-85BDC9FD1C3A}</a:tableStyleId>
              </a:tblPr>
              <a:tblGrid>
                <a:gridCol w="3122436">
                  <a:extLst>
                    <a:ext uri="{9D8B030D-6E8A-4147-A177-3AD203B41FA5}">
                      <a16:colId xmlns:a16="http://schemas.microsoft.com/office/drawing/2014/main" val="1783963196"/>
                    </a:ext>
                  </a:extLst>
                </a:gridCol>
                <a:gridCol w="3122436">
                  <a:extLst>
                    <a:ext uri="{9D8B030D-6E8A-4147-A177-3AD203B41FA5}">
                      <a16:colId xmlns:a16="http://schemas.microsoft.com/office/drawing/2014/main" val="3900016493"/>
                    </a:ext>
                  </a:extLst>
                </a:gridCol>
                <a:gridCol w="3122436">
                  <a:extLst>
                    <a:ext uri="{9D8B030D-6E8A-4147-A177-3AD203B41FA5}">
                      <a16:colId xmlns:a16="http://schemas.microsoft.com/office/drawing/2014/main" val="24642634"/>
                    </a:ext>
                  </a:extLst>
                </a:gridCol>
              </a:tblGrid>
              <a:tr h="370840">
                <a:tc>
                  <a:txBody>
                    <a:bodyPr/>
                    <a:lstStyle/>
                    <a:p>
                      <a:pPr algn="ctr" latinLnBrk="1"/>
                      <a:r>
                        <a:rPr lang="ko-KR" altLang="en-US" sz="1400">
                          <a:latin typeface="Noto Sans KR" panose="020B0200000000000000" pitchFamily="50" charset="-127"/>
                          <a:ea typeface="Noto Sans KR" panose="020B0200000000000000" pitchFamily="50" charset="-127"/>
                        </a:rPr>
                        <a:t>송수신 모듈 아키텍쳐</a:t>
                      </a:r>
                      <a:r>
                        <a:rPr lang="en-US" altLang="ko-KR" sz="1400">
                          <a:latin typeface="Noto Sans KR" panose="020B0200000000000000" pitchFamily="50" charset="-127"/>
                          <a:ea typeface="Noto Sans KR" panose="020B0200000000000000" pitchFamily="50" charset="-127"/>
                        </a:rPr>
                        <a:t>·RF</a:t>
                      </a:r>
                      <a:r>
                        <a:rPr lang="ko-KR" altLang="en-US" sz="1400">
                          <a:latin typeface="Noto Sans KR" panose="020B0200000000000000" pitchFamily="50" charset="-127"/>
                          <a:ea typeface="Noto Sans KR" panose="020B0200000000000000" pitchFamily="50" charset="-127"/>
                        </a:rPr>
                        <a:t> 버짓 설계 및 단일 채널 검증</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latinLnBrk="1"/>
                      <a:r>
                        <a:rPr lang="ko-KR" altLang="en-US" sz="1400">
                          <a:latin typeface="Noto Sans KR" panose="020B0200000000000000" pitchFamily="50" charset="-127"/>
                          <a:ea typeface="Noto Sans KR" panose="020B0200000000000000" pitchFamily="50" charset="-127"/>
                        </a:rPr>
                        <a:t>소재 특성</a:t>
                      </a:r>
                      <a:r>
                        <a:rPr lang="en-US" altLang="ko-KR" sz="1400">
                          <a:latin typeface="Noto Sans KR" panose="020B0200000000000000" pitchFamily="50" charset="-127"/>
                          <a:ea typeface="Noto Sans KR" panose="020B0200000000000000" pitchFamily="50" charset="-127"/>
                        </a:rPr>
                        <a:t>·PCB </a:t>
                      </a:r>
                      <a:r>
                        <a:rPr lang="ko-KR" altLang="en-US" sz="1400">
                          <a:latin typeface="Noto Sans KR" panose="020B0200000000000000" pitchFamily="50" charset="-127"/>
                          <a:ea typeface="Noto Sans KR" panose="020B0200000000000000" pitchFamily="50" charset="-127"/>
                        </a:rPr>
                        <a:t>스택업 및 단일 모듈 </a:t>
                      </a:r>
                      <a:r>
                        <a:rPr lang="en-US" altLang="ko-KR" sz="1400">
                          <a:latin typeface="Noto Sans KR" panose="020B0200000000000000" pitchFamily="50" charset="-127"/>
                          <a:ea typeface="Noto Sans KR" panose="020B0200000000000000" pitchFamily="50" charset="-127"/>
                        </a:rPr>
                        <a:t>SI/PI </a:t>
                      </a:r>
                      <a:r>
                        <a:rPr lang="ko-KR" altLang="en-US" sz="1400">
                          <a:latin typeface="Noto Sans KR" panose="020B0200000000000000" pitchFamily="50" charset="-127"/>
                          <a:ea typeface="Noto Sans KR" panose="020B0200000000000000" pitchFamily="50" charset="-127"/>
                        </a:rPr>
                        <a:t>특성 연구</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latinLnBrk="1"/>
                      <a:r>
                        <a:rPr lang="ko-KR" altLang="en-US" sz="1400">
                          <a:latin typeface="Noto Sans KR" panose="020B0200000000000000" pitchFamily="50" charset="-127"/>
                          <a:ea typeface="Noto Sans KR" panose="020B0200000000000000" pitchFamily="50" charset="-127"/>
                        </a:rPr>
                        <a:t>메타표면 유닛셀 기본 설계</a:t>
                      </a:r>
                      <a:r>
                        <a:rPr lang="en-US" altLang="ko-KR" sz="1400">
                          <a:latin typeface="Noto Sans KR" panose="020B0200000000000000" pitchFamily="50" charset="-127"/>
                          <a:ea typeface="Noto Sans KR" panose="020B0200000000000000" pitchFamily="50" charset="-127"/>
                        </a:rPr>
                        <a:t>, </a:t>
                      </a:r>
                      <a:r>
                        <a:rPr lang="ko-KR" altLang="en-US" sz="1400">
                          <a:latin typeface="Noto Sans KR" panose="020B0200000000000000" pitchFamily="50" charset="-127"/>
                          <a:ea typeface="Noto Sans KR" panose="020B0200000000000000" pitchFamily="50" charset="-127"/>
                        </a:rPr>
                        <a:t>방열 레이돔 기초 열해석</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411560133"/>
                  </a:ext>
                </a:extLst>
              </a:tr>
              <a:tr h="4752000">
                <a:tc>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56379331"/>
                  </a:ext>
                </a:extLst>
              </a:tr>
            </a:tbl>
          </a:graphicData>
        </a:graphic>
      </p:graphicFrame>
      <p:pic>
        <p:nvPicPr>
          <p:cNvPr id="12" name="그림 11">
            <a:extLst>
              <a:ext uri="{FF2B5EF4-FFF2-40B4-BE49-F238E27FC236}">
                <a16:creationId xmlns:a16="http://schemas.microsoft.com/office/drawing/2014/main" id="{1C8D3804-55CB-ACF8-446D-8A6A08CB986D}"/>
              </a:ext>
            </a:extLst>
          </p:cNvPr>
          <p:cNvPicPr>
            <a:picLocks noChangeAspect="1"/>
          </p:cNvPicPr>
          <p:nvPr/>
        </p:nvPicPr>
        <p:blipFill>
          <a:blip r:embed="rId2"/>
          <a:stretch>
            <a:fillRect/>
          </a:stretch>
        </p:blipFill>
        <p:spPr>
          <a:xfrm>
            <a:off x="3487445" y="2060899"/>
            <a:ext cx="1575515" cy="1093642"/>
          </a:xfrm>
          <a:prstGeom prst="rect">
            <a:avLst/>
          </a:prstGeom>
        </p:spPr>
      </p:pic>
      <p:pic>
        <p:nvPicPr>
          <p:cNvPr id="14" name="그림 13">
            <a:extLst>
              <a:ext uri="{FF2B5EF4-FFF2-40B4-BE49-F238E27FC236}">
                <a16:creationId xmlns:a16="http://schemas.microsoft.com/office/drawing/2014/main" id="{0FA92331-530E-BF92-C09A-9DFF0355C35B}"/>
              </a:ext>
            </a:extLst>
          </p:cNvPr>
          <p:cNvPicPr>
            <a:picLocks noChangeAspect="1"/>
          </p:cNvPicPr>
          <p:nvPr/>
        </p:nvPicPr>
        <p:blipFill>
          <a:blip r:embed="rId3"/>
          <a:stretch>
            <a:fillRect/>
          </a:stretch>
        </p:blipFill>
        <p:spPr>
          <a:xfrm>
            <a:off x="5146204" y="1919284"/>
            <a:ext cx="1327832" cy="1333580"/>
          </a:xfrm>
          <a:prstGeom prst="rect">
            <a:avLst/>
          </a:prstGeom>
        </p:spPr>
      </p:pic>
      <p:pic>
        <p:nvPicPr>
          <p:cNvPr id="16" name="그림 15">
            <a:extLst>
              <a:ext uri="{FF2B5EF4-FFF2-40B4-BE49-F238E27FC236}">
                <a16:creationId xmlns:a16="http://schemas.microsoft.com/office/drawing/2014/main" id="{78EF5102-EFE2-B92F-CDEC-9E1B437EC250}"/>
              </a:ext>
            </a:extLst>
          </p:cNvPr>
          <p:cNvPicPr>
            <a:picLocks noChangeAspect="1"/>
          </p:cNvPicPr>
          <p:nvPr/>
        </p:nvPicPr>
        <p:blipFill>
          <a:blip r:embed="rId4"/>
          <a:stretch>
            <a:fillRect/>
          </a:stretch>
        </p:blipFill>
        <p:spPr>
          <a:xfrm>
            <a:off x="3864834" y="3254574"/>
            <a:ext cx="2176331" cy="1663045"/>
          </a:xfrm>
          <a:prstGeom prst="rect">
            <a:avLst/>
          </a:prstGeom>
        </p:spPr>
      </p:pic>
      <p:pic>
        <p:nvPicPr>
          <p:cNvPr id="18" name="그림 17">
            <a:extLst>
              <a:ext uri="{FF2B5EF4-FFF2-40B4-BE49-F238E27FC236}">
                <a16:creationId xmlns:a16="http://schemas.microsoft.com/office/drawing/2014/main" id="{4CD49DDE-FF89-4272-4F7F-2A2C2B32927F}"/>
              </a:ext>
            </a:extLst>
          </p:cNvPr>
          <p:cNvPicPr>
            <a:picLocks noChangeAspect="1"/>
          </p:cNvPicPr>
          <p:nvPr/>
        </p:nvPicPr>
        <p:blipFill>
          <a:blip r:embed="rId5"/>
          <a:stretch>
            <a:fillRect/>
          </a:stretch>
        </p:blipFill>
        <p:spPr>
          <a:xfrm>
            <a:off x="7038655" y="1919284"/>
            <a:ext cx="2033379" cy="1148832"/>
          </a:xfrm>
          <a:prstGeom prst="rect">
            <a:avLst/>
          </a:prstGeom>
        </p:spPr>
      </p:pic>
      <p:pic>
        <p:nvPicPr>
          <p:cNvPr id="20" name="그림 19">
            <a:extLst>
              <a:ext uri="{FF2B5EF4-FFF2-40B4-BE49-F238E27FC236}">
                <a16:creationId xmlns:a16="http://schemas.microsoft.com/office/drawing/2014/main" id="{FCBE8970-6221-DA0A-0B0A-3D7CFA751F01}"/>
              </a:ext>
            </a:extLst>
          </p:cNvPr>
          <p:cNvPicPr>
            <a:picLocks noChangeAspect="1"/>
          </p:cNvPicPr>
          <p:nvPr/>
        </p:nvPicPr>
        <p:blipFill>
          <a:blip r:embed="rId6"/>
          <a:stretch>
            <a:fillRect/>
          </a:stretch>
        </p:blipFill>
        <p:spPr>
          <a:xfrm>
            <a:off x="7038655" y="3247827"/>
            <a:ext cx="2056644" cy="1663045"/>
          </a:xfrm>
          <a:prstGeom prst="rect">
            <a:avLst/>
          </a:prstGeom>
        </p:spPr>
      </p:pic>
      <p:pic>
        <p:nvPicPr>
          <p:cNvPr id="22" name="Picture 42" descr="image.png">
            <a:extLst>
              <a:ext uri="{FF2B5EF4-FFF2-40B4-BE49-F238E27FC236}">
                <a16:creationId xmlns:a16="http://schemas.microsoft.com/office/drawing/2014/main" id="{A03CE80E-F18D-F2FA-BA61-61BC501763EA}"/>
              </a:ext>
            </a:extLst>
          </p:cNvPr>
          <p:cNvPicPr>
            <a:picLocks noChangeAspect="1"/>
          </p:cNvPicPr>
          <p:nvPr/>
        </p:nvPicPr>
        <p:blipFill>
          <a:blip r:embed="rId7"/>
          <a:stretch>
            <a:fillRect/>
          </a:stretch>
        </p:blipFill>
        <p:spPr>
          <a:xfrm>
            <a:off x="720141" y="2014143"/>
            <a:ext cx="2176330" cy="1756762"/>
          </a:xfrm>
          <a:prstGeom prst="rect">
            <a:avLst/>
          </a:prstGeom>
        </p:spPr>
      </p:pic>
      <p:pic>
        <p:nvPicPr>
          <p:cNvPr id="24" name="그림 23">
            <a:extLst>
              <a:ext uri="{FF2B5EF4-FFF2-40B4-BE49-F238E27FC236}">
                <a16:creationId xmlns:a16="http://schemas.microsoft.com/office/drawing/2014/main" id="{0F711AF0-1857-41AE-3FD8-4E9D8BE7110F}"/>
              </a:ext>
            </a:extLst>
          </p:cNvPr>
          <p:cNvPicPr>
            <a:picLocks noChangeAspect="1"/>
          </p:cNvPicPr>
          <p:nvPr/>
        </p:nvPicPr>
        <p:blipFill>
          <a:blip r:embed="rId8"/>
          <a:stretch>
            <a:fillRect/>
          </a:stretch>
        </p:blipFill>
        <p:spPr>
          <a:xfrm>
            <a:off x="497420" y="3862746"/>
            <a:ext cx="2621773" cy="1147875"/>
          </a:xfrm>
          <a:prstGeom prst="rect">
            <a:avLst/>
          </a:prstGeom>
        </p:spPr>
      </p:pic>
      <p:sp>
        <p:nvSpPr>
          <p:cNvPr id="25" name="TextBox 24">
            <a:extLst>
              <a:ext uri="{FF2B5EF4-FFF2-40B4-BE49-F238E27FC236}">
                <a16:creationId xmlns:a16="http://schemas.microsoft.com/office/drawing/2014/main" id="{C38FA359-F559-D064-804A-A58B282C1010}"/>
              </a:ext>
            </a:extLst>
          </p:cNvPr>
          <p:cNvSpPr txBox="1"/>
          <p:nvPr/>
        </p:nvSpPr>
        <p:spPr>
          <a:xfrm>
            <a:off x="329665" y="5112835"/>
            <a:ext cx="2957281" cy="1200329"/>
          </a:xfrm>
          <a:prstGeom prst="rect">
            <a:avLst/>
          </a:prstGeom>
          <a:noFill/>
        </p:spPr>
        <p:txBody>
          <a:bodyPr wrap="square" rtlCol="0">
            <a:spAutoFit/>
          </a:bodyPr>
          <a:lstStyle/>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위성 링크 버짓 기반 송수신 모듈 성능 요구사항 도출</a:t>
            </a:r>
            <a:endParaRPr lang="en-US" altLang="ko-KR" sz="1200">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en-US" altLang="ko-KR" sz="1200">
                <a:latin typeface="Noto Sans KR" panose="020B0200000000000000" pitchFamily="50" charset="-127"/>
                <a:ea typeface="Noto Sans KR" panose="020B0200000000000000" pitchFamily="50" charset="-127"/>
              </a:rPr>
              <a:t>P1dB, NF, Gain </a:t>
            </a:r>
            <a:r>
              <a:rPr lang="ko-KR" altLang="en-US" sz="1200">
                <a:latin typeface="Noto Sans KR" panose="020B0200000000000000" pitchFamily="50" charset="-127"/>
                <a:ea typeface="Noto Sans KR" panose="020B0200000000000000" pitchFamily="50" charset="-127"/>
              </a:rPr>
              <a:t>등 </a:t>
            </a:r>
            <a:r>
              <a:rPr lang="en-US" altLang="ko-KR" sz="1200">
                <a:latin typeface="Noto Sans KR" panose="020B0200000000000000" pitchFamily="50" charset="-127"/>
                <a:ea typeface="Noto Sans KR" panose="020B0200000000000000" pitchFamily="50" charset="-127"/>
              </a:rPr>
              <a:t>RF </a:t>
            </a:r>
            <a:r>
              <a:rPr lang="ko-KR" altLang="en-US" sz="1200">
                <a:latin typeface="Noto Sans KR" panose="020B0200000000000000" pitchFamily="50" charset="-127"/>
                <a:ea typeface="Noto Sans KR" panose="020B0200000000000000" pitchFamily="50" charset="-127"/>
              </a:rPr>
              <a:t>성능지표 정의 및 분석</a:t>
            </a:r>
            <a:endParaRPr lang="en-US" altLang="ko-KR" sz="1200">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시스템 요구 </a:t>
            </a:r>
            <a:r>
              <a:rPr lang="en-US" altLang="ko-KR" sz="1200">
                <a:latin typeface="Noto Sans KR" panose="020B0200000000000000" pitchFamily="50" charset="-127"/>
                <a:ea typeface="Noto Sans KR" panose="020B0200000000000000" pitchFamily="50" charset="-127"/>
              </a:rPr>
              <a:t>EIRP </a:t>
            </a:r>
            <a:r>
              <a:rPr lang="ko-KR" altLang="en-US" sz="1200">
                <a:latin typeface="Noto Sans KR" panose="020B0200000000000000" pitchFamily="50" charset="-127"/>
                <a:ea typeface="Noto Sans KR" panose="020B0200000000000000" pitchFamily="50" charset="-127"/>
              </a:rPr>
              <a:t>기준 전력 분배 구조 특성 분석</a:t>
            </a:r>
          </a:p>
        </p:txBody>
      </p:sp>
      <p:sp>
        <p:nvSpPr>
          <p:cNvPr id="26" name="TextBox 25">
            <a:extLst>
              <a:ext uri="{FF2B5EF4-FFF2-40B4-BE49-F238E27FC236}">
                <a16:creationId xmlns:a16="http://schemas.microsoft.com/office/drawing/2014/main" id="{F0DEF4AC-BA37-1C8C-E859-F84787908481}"/>
              </a:ext>
            </a:extLst>
          </p:cNvPr>
          <p:cNvSpPr txBox="1"/>
          <p:nvPr/>
        </p:nvSpPr>
        <p:spPr>
          <a:xfrm>
            <a:off x="3474358" y="5112835"/>
            <a:ext cx="2957281" cy="1200329"/>
          </a:xfrm>
          <a:prstGeom prst="rect">
            <a:avLst/>
          </a:prstGeom>
          <a:noFill/>
        </p:spPr>
        <p:txBody>
          <a:bodyPr wrap="square" rtlCol="0">
            <a:spAutoFit/>
          </a:bodyPr>
          <a:lstStyle/>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송수신 모듈 회로 구조 및 </a:t>
            </a:r>
            <a:r>
              <a:rPr lang="en-US" altLang="ko-KR" sz="1200">
                <a:latin typeface="Noto Sans KR" panose="020B0200000000000000" pitchFamily="50" charset="-127"/>
                <a:ea typeface="Noto Sans KR" panose="020B0200000000000000" pitchFamily="50" charset="-127"/>
              </a:rPr>
              <a:t>PCB layout</a:t>
            </a:r>
            <a:r>
              <a:rPr lang="ko-KR" altLang="en-US" sz="1200">
                <a:latin typeface="Noto Sans KR" panose="020B0200000000000000" pitchFamily="50" charset="-127"/>
                <a:ea typeface="Noto Sans KR" panose="020B0200000000000000" pitchFamily="50" charset="-127"/>
              </a:rPr>
              <a:t>에 따른 </a:t>
            </a:r>
            <a:r>
              <a:rPr lang="en-US" altLang="ko-KR" sz="1200">
                <a:latin typeface="Noto Sans KR" panose="020B0200000000000000" pitchFamily="50" charset="-127"/>
                <a:ea typeface="Noto Sans KR" panose="020B0200000000000000" pitchFamily="50" charset="-127"/>
              </a:rPr>
              <a:t>RF </a:t>
            </a:r>
            <a:r>
              <a:rPr lang="ko-KR" altLang="en-US" sz="1200">
                <a:latin typeface="Noto Sans KR" panose="020B0200000000000000" pitchFamily="50" charset="-127"/>
                <a:ea typeface="Noto Sans KR" panose="020B0200000000000000" pitchFamily="50" charset="-127"/>
              </a:rPr>
              <a:t>특성 연구</a:t>
            </a:r>
            <a:endParaRPr lang="en-US" altLang="ko-KR" sz="1200">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소재 및 레이아웃 구조 변화에 따른 전송 특성 변화 분석</a:t>
            </a:r>
            <a:endParaRPr lang="en-US" altLang="ko-KR" sz="1200">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단일 모듈에 대한 신호 무결성</a:t>
            </a:r>
            <a:r>
              <a:rPr lang="en-US" altLang="ko-KR" sz="1200">
                <a:latin typeface="Noto Sans KR" panose="020B0200000000000000" pitchFamily="50" charset="-127"/>
                <a:ea typeface="Noto Sans KR" panose="020B0200000000000000" pitchFamily="50" charset="-127"/>
              </a:rPr>
              <a:t>(SI) </a:t>
            </a:r>
            <a:r>
              <a:rPr lang="ko-KR" altLang="en-US" sz="1200">
                <a:latin typeface="Noto Sans KR" panose="020B0200000000000000" pitchFamily="50" charset="-127"/>
                <a:ea typeface="Noto Sans KR" panose="020B0200000000000000" pitchFamily="50" charset="-127"/>
              </a:rPr>
              <a:t>및 전원 무결성</a:t>
            </a:r>
            <a:r>
              <a:rPr lang="en-US" altLang="ko-KR" sz="1200">
                <a:latin typeface="Noto Sans KR" panose="020B0200000000000000" pitchFamily="50" charset="-127"/>
                <a:ea typeface="Noto Sans KR" panose="020B0200000000000000" pitchFamily="50" charset="-127"/>
              </a:rPr>
              <a:t>(PI) </a:t>
            </a:r>
            <a:r>
              <a:rPr lang="ko-KR" altLang="en-US" sz="1200">
                <a:latin typeface="Noto Sans KR" panose="020B0200000000000000" pitchFamily="50" charset="-127"/>
                <a:ea typeface="Noto Sans KR" panose="020B0200000000000000" pitchFamily="50" charset="-127"/>
              </a:rPr>
              <a:t>특성 연구</a:t>
            </a:r>
            <a:endParaRPr lang="en-US" altLang="ko-KR" sz="1200">
              <a:latin typeface="Noto Sans KR" panose="020B0200000000000000" pitchFamily="50" charset="-127"/>
              <a:ea typeface="Noto Sans KR" panose="020B0200000000000000" pitchFamily="50" charset="-127"/>
            </a:endParaRPr>
          </a:p>
        </p:txBody>
      </p:sp>
      <p:sp>
        <p:nvSpPr>
          <p:cNvPr id="27" name="TextBox 26">
            <a:extLst>
              <a:ext uri="{FF2B5EF4-FFF2-40B4-BE49-F238E27FC236}">
                <a16:creationId xmlns:a16="http://schemas.microsoft.com/office/drawing/2014/main" id="{5A0C80F6-DD7E-B827-CF55-41128F152FB7}"/>
              </a:ext>
            </a:extLst>
          </p:cNvPr>
          <p:cNvSpPr txBox="1"/>
          <p:nvPr/>
        </p:nvSpPr>
        <p:spPr>
          <a:xfrm>
            <a:off x="6576703" y="5112835"/>
            <a:ext cx="2957281" cy="830997"/>
          </a:xfrm>
          <a:prstGeom prst="rect">
            <a:avLst/>
          </a:prstGeom>
          <a:noFill/>
        </p:spPr>
        <p:txBody>
          <a:bodyPr wrap="square" rtlCol="0">
            <a:spAutoFit/>
          </a:bodyPr>
          <a:lstStyle/>
          <a:p>
            <a:pPr marL="285750" indent="-285750">
              <a:buFont typeface="Arial" panose="020B0604020202020204" pitchFamily="34" charset="0"/>
              <a:buChar char="•"/>
            </a:pPr>
            <a:r>
              <a:rPr lang="en-US" altLang="ko-KR" sz="1200">
                <a:latin typeface="Noto Sans KR" panose="020B0200000000000000" pitchFamily="50" charset="-127"/>
                <a:ea typeface="Noto Sans KR" panose="020B0200000000000000" pitchFamily="50" charset="-127"/>
              </a:rPr>
              <a:t>Multilayer </a:t>
            </a:r>
            <a:r>
              <a:rPr lang="ko-KR" altLang="en-US" sz="1200">
                <a:latin typeface="Noto Sans KR" panose="020B0200000000000000" pitchFamily="50" charset="-127"/>
                <a:ea typeface="Noto Sans KR" panose="020B0200000000000000" pitchFamily="50" charset="-127"/>
              </a:rPr>
              <a:t>유전체를 활용하여 다중 공진 형성 및 초광대역 특성 확보</a:t>
            </a:r>
            <a:endParaRPr lang="en-US" altLang="ko-KR" sz="1200">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레이돔에 사용하는 다양한 방열 특성 소재 및 선행 기술 조사</a:t>
            </a:r>
            <a:endParaRPr lang="en-US" altLang="ko-KR" sz="1200">
              <a:latin typeface="Noto Sans KR" panose="020B0200000000000000" pitchFamily="50" charset="-127"/>
              <a:ea typeface="Noto Sans KR" panose="020B0200000000000000" pitchFamily="50" charset="-127"/>
            </a:endParaRPr>
          </a:p>
        </p:txBody>
      </p:sp>
      <p:sp>
        <p:nvSpPr>
          <p:cNvPr id="28" name="TextBox 27">
            <a:extLst>
              <a:ext uri="{FF2B5EF4-FFF2-40B4-BE49-F238E27FC236}">
                <a16:creationId xmlns:a16="http://schemas.microsoft.com/office/drawing/2014/main" id="{F364B56F-870C-64B1-41E4-E853B4D2A074}"/>
              </a:ext>
            </a:extLst>
          </p:cNvPr>
          <p:cNvSpPr txBox="1"/>
          <p:nvPr/>
        </p:nvSpPr>
        <p:spPr>
          <a:xfrm>
            <a:off x="136187" y="729574"/>
            <a:ext cx="9523379" cy="338554"/>
          </a:xfrm>
          <a:prstGeom prst="rect">
            <a:avLst/>
          </a:prstGeom>
          <a:noFill/>
        </p:spPr>
        <p:txBody>
          <a:bodyPr wrap="square" rtlCol="0">
            <a:spAutoFit/>
          </a:bodyPr>
          <a:lstStyle/>
          <a:p>
            <a:r>
              <a:rPr lang="ko-KR" altLang="en-US" sz="1600" b="1">
                <a:latin typeface="Noto Sans KR" panose="020B0200000000000000" pitchFamily="50" charset="-127"/>
                <a:ea typeface="Noto Sans KR" panose="020B0200000000000000" pitchFamily="50" charset="-127"/>
              </a:rPr>
              <a:t>핵심목표</a:t>
            </a:r>
            <a:r>
              <a:rPr lang="en-US" altLang="ko-KR" sz="1600" b="1">
                <a:latin typeface="Noto Sans KR" panose="020B0200000000000000" pitchFamily="50" charset="-127"/>
                <a:ea typeface="Noto Sans KR" panose="020B0200000000000000" pitchFamily="50" charset="-127"/>
              </a:rPr>
              <a:t>: </a:t>
            </a:r>
            <a:r>
              <a:rPr lang="ko-KR" altLang="en-US" sz="1600" b="1">
                <a:latin typeface="Noto Sans KR" panose="020B0200000000000000" pitchFamily="50" charset="-127"/>
                <a:ea typeface="Noto Sans KR" panose="020B0200000000000000" pitchFamily="50" charset="-127"/>
              </a:rPr>
              <a:t>송수신 모듈 구조 설계 및 기본 성능 기준 수립</a:t>
            </a:r>
            <a:endParaRPr lang="en-US" altLang="ko-KR" sz="1600" b="1">
              <a:latin typeface="Noto Sans KR" panose="020B0200000000000000" pitchFamily="50" charset="-127"/>
              <a:ea typeface="Noto Sans KR" panose="020B0200000000000000" pitchFamily="50" charset="-127"/>
            </a:endParaRPr>
          </a:p>
        </p:txBody>
      </p:sp>
      <p:sp>
        <p:nvSpPr>
          <p:cNvPr id="32" name="직사각형 31">
            <a:extLst>
              <a:ext uri="{FF2B5EF4-FFF2-40B4-BE49-F238E27FC236}">
                <a16:creationId xmlns:a16="http://schemas.microsoft.com/office/drawing/2014/main" id="{DF2EF362-55C9-5159-AD41-F105CBD1EE3D}"/>
              </a:ext>
            </a:extLst>
          </p:cNvPr>
          <p:cNvSpPr/>
          <p:nvPr/>
        </p:nvSpPr>
        <p:spPr>
          <a:xfrm>
            <a:off x="379306" y="1827164"/>
            <a:ext cx="2957281" cy="187604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직사각형 32">
            <a:extLst>
              <a:ext uri="{FF2B5EF4-FFF2-40B4-BE49-F238E27FC236}">
                <a16:creationId xmlns:a16="http://schemas.microsoft.com/office/drawing/2014/main" id="{5974790E-C98F-5367-8448-54C9A571D80C}"/>
              </a:ext>
            </a:extLst>
          </p:cNvPr>
          <p:cNvSpPr/>
          <p:nvPr/>
        </p:nvSpPr>
        <p:spPr>
          <a:xfrm>
            <a:off x="379306" y="3784881"/>
            <a:ext cx="2957281" cy="122574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a:extLst>
              <a:ext uri="{FF2B5EF4-FFF2-40B4-BE49-F238E27FC236}">
                <a16:creationId xmlns:a16="http://schemas.microsoft.com/office/drawing/2014/main" id="{D829E028-C1E5-B238-A183-2E4845F8D16A}"/>
              </a:ext>
            </a:extLst>
          </p:cNvPr>
          <p:cNvSpPr/>
          <p:nvPr/>
        </p:nvSpPr>
        <p:spPr>
          <a:xfrm>
            <a:off x="3447172" y="1842375"/>
            <a:ext cx="3017135" cy="133357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직사각형 34">
            <a:extLst>
              <a:ext uri="{FF2B5EF4-FFF2-40B4-BE49-F238E27FC236}">
                <a16:creationId xmlns:a16="http://schemas.microsoft.com/office/drawing/2014/main" id="{244C2705-0BC7-ED3A-7ECC-39E855E5243B}"/>
              </a:ext>
            </a:extLst>
          </p:cNvPr>
          <p:cNvSpPr/>
          <p:nvPr/>
        </p:nvSpPr>
        <p:spPr>
          <a:xfrm>
            <a:off x="3447172" y="3302715"/>
            <a:ext cx="3017135" cy="166304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직사각형 35">
            <a:extLst>
              <a:ext uri="{FF2B5EF4-FFF2-40B4-BE49-F238E27FC236}">
                <a16:creationId xmlns:a16="http://schemas.microsoft.com/office/drawing/2014/main" id="{30F8F4AD-5B59-4C75-A3B7-86B0969431F8}"/>
              </a:ext>
            </a:extLst>
          </p:cNvPr>
          <p:cNvSpPr/>
          <p:nvPr/>
        </p:nvSpPr>
        <p:spPr>
          <a:xfrm>
            <a:off x="6576703" y="1829784"/>
            <a:ext cx="3017135" cy="128306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직사각형 36">
            <a:extLst>
              <a:ext uri="{FF2B5EF4-FFF2-40B4-BE49-F238E27FC236}">
                <a16:creationId xmlns:a16="http://schemas.microsoft.com/office/drawing/2014/main" id="{B5D9544C-D063-01BA-A6A5-D80B517AD2A6}"/>
              </a:ext>
            </a:extLst>
          </p:cNvPr>
          <p:cNvSpPr/>
          <p:nvPr/>
        </p:nvSpPr>
        <p:spPr>
          <a:xfrm>
            <a:off x="6576703" y="3229294"/>
            <a:ext cx="3017135" cy="173646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789838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20F6E-46A0-CBB1-45C0-185B1718F44A}"/>
            </a:ext>
          </a:extLst>
        </p:cNvPr>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D39E8224-FF12-2DB2-152C-6049072FB424}"/>
              </a:ext>
            </a:extLst>
          </p:cNvPr>
          <p:cNvSpPr>
            <a:spLocks noGrp="1"/>
          </p:cNvSpPr>
          <p:nvPr>
            <p:ph type="sldNum" sz="quarter" idx="4"/>
          </p:nvPr>
        </p:nvSpPr>
        <p:spPr/>
        <p:txBody>
          <a:bodyPr/>
          <a:lstStyle/>
          <a:p>
            <a:fld id="{E8B113C4-B834-4BEA-901C-8797A7F90894}" type="slidenum">
              <a:rPr lang="ko-KR" altLang="en-US" smtClean="0"/>
              <a:pPr/>
              <a:t>10</a:t>
            </a:fld>
            <a:endParaRPr lang="ko-KR" altLang="en-US"/>
          </a:p>
        </p:txBody>
      </p:sp>
      <p:sp>
        <p:nvSpPr>
          <p:cNvPr id="5" name="제목 3">
            <a:extLst>
              <a:ext uri="{FF2B5EF4-FFF2-40B4-BE49-F238E27FC236}">
                <a16:creationId xmlns:a16="http://schemas.microsoft.com/office/drawing/2014/main" id="{4AB6DACD-9E08-C867-18D0-4D38B8F38F83}"/>
              </a:ext>
            </a:extLst>
          </p:cNvPr>
          <p:cNvSpPr>
            <a:spLocks noGrp="1"/>
          </p:cNvSpPr>
          <p:nvPr>
            <p:ph type="ctrTitle"/>
          </p:nvPr>
        </p:nvSpPr>
        <p:spPr>
          <a:xfrm>
            <a:off x="379306" y="111167"/>
            <a:ext cx="9367308" cy="461666"/>
          </a:xfrm>
        </p:spPr>
        <p:txBody>
          <a:bodyPr>
            <a:noAutofit/>
          </a:bodyPr>
          <a:lstStyle/>
          <a:p>
            <a:r>
              <a:rPr lang="en-US" altLang="ko-KR" sz="1800" b="1">
                <a:latin typeface="Noto Sans KR" panose="020B0500000000000000" pitchFamily="34" charset="-127"/>
                <a:ea typeface="Noto Sans KR" panose="020B0500000000000000" pitchFamily="34" charset="-127"/>
              </a:rPr>
              <a:t>4-2.</a:t>
            </a:r>
            <a:r>
              <a:rPr lang="ko-KR" altLang="en-US" sz="1800" b="1">
                <a:latin typeface="Noto Sans KR" panose="020B0500000000000000" pitchFamily="34" charset="-127"/>
                <a:ea typeface="Noto Sans KR" panose="020B0500000000000000" pitchFamily="34" charset="-127"/>
              </a:rPr>
              <a:t> </a:t>
            </a:r>
            <a:r>
              <a:rPr lang="en-US" altLang="ko-KR" sz="1800" b="1">
                <a:latin typeface="Noto Sans KR" panose="020B0500000000000000" pitchFamily="34" charset="-127"/>
                <a:ea typeface="Noto Sans KR" panose="020B0500000000000000" pitchFamily="34" charset="-127"/>
              </a:rPr>
              <a:t>2</a:t>
            </a:r>
            <a:r>
              <a:rPr lang="ko-KR" altLang="en-US" sz="1800" b="1">
                <a:latin typeface="Noto Sans KR" panose="020B0500000000000000" pitchFamily="34" charset="-127"/>
                <a:ea typeface="Noto Sans KR" panose="020B0500000000000000" pitchFamily="34" charset="-127"/>
              </a:rPr>
              <a:t>차년도 연구개발 내용 </a:t>
            </a:r>
            <a:r>
              <a:rPr lang="en-US" altLang="ko-KR" sz="1800" b="1">
                <a:latin typeface="Noto Sans KR" panose="020B0500000000000000" pitchFamily="34" charset="-127"/>
                <a:ea typeface="Noto Sans KR" panose="020B0500000000000000" pitchFamily="34" charset="-127"/>
              </a:rPr>
              <a:t>– </a:t>
            </a:r>
            <a:r>
              <a:rPr lang="ko-KR" altLang="en-US" sz="1800" b="1">
                <a:latin typeface="Noto Sans KR" panose="020B0500000000000000" pitchFamily="34" charset="-127"/>
                <a:ea typeface="Noto Sans KR" panose="020B0500000000000000" pitchFamily="34" charset="-127"/>
              </a:rPr>
              <a:t>㈜두산전자사업 수지</a:t>
            </a:r>
            <a:endParaRPr lang="ko-KR" altLang="en-US" sz="1800" b="1" dirty="0">
              <a:latin typeface="Noto Sans KR" panose="020B0500000000000000" pitchFamily="34" charset="-127"/>
              <a:ea typeface="Noto Sans KR" panose="020B0500000000000000" pitchFamily="34" charset="-127"/>
            </a:endParaRPr>
          </a:p>
        </p:txBody>
      </p:sp>
      <p:graphicFrame>
        <p:nvGraphicFramePr>
          <p:cNvPr id="10" name="표 9">
            <a:extLst>
              <a:ext uri="{FF2B5EF4-FFF2-40B4-BE49-F238E27FC236}">
                <a16:creationId xmlns:a16="http://schemas.microsoft.com/office/drawing/2014/main" id="{6841A726-3D3B-EEEB-E5C6-3FA65AA9C5AC}"/>
              </a:ext>
            </a:extLst>
          </p:cNvPr>
          <p:cNvGraphicFramePr>
            <a:graphicFrameLocks noGrp="1"/>
          </p:cNvGraphicFramePr>
          <p:nvPr>
            <p:extLst>
              <p:ext uri="{D42A27DB-BD31-4B8C-83A1-F6EECF244321}">
                <p14:modId xmlns:p14="http://schemas.microsoft.com/office/powerpoint/2010/main" val="1037377121"/>
              </p:ext>
            </p:extLst>
          </p:nvPr>
        </p:nvGraphicFramePr>
        <p:xfrm>
          <a:off x="269346" y="1227666"/>
          <a:ext cx="9367308" cy="5270160"/>
        </p:xfrm>
        <a:graphic>
          <a:graphicData uri="http://schemas.openxmlformats.org/drawingml/2006/table">
            <a:tbl>
              <a:tblPr bandRow="1">
                <a:tableStyleId>{5C22544A-7EE6-4342-B048-85BDC9FD1C3A}</a:tableStyleId>
              </a:tblPr>
              <a:tblGrid>
                <a:gridCol w="3122436">
                  <a:extLst>
                    <a:ext uri="{9D8B030D-6E8A-4147-A177-3AD203B41FA5}">
                      <a16:colId xmlns:a16="http://schemas.microsoft.com/office/drawing/2014/main" val="1783963196"/>
                    </a:ext>
                  </a:extLst>
                </a:gridCol>
                <a:gridCol w="3122436">
                  <a:extLst>
                    <a:ext uri="{9D8B030D-6E8A-4147-A177-3AD203B41FA5}">
                      <a16:colId xmlns:a16="http://schemas.microsoft.com/office/drawing/2014/main" val="3900016493"/>
                    </a:ext>
                  </a:extLst>
                </a:gridCol>
                <a:gridCol w="3122436">
                  <a:extLst>
                    <a:ext uri="{9D8B030D-6E8A-4147-A177-3AD203B41FA5}">
                      <a16:colId xmlns:a16="http://schemas.microsoft.com/office/drawing/2014/main" val="24642634"/>
                    </a:ext>
                  </a:extLst>
                </a:gridCol>
              </a:tblGrid>
              <a:tr h="370840">
                <a:tc>
                  <a:txBody>
                    <a:bodyPr/>
                    <a:lstStyle/>
                    <a:p>
                      <a:pPr algn="ctr" latinLnBrk="1"/>
                      <a:r>
                        <a:rPr lang="ko-KR" altLang="en-US" sz="1400">
                          <a:latin typeface="Noto Sans KR" panose="020B0200000000000000" pitchFamily="50" charset="-127"/>
                          <a:ea typeface="Noto Sans KR" panose="020B0200000000000000" pitchFamily="50" charset="-127"/>
                        </a:rPr>
                        <a:t>빔포밍 </a:t>
                      </a:r>
                      <a:r>
                        <a:rPr lang="en-US" altLang="ko-KR" sz="1400">
                          <a:latin typeface="Noto Sans KR" panose="020B0200000000000000" pitchFamily="50" charset="-127"/>
                          <a:ea typeface="Noto Sans KR" panose="020B0200000000000000" pitchFamily="50" charset="-127"/>
                        </a:rPr>
                        <a:t>IC </a:t>
                      </a:r>
                      <a:r>
                        <a:rPr lang="ko-KR" altLang="en-US" sz="1400">
                          <a:latin typeface="Noto Sans KR" panose="020B0200000000000000" pitchFamily="50" charset="-127"/>
                          <a:ea typeface="Noto Sans KR" panose="020B0200000000000000" pitchFamily="50" charset="-127"/>
                        </a:rPr>
                        <a:t>패키징</a:t>
                      </a:r>
                      <a:r>
                        <a:rPr lang="en-US" altLang="ko-KR" sz="1400">
                          <a:latin typeface="Noto Sans KR" panose="020B0200000000000000" pitchFamily="50" charset="-127"/>
                          <a:ea typeface="Noto Sans KR" panose="020B0200000000000000" pitchFamily="50" charset="-127"/>
                        </a:rPr>
                        <a:t>·</a:t>
                      </a:r>
                      <a:r>
                        <a:rPr lang="ko-KR" altLang="en-US" sz="1400">
                          <a:latin typeface="Noto Sans KR" panose="020B0200000000000000" pitchFamily="50" charset="-127"/>
                          <a:ea typeface="Noto Sans KR" panose="020B0200000000000000" pitchFamily="50" charset="-127"/>
                        </a:rPr>
                        <a:t>미세공정 고도화 및 </a:t>
                      </a:r>
                      <a:r>
                        <a:rPr lang="en-US" altLang="ko-KR" sz="1400">
                          <a:latin typeface="Noto Sans KR" panose="020B0200000000000000" pitchFamily="50" charset="-127"/>
                          <a:ea typeface="Noto Sans KR" panose="020B0200000000000000" pitchFamily="50" charset="-127"/>
                        </a:rPr>
                        <a:t>8x8 Subarray </a:t>
                      </a:r>
                      <a:r>
                        <a:rPr lang="ko-KR" altLang="en-US" sz="1400">
                          <a:latin typeface="Noto Sans KR" panose="020B0200000000000000" pitchFamily="50" charset="-127"/>
                          <a:ea typeface="Noto Sans KR" panose="020B0200000000000000" pitchFamily="50" charset="-127"/>
                        </a:rPr>
                        <a:t>공정 개발</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latinLnBrk="1"/>
                      <a:r>
                        <a:rPr lang="ko-KR" altLang="en-US" sz="1400">
                          <a:latin typeface="Noto Sans KR" panose="020B0200000000000000" pitchFamily="50" charset="-127"/>
                          <a:ea typeface="Noto Sans KR" panose="020B0200000000000000" pitchFamily="50" charset="-127"/>
                        </a:rPr>
                        <a:t>배열환경 </a:t>
                      </a:r>
                      <a:r>
                        <a:rPr lang="en-US" altLang="ko-KR" sz="1400">
                          <a:latin typeface="Noto Sans KR" panose="020B0200000000000000" pitchFamily="50" charset="-127"/>
                          <a:ea typeface="Noto Sans KR" panose="020B0200000000000000" pitchFamily="50" charset="-127"/>
                        </a:rPr>
                        <a:t>RF </a:t>
                      </a:r>
                      <a:r>
                        <a:rPr lang="ko-KR" altLang="en-US" sz="1400">
                          <a:latin typeface="Noto Sans KR" panose="020B0200000000000000" pitchFamily="50" charset="-127"/>
                          <a:ea typeface="Noto Sans KR" panose="020B0200000000000000" pitchFamily="50" charset="-127"/>
                        </a:rPr>
                        <a:t>성능 저하 요인 및 </a:t>
                      </a:r>
                      <a:r>
                        <a:rPr lang="en-US" altLang="ko-KR" sz="1400">
                          <a:latin typeface="Noto Sans KR" panose="020B0200000000000000" pitchFamily="50" charset="-127"/>
                          <a:ea typeface="Noto Sans KR" panose="020B0200000000000000" pitchFamily="50" charset="-127"/>
                        </a:rPr>
                        <a:t>SI/PI·</a:t>
                      </a:r>
                    </a:p>
                    <a:p>
                      <a:pPr algn="ctr" latinLnBrk="1"/>
                      <a:r>
                        <a:rPr lang="ko-KR" altLang="en-US" sz="1400">
                          <a:latin typeface="Noto Sans KR" panose="020B0200000000000000" pitchFamily="50" charset="-127"/>
                          <a:ea typeface="Noto Sans KR" panose="020B0200000000000000" pitchFamily="50" charset="-127"/>
                        </a:rPr>
                        <a:t>전력</a:t>
                      </a:r>
                      <a:r>
                        <a:rPr lang="en-US" altLang="ko-KR" sz="1400">
                          <a:latin typeface="Noto Sans KR" panose="020B0200000000000000" pitchFamily="50" charset="-127"/>
                          <a:ea typeface="Noto Sans KR" panose="020B0200000000000000" pitchFamily="50" charset="-127"/>
                        </a:rPr>
                        <a:t>·</a:t>
                      </a:r>
                      <a:r>
                        <a:rPr lang="ko-KR" altLang="en-US" sz="1400">
                          <a:latin typeface="Noto Sans KR" panose="020B0200000000000000" pitchFamily="50" charset="-127"/>
                          <a:ea typeface="Noto Sans KR" panose="020B0200000000000000" pitchFamily="50" charset="-127"/>
                        </a:rPr>
                        <a:t>열 통합 분석</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latinLnBrk="1"/>
                      <a:r>
                        <a:rPr lang="en-US" altLang="ko-KR" sz="1400">
                          <a:latin typeface="Noto Sans KR" panose="020B0200000000000000" pitchFamily="50" charset="-127"/>
                          <a:ea typeface="Noto Sans KR" panose="020B0200000000000000" pitchFamily="50" charset="-127"/>
                        </a:rPr>
                        <a:t>8x8 Subarray </a:t>
                      </a:r>
                      <a:r>
                        <a:rPr lang="ko-KR" altLang="en-US" sz="1400">
                          <a:latin typeface="Noto Sans KR" panose="020B0200000000000000" pitchFamily="50" charset="-127"/>
                          <a:ea typeface="Noto Sans KR" panose="020B0200000000000000" pitchFamily="50" charset="-127"/>
                        </a:rPr>
                        <a:t>배열이득</a:t>
                      </a:r>
                      <a:r>
                        <a:rPr lang="en-US" altLang="ko-KR" sz="1400">
                          <a:latin typeface="Noto Sans KR" panose="020B0200000000000000" pitchFamily="50" charset="-127"/>
                          <a:ea typeface="Noto Sans KR" panose="020B0200000000000000" pitchFamily="50" charset="-127"/>
                        </a:rPr>
                        <a:t>·EIRP·</a:t>
                      </a:r>
                      <a:r>
                        <a:rPr lang="ko-KR" altLang="en-US" sz="1400">
                          <a:latin typeface="Noto Sans KR" panose="020B0200000000000000" pitchFamily="50" charset="-127"/>
                          <a:ea typeface="Noto Sans KR" panose="020B0200000000000000" pitchFamily="50" charset="-127"/>
                        </a:rPr>
                        <a:t>빔조향 특성 측정</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411560133"/>
                  </a:ext>
                </a:extLst>
              </a:tr>
              <a:tr h="4752000">
                <a:tc>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56379331"/>
                  </a:ext>
                </a:extLst>
              </a:tr>
            </a:tbl>
          </a:graphicData>
        </a:graphic>
      </p:graphicFrame>
      <p:sp>
        <p:nvSpPr>
          <p:cNvPr id="25" name="TextBox 24">
            <a:extLst>
              <a:ext uri="{FF2B5EF4-FFF2-40B4-BE49-F238E27FC236}">
                <a16:creationId xmlns:a16="http://schemas.microsoft.com/office/drawing/2014/main" id="{16F61578-998A-5958-89B1-1712ABAAD9A8}"/>
              </a:ext>
            </a:extLst>
          </p:cNvPr>
          <p:cNvSpPr txBox="1"/>
          <p:nvPr/>
        </p:nvSpPr>
        <p:spPr>
          <a:xfrm>
            <a:off x="329665" y="5112835"/>
            <a:ext cx="2957281" cy="1200329"/>
          </a:xfrm>
          <a:prstGeom prst="rect">
            <a:avLst/>
          </a:prstGeom>
          <a:noFill/>
        </p:spPr>
        <p:txBody>
          <a:bodyPr wrap="square" rtlCol="0">
            <a:spAutoFit/>
          </a:bodyPr>
          <a:lstStyle/>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신호 비아</a:t>
            </a:r>
            <a:r>
              <a:rPr lang="en-US" altLang="ko-KR" sz="1200">
                <a:latin typeface="Noto Sans KR" panose="020B0200000000000000" pitchFamily="50" charset="-127"/>
                <a:ea typeface="Noto Sans KR" panose="020B0200000000000000" pitchFamily="50" charset="-127"/>
              </a:rPr>
              <a:t>, </a:t>
            </a:r>
            <a:r>
              <a:rPr lang="ko-KR" altLang="en-US" sz="1200">
                <a:latin typeface="Noto Sans KR" panose="020B0200000000000000" pitchFamily="50" charset="-127"/>
                <a:ea typeface="Noto Sans KR" panose="020B0200000000000000" pitchFamily="50" charset="-127"/>
              </a:rPr>
              <a:t>전송선로 및 급전 구조에 따른 </a:t>
            </a:r>
            <a:r>
              <a:rPr lang="en-US" altLang="ko-KR" sz="1200">
                <a:latin typeface="Noto Sans KR" panose="020B0200000000000000" pitchFamily="50" charset="-127"/>
                <a:ea typeface="Noto Sans KR" panose="020B0200000000000000" pitchFamily="50" charset="-127"/>
              </a:rPr>
              <a:t>RF </a:t>
            </a:r>
            <a:r>
              <a:rPr lang="ko-KR" altLang="en-US" sz="1200">
                <a:latin typeface="Noto Sans KR" panose="020B0200000000000000" pitchFamily="50" charset="-127"/>
                <a:ea typeface="Noto Sans KR" panose="020B0200000000000000" pitchFamily="50" charset="-127"/>
              </a:rPr>
              <a:t>특성 연구</a:t>
            </a:r>
            <a:endParaRPr lang="en-US" altLang="ko-KR" sz="1200">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비아 구조</a:t>
            </a:r>
            <a:r>
              <a:rPr lang="en-US" altLang="ko-KR" sz="1200">
                <a:latin typeface="Noto Sans KR" panose="020B0200000000000000" pitchFamily="50" charset="-127"/>
                <a:ea typeface="Noto Sans KR" panose="020B0200000000000000" pitchFamily="50" charset="-127"/>
              </a:rPr>
              <a:t>(</a:t>
            </a:r>
            <a:r>
              <a:rPr lang="ko-KR" altLang="en-US" sz="1200">
                <a:latin typeface="Noto Sans KR" panose="020B0200000000000000" pitchFamily="50" charset="-127"/>
                <a:ea typeface="Noto Sans KR" panose="020B0200000000000000" pitchFamily="50" charset="-127"/>
              </a:rPr>
              <a:t>직경</a:t>
            </a:r>
            <a:r>
              <a:rPr lang="en-US" altLang="ko-KR" sz="1200">
                <a:latin typeface="Noto Sans KR" panose="020B0200000000000000" pitchFamily="50" charset="-127"/>
                <a:ea typeface="Noto Sans KR" panose="020B0200000000000000" pitchFamily="50" charset="-127"/>
              </a:rPr>
              <a:t>, </a:t>
            </a:r>
            <a:r>
              <a:rPr lang="ko-KR" altLang="en-US" sz="1200">
                <a:latin typeface="Noto Sans KR" panose="020B0200000000000000" pitchFamily="50" charset="-127"/>
                <a:ea typeface="Noto Sans KR" panose="020B0200000000000000" pitchFamily="50" charset="-127"/>
              </a:rPr>
              <a:t>길이</a:t>
            </a:r>
            <a:r>
              <a:rPr lang="en-US" altLang="ko-KR" sz="1200">
                <a:latin typeface="Noto Sans KR" panose="020B0200000000000000" pitchFamily="50" charset="-127"/>
                <a:ea typeface="Noto Sans KR" panose="020B0200000000000000" pitchFamily="50" charset="-127"/>
              </a:rPr>
              <a:t>, </a:t>
            </a:r>
            <a:r>
              <a:rPr lang="ko-KR" altLang="en-US" sz="1200">
                <a:latin typeface="Noto Sans KR" panose="020B0200000000000000" pitchFamily="50" charset="-127"/>
                <a:ea typeface="Noto Sans KR" panose="020B0200000000000000" pitchFamily="50" charset="-127"/>
              </a:rPr>
              <a:t>배치</a:t>
            </a:r>
            <a:r>
              <a:rPr lang="en-US" altLang="ko-KR" sz="1200">
                <a:latin typeface="Noto Sans KR" panose="020B0200000000000000" pitchFamily="50" charset="-127"/>
                <a:ea typeface="Noto Sans KR" panose="020B0200000000000000" pitchFamily="50" charset="-127"/>
              </a:rPr>
              <a:t>)</a:t>
            </a:r>
            <a:r>
              <a:rPr lang="ko-KR" altLang="en-US" sz="1200">
                <a:latin typeface="Noto Sans KR" panose="020B0200000000000000" pitchFamily="50" charset="-127"/>
                <a:ea typeface="Noto Sans KR" panose="020B0200000000000000" pitchFamily="50" charset="-127"/>
              </a:rPr>
              <a:t>에 따른 삽입 손실 및 반사손실 특성 분석</a:t>
            </a:r>
            <a:endParaRPr lang="en-US" altLang="ko-KR" sz="1200">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저손실 유전체 및 적층 구조에 따른 전송 특성 연구</a:t>
            </a:r>
          </a:p>
        </p:txBody>
      </p:sp>
      <p:sp>
        <p:nvSpPr>
          <p:cNvPr id="26" name="TextBox 25">
            <a:extLst>
              <a:ext uri="{FF2B5EF4-FFF2-40B4-BE49-F238E27FC236}">
                <a16:creationId xmlns:a16="http://schemas.microsoft.com/office/drawing/2014/main" id="{28F8F9C8-1C9E-CC15-891C-72AFC9772351}"/>
              </a:ext>
            </a:extLst>
          </p:cNvPr>
          <p:cNvSpPr txBox="1"/>
          <p:nvPr/>
        </p:nvSpPr>
        <p:spPr>
          <a:xfrm>
            <a:off x="3474358" y="5112835"/>
            <a:ext cx="2957281" cy="1200329"/>
          </a:xfrm>
          <a:prstGeom prst="rect">
            <a:avLst/>
          </a:prstGeom>
          <a:noFill/>
        </p:spPr>
        <p:txBody>
          <a:bodyPr wrap="square" rtlCol="0">
            <a:spAutoFit/>
          </a:bodyPr>
          <a:lstStyle/>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고주파 신호 전달 환경에서의 </a:t>
            </a:r>
            <a:r>
              <a:rPr lang="en-US" altLang="ko-KR" sz="1200">
                <a:latin typeface="Noto Sans KR" panose="020B0200000000000000" pitchFamily="50" charset="-127"/>
                <a:ea typeface="Noto Sans KR" panose="020B0200000000000000" pitchFamily="50" charset="-127"/>
              </a:rPr>
              <a:t>SI </a:t>
            </a:r>
            <a:r>
              <a:rPr lang="ko-KR" altLang="en-US" sz="1200">
                <a:latin typeface="Noto Sans KR" panose="020B0200000000000000" pitchFamily="50" charset="-127"/>
                <a:ea typeface="Noto Sans KR" panose="020B0200000000000000" pitchFamily="50" charset="-127"/>
              </a:rPr>
              <a:t>특성 및 신호 열화 요인 분석</a:t>
            </a:r>
            <a:endParaRPr lang="en-US" altLang="ko-KR" sz="1200">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전원 변동이 </a:t>
            </a:r>
            <a:r>
              <a:rPr lang="en-US" altLang="ko-KR" sz="1200">
                <a:latin typeface="Noto Sans KR" panose="020B0200000000000000" pitchFamily="50" charset="-127"/>
                <a:ea typeface="Noto Sans KR" panose="020B0200000000000000" pitchFamily="50" charset="-127"/>
              </a:rPr>
              <a:t>RF </a:t>
            </a:r>
            <a:r>
              <a:rPr lang="ko-KR" altLang="en-US" sz="1200">
                <a:latin typeface="Noto Sans KR" panose="020B0200000000000000" pitchFamily="50" charset="-127"/>
                <a:ea typeface="Noto Sans KR" panose="020B0200000000000000" pitchFamily="50" charset="-127"/>
              </a:rPr>
              <a:t>출력 및 빔포밍 성능에 미치는 영향 연구</a:t>
            </a:r>
            <a:endParaRPr lang="en-US" altLang="ko-KR" sz="1200">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배열 홪강 시 </a:t>
            </a:r>
            <a:r>
              <a:rPr lang="en-US" altLang="ko-KR" sz="1200">
                <a:latin typeface="Noto Sans KR" panose="020B0200000000000000" pitchFamily="50" charset="-127"/>
                <a:ea typeface="Noto Sans KR" panose="020B0200000000000000" pitchFamily="50" charset="-127"/>
              </a:rPr>
              <a:t>SI/PI </a:t>
            </a:r>
            <a:r>
              <a:rPr lang="ko-KR" altLang="en-US" sz="1200">
                <a:latin typeface="Noto Sans KR" panose="020B0200000000000000" pitchFamily="50" charset="-127"/>
                <a:ea typeface="Noto Sans KR" panose="020B0200000000000000" pitchFamily="50" charset="-127"/>
              </a:rPr>
              <a:t>및 열 특성 변화에 대한 통합 분석</a:t>
            </a:r>
            <a:endParaRPr lang="en-US" altLang="ko-KR" sz="1200">
              <a:latin typeface="Noto Sans KR" panose="020B0200000000000000" pitchFamily="50" charset="-127"/>
              <a:ea typeface="Noto Sans KR" panose="020B0200000000000000" pitchFamily="50" charset="-127"/>
            </a:endParaRPr>
          </a:p>
        </p:txBody>
      </p:sp>
      <p:sp>
        <p:nvSpPr>
          <p:cNvPr id="27" name="TextBox 26">
            <a:extLst>
              <a:ext uri="{FF2B5EF4-FFF2-40B4-BE49-F238E27FC236}">
                <a16:creationId xmlns:a16="http://schemas.microsoft.com/office/drawing/2014/main" id="{EF8D5598-78F7-CE45-FB03-C473633596BA}"/>
              </a:ext>
            </a:extLst>
          </p:cNvPr>
          <p:cNvSpPr txBox="1"/>
          <p:nvPr/>
        </p:nvSpPr>
        <p:spPr>
          <a:xfrm>
            <a:off x="6576703" y="5112835"/>
            <a:ext cx="2957281" cy="1015663"/>
          </a:xfrm>
          <a:prstGeom prst="rect">
            <a:avLst/>
          </a:prstGeom>
          <a:noFill/>
        </p:spPr>
        <p:txBody>
          <a:bodyPr wrap="square" rtlCol="0">
            <a:spAutoFit/>
          </a:bodyPr>
          <a:lstStyle/>
          <a:p>
            <a:pPr marL="285750" indent="-285750">
              <a:buFont typeface="Arial" panose="020B0604020202020204" pitchFamily="34" charset="0"/>
              <a:buChar char="•"/>
            </a:pPr>
            <a:r>
              <a:rPr lang="en-US" altLang="ko-KR" sz="1200">
                <a:latin typeface="Noto Sans KR" panose="020B0200000000000000" pitchFamily="50" charset="-127"/>
                <a:ea typeface="Noto Sans KR" panose="020B0200000000000000" pitchFamily="50" charset="-127"/>
              </a:rPr>
              <a:t>8x8 Subarray </a:t>
            </a:r>
            <a:r>
              <a:rPr lang="ko-KR" altLang="en-US" sz="1200">
                <a:latin typeface="Noto Sans KR" panose="020B0200000000000000" pitchFamily="50" charset="-127"/>
                <a:ea typeface="Noto Sans KR" panose="020B0200000000000000" pitchFamily="50" charset="-127"/>
              </a:rPr>
              <a:t>기반 배열 이득 및 방사 패턴 측정 및 분석</a:t>
            </a:r>
            <a:endParaRPr lang="en-US" altLang="ko-KR" sz="1200">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en-US" altLang="ko-KR" sz="1200">
                <a:latin typeface="Noto Sans KR" panose="020B0200000000000000" pitchFamily="50" charset="-127"/>
                <a:ea typeface="Noto Sans KR" panose="020B0200000000000000" pitchFamily="50" charset="-127"/>
              </a:rPr>
              <a:t>Subarray </a:t>
            </a:r>
            <a:r>
              <a:rPr lang="ko-KR" altLang="en-US" sz="1200">
                <a:latin typeface="Noto Sans KR" panose="020B0200000000000000" pitchFamily="50" charset="-127"/>
                <a:ea typeface="Noto Sans KR" panose="020B0200000000000000" pitchFamily="50" charset="-127"/>
              </a:rPr>
              <a:t>기준 </a:t>
            </a:r>
            <a:r>
              <a:rPr lang="en-US" altLang="ko-KR" sz="1200">
                <a:latin typeface="Noto Sans KR" panose="020B0200000000000000" pitchFamily="50" charset="-127"/>
                <a:ea typeface="Noto Sans KR" panose="020B0200000000000000" pitchFamily="50" charset="-127"/>
              </a:rPr>
              <a:t>EIRP </a:t>
            </a:r>
            <a:r>
              <a:rPr lang="ko-KR" altLang="en-US" sz="1200">
                <a:latin typeface="Noto Sans KR" panose="020B0200000000000000" pitchFamily="50" charset="-127"/>
                <a:ea typeface="Noto Sans KR" panose="020B0200000000000000" pitchFamily="50" charset="-127"/>
              </a:rPr>
              <a:t>산출 및 성능 검증</a:t>
            </a:r>
            <a:endParaRPr lang="en-US" altLang="ko-KR" sz="1200">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빔포밍 및 빔조향 특성</a:t>
            </a:r>
            <a:r>
              <a:rPr lang="en-US" altLang="ko-KR" sz="1200">
                <a:latin typeface="Noto Sans KR" panose="020B0200000000000000" pitchFamily="50" charset="-127"/>
                <a:ea typeface="Noto Sans KR" panose="020B0200000000000000" pitchFamily="50" charset="-127"/>
              </a:rPr>
              <a:t>(</a:t>
            </a:r>
            <a:r>
              <a:rPr lang="ko-KR" altLang="en-US" sz="1200">
                <a:latin typeface="Noto Sans KR" panose="020B0200000000000000" pitchFamily="50" charset="-127"/>
                <a:ea typeface="Noto Sans KR" panose="020B0200000000000000" pitchFamily="50" charset="-127"/>
              </a:rPr>
              <a:t>조향각별 패턴</a:t>
            </a:r>
            <a:r>
              <a:rPr lang="en-US" altLang="ko-KR" sz="1200">
                <a:latin typeface="Noto Sans KR" panose="020B0200000000000000" pitchFamily="50" charset="-127"/>
                <a:ea typeface="Noto Sans KR" panose="020B0200000000000000" pitchFamily="50" charset="-127"/>
              </a:rPr>
              <a:t>, EIRP </a:t>
            </a:r>
            <a:r>
              <a:rPr lang="ko-KR" altLang="en-US" sz="1200">
                <a:latin typeface="Noto Sans KR" panose="020B0200000000000000" pitchFamily="50" charset="-127"/>
                <a:ea typeface="Noto Sans KR" panose="020B0200000000000000" pitchFamily="50" charset="-127"/>
              </a:rPr>
              <a:t>변화</a:t>
            </a:r>
            <a:r>
              <a:rPr lang="en-US" altLang="ko-KR" sz="1200">
                <a:latin typeface="Noto Sans KR" panose="020B0200000000000000" pitchFamily="50" charset="-127"/>
                <a:ea typeface="Noto Sans KR" panose="020B0200000000000000" pitchFamily="50" charset="-127"/>
              </a:rPr>
              <a:t>) </a:t>
            </a:r>
            <a:r>
              <a:rPr lang="ko-KR" altLang="en-US" sz="1200">
                <a:latin typeface="Noto Sans KR" panose="020B0200000000000000" pitchFamily="50" charset="-127"/>
                <a:ea typeface="Noto Sans KR" panose="020B0200000000000000" pitchFamily="50" charset="-127"/>
              </a:rPr>
              <a:t>연구</a:t>
            </a:r>
            <a:endParaRPr lang="en-US" altLang="ko-KR" sz="1200">
              <a:latin typeface="Noto Sans KR" panose="020B0200000000000000" pitchFamily="50" charset="-127"/>
              <a:ea typeface="Noto Sans KR" panose="020B0200000000000000" pitchFamily="50" charset="-127"/>
            </a:endParaRPr>
          </a:p>
        </p:txBody>
      </p:sp>
      <p:sp>
        <p:nvSpPr>
          <p:cNvPr id="3" name="TextBox 2">
            <a:extLst>
              <a:ext uri="{FF2B5EF4-FFF2-40B4-BE49-F238E27FC236}">
                <a16:creationId xmlns:a16="http://schemas.microsoft.com/office/drawing/2014/main" id="{6459992C-EF1F-7CD5-B674-74DDD473D1FA}"/>
              </a:ext>
            </a:extLst>
          </p:cNvPr>
          <p:cNvSpPr txBox="1"/>
          <p:nvPr/>
        </p:nvSpPr>
        <p:spPr>
          <a:xfrm>
            <a:off x="136187" y="729574"/>
            <a:ext cx="9523379" cy="338554"/>
          </a:xfrm>
          <a:prstGeom prst="rect">
            <a:avLst/>
          </a:prstGeom>
          <a:noFill/>
        </p:spPr>
        <p:txBody>
          <a:bodyPr wrap="square" rtlCol="0">
            <a:spAutoFit/>
          </a:bodyPr>
          <a:lstStyle/>
          <a:p>
            <a:r>
              <a:rPr lang="ko-KR" altLang="en-US" sz="1600" b="1">
                <a:latin typeface="Noto Sans KR" panose="020B0200000000000000" pitchFamily="50" charset="-127"/>
                <a:ea typeface="Noto Sans KR" panose="020B0200000000000000" pitchFamily="50" charset="-127"/>
              </a:rPr>
              <a:t>핵심목표</a:t>
            </a:r>
            <a:r>
              <a:rPr lang="en-US" altLang="ko-KR" sz="1600" b="1">
                <a:latin typeface="Noto Sans KR" panose="020B0200000000000000" pitchFamily="50" charset="-127"/>
                <a:ea typeface="Noto Sans KR" panose="020B0200000000000000" pitchFamily="50" charset="-127"/>
              </a:rPr>
              <a:t>: Subarray </a:t>
            </a:r>
            <a:r>
              <a:rPr lang="ko-KR" altLang="en-US" sz="1600" b="1">
                <a:latin typeface="Noto Sans KR" panose="020B0200000000000000" pitchFamily="50" charset="-127"/>
                <a:ea typeface="Noto Sans KR" panose="020B0200000000000000" pitchFamily="50" charset="-127"/>
              </a:rPr>
              <a:t>송수신 모듈 개발 및 성능 측정</a:t>
            </a:r>
            <a:endParaRPr lang="en-US" altLang="ko-KR" sz="1600" b="1">
              <a:latin typeface="Noto Sans KR" panose="020B0200000000000000" pitchFamily="50" charset="-127"/>
              <a:ea typeface="Noto Sans KR" panose="020B0200000000000000" pitchFamily="50" charset="-127"/>
            </a:endParaRPr>
          </a:p>
        </p:txBody>
      </p:sp>
      <p:pic>
        <p:nvPicPr>
          <p:cNvPr id="7" name="그림 6">
            <a:extLst>
              <a:ext uri="{FF2B5EF4-FFF2-40B4-BE49-F238E27FC236}">
                <a16:creationId xmlns:a16="http://schemas.microsoft.com/office/drawing/2014/main" id="{705A2C92-097F-EC9C-0E87-C81B632DCD07}"/>
              </a:ext>
            </a:extLst>
          </p:cNvPr>
          <p:cNvPicPr>
            <a:picLocks noChangeAspect="1"/>
          </p:cNvPicPr>
          <p:nvPr/>
        </p:nvPicPr>
        <p:blipFill>
          <a:blip r:embed="rId2"/>
          <a:stretch>
            <a:fillRect/>
          </a:stretch>
        </p:blipFill>
        <p:spPr>
          <a:xfrm>
            <a:off x="294594" y="1942425"/>
            <a:ext cx="3027421" cy="1075611"/>
          </a:xfrm>
          <a:prstGeom prst="rect">
            <a:avLst/>
          </a:prstGeom>
        </p:spPr>
      </p:pic>
      <p:pic>
        <p:nvPicPr>
          <p:cNvPr id="9" name="그림 8">
            <a:extLst>
              <a:ext uri="{FF2B5EF4-FFF2-40B4-BE49-F238E27FC236}">
                <a16:creationId xmlns:a16="http://schemas.microsoft.com/office/drawing/2014/main" id="{99D8E04F-E346-D95C-D8D2-25963E3E7C8E}"/>
              </a:ext>
            </a:extLst>
          </p:cNvPr>
          <p:cNvPicPr>
            <a:picLocks noChangeAspect="1"/>
          </p:cNvPicPr>
          <p:nvPr/>
        </p:nvPicPr>
        <p:blipFill>
          <a:blip r:embed="rId3"/>
          <a:stretch>
            <a:fillRect/>
          </a:stretch>
        </p:blipFill>
        <p:spPr>
          <a:xfrm>
            <a:off x="379306" y="3079274"/>
            <a:ext cx="2741327" cy="699451"/>
          </a:xfrm>
          <a:prstGeom prst="rect">
            <a:avLst/>
          </a:prstGeom>
        </p:spPr>
      </p:pic>
      <p:pic>
        <p:nvPicPr>
          <p:cNvPr id="13" name="그림 12">
            <a:extLst>
              <a:ext uri="{FF2B5EF4-FFF2-40B4-BE49-F238E27FC236}">
                <a16:creationId xmlns:a16="http://schemas.microsoft.com/office/drawing/2014/main" id="{A7298D4A-888A-2262-830E-17361E248DF6}"/>
              </a:ext>
            </a:extLst>
          </p:cNvPr>
          <p:cNvPicPr>
            <a:picLocks noChangeAspect="1"/>
          </p:cNvPicPr>
          <p:nvPr/>
        </p:nvPicPr>
        <p:blipFill>
          <a:blip r:embed="rId4"/>
          <a:stretch>
            <a:fillRect/>
          </a:stretch>
        </p:blipFill>
        <p:spPr>
          <a:xfrm>
            <a:off x="1043199" y="3852994"/>
            <a:ext cx="1413539" cy="1180072"/>
          </a:xfrm>
          <a:prstGeom prst="rect">
            <a:avLst/>
          </a:prstGeom>
        </p:spPr>
      </p:pic>
      <p:pic>
        <p:nvPicPr>
          <p:cNvPr id="17" name="그림 16">
            <a:extLst>
              <a:ext uri="{FF2B5EF4-FFF2-40B4-BE49-F238E27FC236}">
                <a16:creationId xmlns:a16="http://schemas.microsoft.com/office/drawing/2014/main" id="{7E78CC17-1176-E5D0-3DEA-09144C5C3852}"/>
              </a:ext>
            </a:extLst>
          </p:cNvPr>
          <p:cNvPicPr>
            <a:picLocks noChangeAspect="1"/>
          </p:cNvPicPr>
          <p:nvPr/>
        </p:nvPicPr>
        <p:blipFill>
          <a:blip r:embed="rId5"/>
          <a:stretch>
            <a:fillRect/>
          </a:stretch>
        </p:blipFill>
        <p:spPr>
          <a:xfrm>
            <a:off x="3625292" y="1865779"/>
            <a:ext cx="2655416" cy="1787852"/>
          </a:xfrm>
          <a:prstGeom prst="rect">
            <a:avLst/>
          </a:prstGeom>
        </p:spPr>
      </p:pic>
      <p:pic>
        <p:nvPicPr>
          <p:cNvPr id="21" name="그림 20">
            <a:extLst>
              <a:ext uri="{FF2B5EF4-FFF2-40B4-BE49-F238E27FC236}">
                <a16:creationId xmlns:a16="http://schemas.microsoft.com/office/drawing/2014/main" id="{B984B5E4-513A-566F-96F6-CF802CF76F08}"/>
              </a:ext>
            </a:extLst>
          </p:cNvPr>
          <p:cNvPicPr>
            <a:picLocks noChangeAspect="1"/>
          </p:cNvPicPr>
          <p:nvPr/>
        </p:nvPicPr>
        <p:blipFill>
          <a:blip r:embed="rId6"/>
          <a:stretch>
            <a:fillRect/>
          </a:stretch>
        </p:blipFill>
        <p:spPr>
          <a:xfrm>
            <a:off x="3625290" y="3799813"/>
            <a:ext cx="2655415" cy="1075611"/>
          </a:xfrm>
          <a:prstGeom prst="rect">
            <a:avLst/>
          </a:prstGeom>
        </p:spPr>
      </p:pic>
      <p:pic>
        <p:nvPicPr>
          <p:cNvPr id="28" name="그림 27">
            <a:extLst>
              <a:ext uri="{FF2B5EF4-FFF2-40B4-BE49-F238E27FC236}">
                <a16:creationId xmlns:a16="http://schemas.microsoft.com/office/drawing/2014/main" id="{A7E86CC6-44A9-C99F-1C45-07EF077CFA41}"/>
              </a:ext>
            </a:extLst>
          </p:cNvPr>
          <p:cNvPicPr>
            <a:picLocks noChangeAspect="1"/>
          </p:cNvPicPr>
          <p:nvPr/>
        </p:nvPicPr>
        <p:blipFill>
          <a:blip r:embed="rId7"/>
          <a:stretch>
            <a:fillRect/>
          </a:stretch>
        </p:blipFill>
        <p:spPr>
          <a:xfrm>
            <a:off x="6583982" y="2042729"/>
            <a:ext cx="2972215" cy="2838846"/>
          </a:xfrm>
          <a:prstGeom prst="rect">
            <a:avLst/>
          </a:prstGeom>
        </p:spPr>
      </p:pic>
      <p:sp>
        <p:nvSpPr>
          <p:cNvPr id="30" name="직사각형 29">
            <a:extLst>
              <a:ext uri="{FF2B5EF4-FFF2-40B4-BE49-F238E27FC236}">
                <a16:creationId xmlns:a16="http://schemas.microsoft.com/office/drawing/2014/main" id="{8E87BFED-293C-E9FD-1AA6-1960F2200292}"/>
              </a:ext>
            </a:extLst>
          </p:cNvPr>
          <p:cNvSpPr/>
          <p:nvPr/>
        </p:nvSpPr>
        <p:spPr>
          <a:xfrm>
            <a:off x="336984" y="1845695"/>
            <a:ext cx="2957281" cy="117234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9903B336-9619-CA67-9179-94B8FD5A7292}"/>
              </a:ext>
            </a:extLst>
          </p:cNvPr>
          <p:cNvSpPr/>
          <p:nvPr/>
        </p:nvSpPr>
        <p:spPr>
          <a:xfrm>
            <a:off x="336984" y="3049894"/>
            <a:ext cx="2957281" cy="72333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직사각형 31">
            <a:extLst>
              <a:ext uri="{FF2B5EF4-FFF2-40B4-BE49-F238E27FC236}">
                <a16:creationId xmlns:a16="http://schemas.microsoft.com/office/drawing/2014/main" id="{6471354E-73EB-ED19-9A34-FDC56D87DFD0}"/>
              </a:ext>
            </a:extLst>
          </p:cNvPr>
          <p:cNvSpPr/>
          <p:nvPr/>
        </p:nvSpPr>
        <p:spPr>
          <a:xfrm>
            <a:off x="336984" y="3825662"/>
            <a:ext cx="2957281" cy="120740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직사각형 32">
            <a:extLst>
              <a:ext uri="{FF2B5EF4-FFF2-40B4-BE49-F238E27FC236}">
                <a16:creationId xmlns:a16="http://schemas.microsoft.com/office/drawing/2014/main" id="{E6BC0C63-017D-3082-1EE4-3ED7B0309D59}"/>
              </a:ext>
            </a:extLst>
          </p:cNvPr>
          <p:cNvSpPr/>
          <p:nvPr/>
        </p:nvSpPr>
        <p:spPr>
          <a:xfrm>
            <a:off x="3460483" y="3653631"/>
            <a:ext cx="2957281" cy="136934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a:extLst>
              <a:ext uri="{FF2B5EF4-FFF2-40B4-BE49-F238E27FC236}">
                <a16:creationId xmlns:a16="http://schemas.microsoft.com/office/drawing/2014/main" id="{C4A89017-2528-F890-5CA1-F1CE52F250C3}"/>
              </a:ext>
            </a:extLst>
          </p:cNvPr>
          <p:cNvSpPr/>
          <p:nvPr/>
        </p:nvSpPr>
        <p:spPr>
          <a:xfrm>
            <a:off x="6576702" y="2059074"/>
            <a:ext cx="2957281" cy="283884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2306208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A1116-8BF1-2DA7-1023-4F516A727CCA}"/>
            </a:ext>
          </a:extLst>
        </p:cNvPr>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9ABA068C-E2BD-7767-E320-5AD34DE26A3A}"/>
              </a:ext>
            </a:extLst>
          </p:cNvPr>
          <p:cNvSpPr>
            <a:spLocks noGrp="1"/>
          </p:cNvSpPr>
          <p:nvPr>
            <p:ph type="sldNum" sz="quarter" idx="4"/>
          </p:nvPr>
        </p:nvSpPr>
        <p:spPr/>
        <p:txBody>
          <a:bodyPr/>
          <a:lstStyle/>
          <a:p>
            <a:fld id="{E8B113C4-B834-4BEA-901C-8797A7F90894}" type="slidenum">
              <a:rPr lang="ko-KR" altLang="en-US" smtClean="0"/>
              <a:pPr/>
              <a:t>11</a:t>
            </a:fld>
            <a:endParaRPr lang="ko-KR" altLang="en-US"/>
          </a:p>
        </p:txBody>
      </p:sp>
      <p:sp>
        <p:nvSpPr>
          <p:cNvPr id="5" name="제목 3">
            <a:extLst>
              <a:ext uri="{FF2B5EF4-FFF2-40B4-BE49-F238E27FC236}">
                <a16:creationId xmlns:a16="http://schemas.microsoft.com/office/drawing/2014/main" id="{FE8910B8-FA4B-1A3D-9BC1-A9F246C8D383}"/>
              </a:ext>
            </a:extLst>
          </p:cNvPr>
          <p:cNvSpPr>
            <a:spLocks noGrp="1"/>
          </p:cNvSpPr>
          <p:nvPr>
            <p:ph type="ctrTitle"/>
          </p:nvPr>
        </p:nvSpPr>
        <p:spPr>
          <a:xfrm>
            <a:off x="379306" y="111167"/>
            <a:ext cx="9367308" cy="461666"/>
          </a:xfrm>
        </p:spPr>
        <p:txBody>
          <a:bodyPr>
            <a:noAutofit/>
          </a:bodyPr>
          <a:lstStyle/>
          <a:p>
            <a:r>
              <a:rPr lang="en-US" altLang="ko-KR" sz="1800" b="1">
                <a:latin typeface="Noto Sans KR" panose="020B0500000000000000" pitchFamily="34" charset="-127"/>
                <a:ea typeface="Noto Sans KR" panose="020B0500000000000000" pitchFamily="34" charset="-127"/>
              </a:rPr>
              <a:t>4-3.</a:t>
            </a:r>
            <a:r>
              <a:rPr lang="ko-KR" altLang="en-US" sz="1800" b="1">
                <a:latin typeface="Noto Sans KR" panose="020B0500000000000000" pitchFamily="34" charset="-127"/>
                <a:ea typeface="Noto Sans KR" panose="020B0500000000000000" pitchFamily="34" charset="-127"/>
              </a:rPr>
              <a:t> </a:t>
            </a:r>
            <a:r>
              <a:rPr lang="en-US" altLang="ko-KR" sz="1800" b="1">
                <a:latin typeface="Noto Sans KR" panose="020B0500000000000000" pitchFamily="34" charset="-127"/>
                <a:ea typeface="Noto Sans KR" panose="020B0500000000000000" pitchFamily="34" charset="-127"/>
              </a:rPr>
              <a:t>3</a:t>
            </a:r>
            <a:r>
              <a:rPr lang="ko-KR" altLang="en-US" sz="1800" b="1">
                <a:latin typeface="Noto Sans KR" panose="020B0500000000000000" pitchFamily="34" charset="-127"/>
                <a:ea typeface="Noto Sans KR" panose="020B0500000000000000" pitchFamily="34" charset="-127"/>
              </a:rPr>
              <a:t>차년도 연구개발 내용 </a:t>
            </a:r>
            <a:r>
              <a:rPr lang="en-US" altLang="ko-KR" sz="1800" b="1">
                <a:latin typeface="Noto Sans KR" panose="020B0500000000000000" pitchFamily="34" charset="-127"/>
                <a:ea typeface="Noto Sans KR" panose="020B0500000000000000" pitchFamily="34" charset="-127"/>
              </a:rPr>
              <a:t>– </a:t>
            </a:r>
            <a:r>
              <a:rPr lang="ko-KR" altLang="en-US" sz="1800" b="1">
                <a:latin typeface="Noto Sans KR" panose="020B0500000000000000" pitchFamily="34" charset="-127"/>
                <a:ea typeface="Noto Sans KR" panose="020B0500000000000000" pitchFamily="34" charset="-127"/>
              </a:rPr>
              <a:t>㈜두산전자사업 수지</a:t>
            </a:r>
            <a:endParaRPr lang="ko-KR" altLang="en-US" sz="1800" b="1" dirty="0">
              <a:latin typeface="Noto Sans KR" panose="020B0500000000000000" pitchFamily="34" charset="-127"/>
              <a:ea typeface="Noto Sans KR" panose="020B0500000000000000" pitchFamily="34" charset="-127"/>
            </a:endParaRPr>
          </a:p>
        </p:txBody>
      </p:sp>
      <p:graphicFrame>
        <p:nvGraphicFramePr>
          <p:cNvPr id="10" name="표 9">
            <a:extLst>
              <a:ext uri="{FF2B5EF4-FFF2-40B4-BE49-F238E27FC236}">
                <a16:creationId xmlns:a16="http://schemas.microsoft.com/office/drawing/2014/main" id="{5A3D432C-D70B-FC6D-6016-CE4DE87F6B77}"/>
              </a:ext>
            </a:extLst>
          </p:cNvPr>
          <p:cNvGraphicFramePr>
            <a:graphicFrameLocks noGrp="1"/>
          </p:cNvGraphicFramePr>
          <p:nvPr>
            <p:extLst>
              <p:ext uri="{D42A27DB-BD31-4B8C-83A1-F6EECF244321}">
                <p14:modId xmlns:p14="http://schemas.microsoft.com/office/powerpoint/2010/main" val="423176547"/>
              </p:ext>
            </p:extLst>
          </p:nvPr>
        </p:nvGraphicFramePr>
        <p:xfrm>
          <a:off x="269346" y="1227666"/>
          <a:ext cx="9367308" cy="5270160"/>
        </p:xfrm>
        <a:graphic>
          <a:graphicData uri="http://schemas.openxmlformats.org/drawingml/2006/table">
            <a:tbl>
              <a:tblPr bandRow="1">
                <a:tableStyleId>{5C22544A-7EE6-4342-B048-85BDC9FD1C3A}</a:tableStyleId>
              </a:tblPr>
              <a:tblGrid>
                <a:gridCol w="3122436">
                  <a:extLst>
                    <a:ext uri="{9D8B030D-6E8A-4147-A177-3AD203B41FA5}">
                      <a16:colId xmlns:a16="http://schemas.microsoft.com/office/drawing/2014/main" val="1783963196"/>
                    </a:ext>
                  </a:extLst>
                </a:gridCol>
                <a:gridCol w="3122436">
                  <a:extLst>
                    <a:ext uri="{9D8B030D-6E8A-4147-A177-3AD203B41FA5}">
                      <a16:colId xmlns:a16="http://schemas.microsoft.com/office/drawing/2014/main" val="3900016493"/>
                    </a:ext>
                  </a:extLst>
                </a:gridCol>
                <a:gridCol w="3122436">
                  <a:extLst>
                    <a:ext uri="{9D8B030D-6E8A-4147-A177-3AD203B41FA5}">
                      <a16:colId xmlns:a16="http://schemas.microsoft.com/office/drawing/2014/main" val="24642634"/>
                    </a:ext>
                  </a:extLst>
                </a:gridCol>
              </a:tblGrid>
              <a:tr h="370840">
                <a:tc>
                  <a:txBody>
                    <a:bodyPr/>
                    <a:lstStyle/>
                    <a:p>
                      <a:pPr marL="0" marR="0" lvl="0" indent="0" algn="ctr" defTabSz="742950" rtl="0" eaLnBrk="1" fontAlgn="auto" latinLnBrk="1" hangingPunct="1">
                        <a:lnSpc>
                          <a:spcPct val="100000"/>
                        </a:lnSpc>
                        <a:spcBef>
                          <a:spcPts val="0"/>
                        </a:spcBef>
                        <a:spcAft>
                          <a:spcPts val="0"/>
                        </a:spcAft>
                        <a:buClrTx/>
                        <a:buSzTx/>
                        <a:buFontTx/>
                        <a:buNone/>
                        <a:tabLst/>
                        <a:defRPr/>
                      </a:pPr>
                      <a:r>
                        <a:rPr lang="ko-KR" altLang="en-US" sz="1400">
                          <a:latin typeface="Noto Sans KR" panose="020B0200000000000000" pitchFamily="50" charset="-127"/>
                          <a:ea typeface="Noto Sans KR" panose="020B0200000000000000" pitchFamily="50" charset="-127"/>
                        </a:rPr>
                        <a:t>안테나</a:t>
                      </a:r>
                      <a:r>
                        <a:rPr lang="en-US" altLang="ko-KR" sz="1400">
                          <a:latin typeface="Noto Sans KR" panose="020B0200000000000000" pitchFamily="50" charset="-127"/>
                          <a:ea typeface="Noto Sans KR" panose="020B0200000000000000" pitchFamily="50" charset="-127"/>
                        </a:rPr>
                        <a:t>·RF·</a:t>
                      </a:r>
                      <a:r>
                        <a:rPr lang="ko-KR" altLang="en-US" sz="1400">
                          <a:latin typeface="Noto Sans KR" panose="020B0200000000000000" pitchFamily="50" charset="-127"/>
                          <a:ea typeface="Noto Sans KR" panose="020B0200000000000000" pitchFamily="50" charset="-127"/>
                        </a:rPr>
                        <a:t>전원</a:t>
                      </a:r>
                      <a:r>
                        <a:rPr lang="en-US" altLang="ko-KR" sz="1400">
                          <a:latin typeface="Noto Sans KR" panose="020B0200000000000000" pitchFamily="50" charset="-127"/>
                          <a:ea typeface="Noto Sans KR" panose="020B0200000000000000" pitchFamily="50" charset="-127"/>
                        </a:rPr>
                        <a:t>·</a:t>
                      </a:r>
                      <a:r>
                        <a:rPr lang="ko-KR" altLang="en-US" sz="1400">
                          <a:latin typeface="Noto Sans KR" panose="020B0200000000000000" pitchFamily="50" charset="-127"/>
                          <a:ea typeface="Noto Sans KR" panose="020B0200000000000000" pitchFamily="50" charset="-127"/>
                        </a:rPr>
                        <a:t>제어 통합 </a:t>
                      </a:r>
                      <a:r>
                        <a:rPr lang="en-US" altLang="ko-KR" sz="1400">
                          <a:latin typeface="Noto Sans KR" panose="020B0200000000000000" pitchFamily="50" charset="-127"/>
                          <a:ea typeface="Noto Sans KR" panose="020B0200000000000000" pitchFamily="50" charset="-127"/>
                        </a:rPr>
                        <a:t>Unit module </a:t>
                      </a:r>
                      <a:r>
                        <a:rPr lang="ko-KR" altLang="en-US" sz="1400">
                          <a:latin typeface="Noto Sans KR" panose="020B0200000000000000" pitchFamily="50" charset="-127"/>
                          <a:ea typeface="Noto Sans KR" panose="020B0200000000000000" pitchFamily="50" charset="-127"/>
                        </a:rPr>
                        <a:t>확장 설계</a:t>
                      </a:r>
                      <a:endParaRPr lang="en-US" altLang="ko-KR" sz="1400">
                        <a:latin typeface="Noto Sans KR" panose="020B0200000000000000" pitchFamily="50" charset="-127"/>
                        <a:ea typeface="Noto Sans KR" panose="020B0200000000000000" pitchFamily="50" charset="-127"/>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marR="0" lvl="0" indent="0" algn="ctr" defTabSz="742950" rtl="0" eaLnBrk="1" fontAlgn="auto" latinLnBrk="1" hangingPunct="1">
                        <a:lnSpc>
                          <a:spcPct val="100000"/>
                        </a:lnSpc>
                        <a:spcBef>
                          <a:spcPts val="0"/>
                        </a:spcBef>
                        <a:spcAft>
                          <a:spcPts val="0"/>
                        </a:spcAft>
                        <a:buClrTx/>
                        <a:buSzTx/>
                        <a:buFontTx/>
                        <a:buNone/>
                        <a:tabLst/>
                        <a:defRPr/>
                      </a:pPr>
                      <a:r>
                        <a:rPr lang="ko-KR" altLang="en-US" sz="1400">
                          <a:latin typeface="Noto Sans KR" panose="020B0200000000000000" pitchFamily="50" charset="-127"/>
                          <a:ea typeface="Noto Sans KR" panose="020B0200000000000000" pitchFamily="50" charset="-127"/>
                        </a:rPr>
                        <a:t>대규모 적층 </a:t>
                      </a:r>
                      <a:r>
                        <a:rPr lang="en-US" altLang="ko-KR" sz="1400">
                          <a:latin typeface="Noto Sans KR" panose="020B0200000000000000" pitchFamily="50" charset="-127"/>
                          <a:ea typeface="Noto Sans KR" panose="020B0200000000000000" pitchFamily="50" charset="-127"/>
                        </a:rPr>
                        <a:t>PCB</a:t>
                      </a:r>
                      <a:r>
                        <a:rPr lang="ko-KR" altLang="en-US" sz="1400">
                          <a:latin typeface="Noto Sans KR" panose="020B0200000000000000" pitchFamily="50" charset="-127"/>
                          <a:ea typeface="Noto Sans KR" panose="020B0200000000000000" pitchFamily="50" charset="-127"/>
                        </a:rPr>
                        <a:t>의 </a:t>
                      </a:r>
                      <a:r>
                        <a:rPr lang="en-US" altLang="ko-KR" sz="1400">
                          <a:latin typeface="Noto Sans KR" panose="020B0200000000000000" pitchFamily="50" charset="-127"/>
                          <a:ea typeface="Noto Sans KR" panose="020B0200000000000000" pitchFamily="50" charset="-127"/>
                        </a:rPr>
                        <a:t>SI/PI·</a:t>
                      </a:r>
                      <a:r>
                        <a:rPr lang="ko-KR" altLang="en-US" sz="1400">
                          <a:latin typeface="Noto Sans KR" panose="020B0200000000000000" pitchFamily="50" charset="-127"/>
                          <a:ea typeface="Noto Sans KR" panose="020B0200000000000000" pitchFamily="50" charset="-127"/>
                        </a:rPr>
                        <a:t>트랜지션</a:t>
                      </a:r>
                      <a:r>
                        <a:rPr lang="en-US" altLang="ko-KR" sz="1400">
                          <a:latin typeface="Noto Sans KR" panose="020B0200000000000000" pitchFamily="50" charset="-127"/>
                          <a:ea typeface="Noto Sans KR" panose="020B0200000000000000" pitchFamily="50" charset="-127"/>
                        </a:rPr>
                        <a:t>·</a:t>
                      </a:r>
                    </a:p>
                    <a:p>
                      <a:pPr marL="0" marR="0" lvl="0" indent="0" algn="ctr" defTabSz="742950" rtl="0" eaLnBrk="1" fontAlgn="auto" latinLnBrk="1" hangingPunct="1">
                        <a:lnSpc>
                          <a:spcPct val="100000"/>
                        </a:lnSpc>
                        <a:spcBef>
                          <a:spcPts val="0"/>
                        </a:spcBef>
                        <a:spcAft>
                          <a:spcPts val="0"/>
                        </a:spcAft>
                        <a:buClrTx/>
                        <a:buSzTx/>
                        <a:buFontTx/>
                        <a:buNone/>
                        <a:tabLst/>
                        <a:defRPr/>
                      </a:pPr>
                      <a:r>
                        <a:rPr lang="ko-KR" altLang="en-US" sz="1400">
                          <a:latin typeface="Noto Sans KR" panose="020B0200000000000000" pitchFamily="50" charset="-127"/>
                          <a:ea typeface="Noto Sans KR" panose="020B0200000000000000" pitchFamily="50" charset="-127"/>
                        </a:rPr>
                        <a:t>발열 특성 연구</a:t>
                      </a:r>
                      <a:endParaRPr lang="en-US" altLang="ko-KR" sz="1400">
                        <a:latin typeface="Noto Sans KR" panose="020B0200000000000000" pitchFamily="50" charset="-127"/>
                        <a:ea typeface="Noto Sans KR" panose="020B0200000000000000" pitchFamily="50" charset="-127"/>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marR="0" lvl="0" indent="0" algn="ctr" defTabSz="742950" rtl="0" eaLnBrk="1" fontAlgn="auto" latinLnBrk="1" hangingPunct="1">
                        <a:lnSpc>
                          <a:spcPct val="100000"/>
                        </a:lnSpc>
                        <a:spcBef>
                          <a:spcPts val="0"/>
                        </a:spcBef>
                        <a:spcAft>
                          <a:spcPts val="0"/>
                        </a:spcAft>
                        <a:buClrTx/>
                        <a:buSzTx/>
                        <a:buFontTx/>
                        <a:buNone/>
                        <a:tabLst/>
                        <a:defRPr/>
                      </a:pPr>
                      <a:r>
                        <a:rPr lang="ko-KR" altLang="en-US" sz="1400">
                          <a:latin typeface="Noto Sans KR" panose="020B0200000000000000" pitchFamily="50" charset="-127"/>
                          <a:ea typeface="Noto Sans KR" panose="020B0200000000000000" pitchFamily="50" charset="-127"/>
                        </a:rPr>
                        <a:t>다채널 </a:t>
                      </a:r>
                      <a:r>
                        <a:rPr lang="en-US" altLang="ko-KR" sz="1400">
                          <a:latin typeface="Noto Sans KR" panose="020B0200000000000000" pitchFamily="50" charset="-127"/>
                          <a:ea typeface="Noto Sans KR" panose="020B0200000000000000" pitchFamily="50" charset="-127"/>
                        </a:rPr>
                        <a:t>BFIC </a:t>
                      </a:r>
                      <a:r>
                        <a:rPr lang="ko-KR" altLang="en-US" sz="1400">
                          <a:latin typeface="Noto Sans KR" panose="020B0200000000000000" pitchFamily="50" charset="-127"/>
                          <a:ea typeface="Noto Sans KR" panose="020B0200000000000000" pitchFamily="50" charset="-127"/>
                        </a:rPr>
                        <a:t>제어 및 송수신 모듈 성능 분석</a:t>
                      </a:r>
                      <a:r>
                        <a:rPr lang="en-US" altLang="ko-KR" sz="1400">
                          <a:latin typeface="Noto Sans KR" panose="020B0200000000000000" pitchFamily="50" charset="-127"/>
                          <a:ea typeface="Noto Sans KR" panose="020B0200000000000000" pitchFamily="50" charset="-127"/>
                        </a:rPr>
                        <a:t>·</a:t>
                      </a:r>
                      <a:r>
                        <a:rPr lang="ko-KR" altLang="en-US" sz="1400">
                          <a:latin typeface="Noto Sans KR" panose="020B0200000000000000" pitchFamily="50" charset="-127"/>
                          <a:ea typeface="Noto Sans KR" panose="020B0200000000000000" pitchFamily="50" charset="-127"/>
                        </a:rPr>
                        <a:t>검증</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411560133"/>
                  </a:ext>
                </a:extLst>
              </a:tr>
              <a:tr h="4752000">
                <a:tc>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56379331"/>
                  </a:ext>
                </a:extLst>
              </a:tr>
            </a:tbl>
          </a:graphicData>
        </a:graphic>
      </p:graphicFrame>
      <p:sp>
        <p:nvSpPr>
          <p:cNvPr id="25" name="TextBox 24">
            <a:extLst>
              <a:ext uri="{FF2B5EF4-FFF2-40B4-BE49-F238E27FC236}">
                <a16:creationId xmlns:a16="http://schemas.microsoft.com/office/drawing/2014/main" id="{7164467B-679A-5BF3-136D-40D6FE48E0C5}"/>
              </a:ext>
            </a:extLst>
          </p:cNvPr>
          <p:cNvSpPr txBox="1"/>
          <p:nvPr/>
        </p:nvSpPr>
        <p:spPr>
          <a:xfrm>
            <a:off x="329665" y="5112835"/>
            <a:ext cx="2957281" cy="1200329"/>
          </a:xfrm>
          <a:prstGeom prst="rect">
            <a:avLst/>
          </a:prstGeom>
          <a:noFill/>
        </p:spPr>
        <p:txBody>
          <a:bodyPr wrap="square" rtlCol="0">
            <a:spAutoFit/>
          </a:bodyPr>
          <a:lstStyle/>
          <a:p>
            <a:pPr marL="285750" indent="-285750">
              <a:buFont typeface="Arial" panose="020B0604020202020204" pitchFamily="34" charset="0"/>
              <a:buChar char="•"/>
            </a:pPr>
            <a:r>
              <a:rPr lang="en-US" altLang="ko-KR" sz="1200">
                <a:latin typeface="Noto Sans KR" panose="020B0200000000000000" pitchFamily="50" charset="-127"/>
                <a:ea typeface="Noto Sans KR" panose="020B0200000000000000" pitchFamily="50" charset="-127"/>
              </a:rPr>
              <a:t>Subarray</a:t>
            </a:r>
            <a:r>
              <a:rPr lang="ko-KR" altLang="en-US" sz="1200">
                <a:latin typeface="Noto Sans KR" panose="020B0200000000000000" pitchFamily="50" charset="-127"/>
                <a:ea typeface="Noto Sans KR" panose="020B0200000000000000" pitchFamily="50" charset="-127"/>
              </a:rPr>
              <a:t> 기반 배열 확장을 고려한 </a:t>
            </a:r>
            <a:r>
              <a:rPr lang="en-US" altLang="ko-KR" sz="1200">
                <a:latin typeface="Noto Sans KR" panose="020B0200000000000000" pitchFamily="50" charset="-127"/>
                <a:ea typeface="Noto Sans KR" panose="020B0200000000000000" pitchFamily="50" charset="-127"/>
              </a:rPr>
              <a:t>Unit module </a:t>
            </a:r>
            <a:r>
              <a:rPr lang="ko-KR" altLang="en-US" sz="1200">
                <a:latin typeface="Noto Sans KR" panose="020B0200000000000000" pitchFamily="50" charset="-127"/>
                <a:ea typeface="Noto Sans KR" panose="020B0200000000000000" pitchFamily="50" charset="-127"/>
              </a:rPr>
              <a:t>구조 설계</a:t>
            </a:r>
            <a:endParaRPr lang="en-US" altLang="ko-KR" sz="1200">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안테나</a:t>
            </a:r>
            <a:r>
              <a:rPr lang="en-US" altLang="ko-KR" sz="1200">
                <a:latin typeface="Noto Sans KR" panose="020B0200000000000000" pitchFamily="50" charset="-127"/>
                <a:ea typeface="Noto Sans KR" panose="020B0200000000000000" pitchFamily="50" charset="-127"/>
              </a:rPr>
              <a:t>, RF </a:t>
            </a:r>
            <a:r>
              <a:rPr lang="ko-KR" altLang="en-US" sz="1200">
                <a:latin typeface="Noto Sans KR" panose="020B0200000000000000" pitchFamily="50" charset="-127"/>
                <a:ea typeface="Noto Sans KR" panose="020B0200000000000000" pitchFamily="50" charset="-127"/>
              </a:rPr>
              <a:t>모듈</a:t>
            </a:r>
            <a:r>
              <a:rPr lang="en-US" altLang="ko-KR" sz="1200">
                <a:latin typeface="Noto Sans KR" panose="020B0200000000000000" pitchFamily="50" charset="-127"/>
                <a:ea typeface="Noto Sans KR" panose="020B0200000000000000" pitchFamily="50" charset="-127"/>
              </a:rPr>
              <a:t>, </a:t>
            </a:r>
            <a:r>
              <a:rPr lang="ko-KR" altLang="en-US" sz="1200">
                <a:latin typeface="Noto Sans KR" panose="020B0200000000000000" pitchFamily="50" charset="-127"/>
                <a:ea typeface="Noto Sans KR" panose="020B0200000000000000" pitchFamily="50" charset="-127"/>
              </a:rPr>
              <a:t>전원 및 제어 신호 통합 구조 설계</a:t>
            </a:r>
            <a:endParaRPr lang="en-US" altLang="ko-KR" sz="1200">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상위 배열 확장을 위한 타일형 모듈 인터페이스 설계</a:t>
            </a:r>
          </a:p>
        </p:txBody>
      </p:sp>
      <p:sp>
        <p:nvSpPr>
          <p:cNvPr id="26" name="TextBox 25">
            <a:extLst>
              <a:ext uri="{FF2B5EF4-FFF2-40B4-BE49-F238E27FC236}">
                <a16:creationId xmlns:a16="http://schemas.microsoft.com/office/drawing/2014/main" id="{11AB0E8C-7732-CFF0-CE01-CD4A7EB5F6FE}"/>
              </a:ext>
            </a:extLst>
          </p:cNvPr>
          <p:cNvSpPr txBox="1"/>
          <p:nvPr/>
        </p:nvSpPr>
        <p:spPr>
          <a:xfrm>
            <a:off x="3474358" y="5112835"/>
            <a:ext cx="2957281" cy="1200329"/>
          </a:xfrm>
          <a:prstGeom prst="rect">
            <a:avLst/>
          </a:prstGeom>
          <a:noFill/>
        </p:spPr>
        <p:txBody>
          <a:bodyPr wrap="square" rtlCol="0">
            <a:spAutoFit/>
          </a:bodyPr>
          <a:lstStyle/>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다채널 </a:t>
            </a:r>
            <a:r>
              <a:rPr lang="en-US" altLang="ko-KR" sz="1200">
                <a:latin typeface="Noto Sans KR" panose="020B0200000000000000" pitchFamily="50" charset="-127"/>
                <a:ea typeface="Noto Sans KR" panose="020B0200000000000000" pitchFamily="50" charset="-127"/>
              </a:rPr>
              <a:t>RF </a:t>
            </a:r>
            <a:r>
              <a:rPr lang="ko-KR" altLang="en-US" sz="1200">
                <a:latin typeface="Noto Sans KR" panose="020B0200000000000000" pitchFamily="50" charset="-127"/>
                <a:ea typeface="Noto Sans KR" panose="020B0200000000000000" pitchFamily="50" charset="-127"/>
              </a:rPr>
              <a:t>및 고속 신호 전달 환경에서의 </a:t>
            </a:r>
            <a:r>
              <a:rPr lang="en-US" altLang="ko-KR" sz="1200">
                <a:latin typeface="Noto Sans KR" panose="020B0200000000000000" pitchFamily="50" charset="-127"/>
                <a:ea typeface="Noto Sans KR" panose="020B0200000000000000" pitchFamily="50" charset="-127"/>
              </a:rPr>
              <a:t>SI </a:t>
            </a:r>
            <a:r>
              <a:rPr lang="ko-KR" altLang="en-US" sz="1200">
                <a:latin typeface="Noto Sans KR" panose="020B0200000000000000" pitchFamily="50" charset="-127"/>
                <a:ea typeface="Noto Sans KR" panose="020B0200000000000000" pitchFamily="50" charset="-127"/>
              </a:rPr>
              <a:t>설계 인자 분석</a:t>
            </a:r>
            <a:endParaRPr lang="en-US" altLang="ko-KR" sz="1200">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채널 간 간섭 및 반사 특성에 따른 신호 무결성 연구</a:t>
            </a:r>
            <a:endParaRPr lang="en-US" altLang="ko-KR" sz="1200">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대규모 전력 분배 환경에서 전압 강하 및 전류 분포 특성 분석</a:t>
            </a:r>
            <a:endParaRPr lang="en-US" altLang="ko-KR" sz="1200">
              <a:latin typeface="Noto Sans KR" panose="020B0200000000000000" pitchFamily="50" charset="-127"/>
              <a:ea typeface="Noto Sans KR" panose="020B0200000000000000" pitchFamily="50" charset="-127"/>
            </a:endParaRPr>
          </a:p>
        </p:txBody>
      </p:sp>
      <p:sp>
        <p:nvSpPr>
          <p:cNvPr id="27" name="TextBox 26">
            <a:extLst>
              <a:ext uri="{FF2B5EF4-FFF2-40B4-BE49-F238E27FC236}">
                <a16:creationId xmlns:a16="http://schemas.microsoft.com/office/drawing/2014/main" id="{AC60A798-C3B3-81CA-CF0D-549CE497E654}"/>
              </a:ext>
            </a:extLst>
          </p:cNvPr>
          <p:cNvSpPr txBox="1"/>
          <p:nvPr/>
        </p:nvSpPr>
        <p:spPr>
          <a:xfrm>
            <a:off x="6576703" y="5112835"/>
            <a:ext cx="2957281" cy="1200329"/>
          </a:xfrm>
          <a:prstGeom prst="rect">
            <a:avLst/>
          </a:prstGeom>
          <a:noFill/>
        </p:spPr>
        <p:txBody>
          <a:bodyPr wrap="square" rtlCol="0">
            <a:spAutoFit/>
          </a:bodyPr>
          <a:lstStyle/>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다채널 </a:t>
            </a:r>
            <a:r>
              <a:rPr lang="en-US" altLang="ko-KR" sz="1200">
                <a:latin typeface="Noto Sans KR" panose="020B0200000000000000" pitchFamily="50" charset="-127"/>
                <a:ea typeface="Noto Sans KR" panose="020B0200000000000000" pitchFamily="50" charset="-127"/>
              </a:rPr>
              <a:t>BFIC </a:t>
            </a:r>
            <a:r>
              <a:rPr lang="ko-KR" altLang="en-US" sz="1200">
                <a:latin typeface="Noto Sans KR" panose="020B0200000000000000" pitchFamily="50" charset="-127"/>
                <a:ea typeface="Noto Sans KR" panose="020B0200000000000000" pitchFamily="50" charset="-127"/>
              </a:rPr>
              <a:t>제어를 위한 데이터 인터페이스 구조 특성 분석</a:t>
            </a:r>
            <a:endParaRPr lang="en-US" altLang="ko-KR" sz="1200">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송신 출력</a:t>
            </a:r>
            <a:r>
              <a:rPr lang="en-US" altLang="ko-KR" sz="1200">
                <a:latin typeface="Noto Sans KR" panose="020B0200000000000000" pitchFamily="50" charset="-127"/>
                <a:ea typeface="Noto Sans KR" panose="020B0200000000000000" pitchFamily="50" charset="-127"/>
              </a:rPr>
              <a:t>, </a:t>
            </a:r>
            <a:r>
              <a:rPr lang="ko-KR" altLang="en-US" sz="1200">
                <a:latin typeface="Noto Sans KR" panose="020B0200000000000000" pitchFamily="50" charset="-127"/>
                <a:ea typeface="Noto Sans KR" panose="020B0200000000000000" pitchFamily="50" charset="-127"/>
              </a:rPr>
              <a:t>선형성 및 신호 품질 특성 평가</a:t>
            </a:r>
            <a:endParaRPr lang="en-US" altLang="ko-KR" sz="1200">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주파수 응답 및 대역 내 </a:t>
            </a:r>
            <a:r>
              <a:rPr lang="en-US" altLang="ko-KR" sz="1200">
                <a:latin typeface="Noto Sans KR" panose="020B0200000000000000" pitchFamily="50" charset="-127"/>
                <a:ea typeface="Noto Sans KR" panose="020B0200000000000000" pitchFamily="50" charset="-127"/>
              </a:rPr>
              <a:t>Gain flatness </a:t>
            </a:r>
            <a:r>
              <a:rPr lang="ko-KR" altLang="en-US" sz="1200">
                <a:latin typeface="Noto Sans KR" panose="020B0200000000000000" pitchFamily="50" charset="-127"/>
                <a:ea typeface="Noto Sans KR" panose="020B0200000000000000" pitchFamily="50" charset="-127"/>
              </a:rPr>
              <a:t>특성 평가</a:t>
            </a:r>
            <a:endParaRPr lang="en-US" altLang="ko-KR" sz="1200">
              <a:latin typeface="Noto Sans KR" panose="020B0200000000000000" pitchFamily="50" charset="-127"/>
              <a:ea typeface="Noto Sans KR" panose="020B0200000000000000" pitchFamily="50" charset="-127"/>
            </a:endParaRPr>
          </a:p>
        </p:txBody>
      </p:sp>
      <p:sp>
        <p:nvSpPr>
          <p:cNvPr id="3" name="TextBox 2">
            <a:extLst>
              <a:ext uri="{FF2B5EF4-FFF2-40B4-BE49-F238E27FC236}">
                <a16:creationId xmlns:a16="http://schemas.microsoft.com/office/drawing/2014/main" id="{B901E2D0-8EA2-302F-7830-BFA2D3BE6E86}"/>
              </a:ext>
            </a:extLst>
          </p:cNvPr>
          <p:cNvSpPr txBox="1"/>
          <p:nvPr/>
        </p:nvSpPr>
        <p:spPr>
          <a:xfrm>
            <a:off x="136187" y="729574"/>
            <a:ext cx="9523379" cy="338554"/>
          </a:xfrm>
          <a:prstGeom prst="rect">
            <a:avLst/>
          </a:prstGeom>
          <a:noFill/>
        </p:spPr>
        <p:txBody>
          <a:bodyPr wrap="square" rtlCol="0">
            <a:spAutoFit/>
          </a:bodyPr>
          <a:lstStyle/>
          <a:p>
            <a:r>
              <a:rPr lang="ko-KR" altLang="en-US" sz="1600" b="1">
                <a:latin typeface="Noto Sans KR" panose="020B0200000000000000" pitchFamily="50" charset="-127"/>
                <a:ea typeface="Noto Sans KR" panose="020B0200000000000000" pitchFamily="50" charset="-127"/>
              </a:rPr>
              <a:t>핵심목표</a:t>
            </a:r>
            <a:r>
              <a:rPr lang="en-US" altLang="ko-KR" sz="1600" b="1">
                <a:latin typeface="Noto Sans KR" panose="020B0200000000000000" pitchFamily="50" charset="-127"/>
                <a:ea typeface="Noto Sans KR" panose="020B0200000000000000" pitchFamily="50" charset="-127"/>
              </a:rPr>
              <a:t>: 8x8</a:t>
            </a:r>
            <a:r>
              <a:rPr lang="ko-KR" altLang="en-US" sz="1600" b="1">
                <a:latin typeface="Noto Sans KR" panose="020B0200000000000000" pitchFamily="50" charset="-127"/>
                <a:ea typeface="Noto Sans KR" panose="020B0200000000000000" pitchFamily="50" charset="-127"/>
              </a:rPr>
              <a:t> </a:t>
            </a:r>
            <a:r>
              <a:rPr lang="en-US" altLang="ko-KR" sz="1600" b="1">
                <a:latin typeface="Noto Sans KR" panose="020B0200000000000000" pitchFamily="50" charset="-127"/>
                <a:ea typeface="Noto Sans KR" panose="020B0200000000000000" pitchFamily="50" charset="-127"/>
              </a:rPr>
              <a:t>Subarray</a:t>
            </a:r>
            <a:r>
              <a:rPr lang="ko-KR" altLang="en-US" sz="1600" b="1">
                <a:latin typeface="Noto Sans KR" panose="020B0200000000000000" pitchFamily="50" charset="-127"/>
                <a:ea typeface="Noto Sans KR" panose="020B0200000000000000" pitchFamily="50" charset="-127"/>
              </a:rPr>
              <a:t> 기반 </a:t>
            </a:r>
            <a:r>
              <a:rPr lang="en-US" altLang="ko-KR" sz="1600" b="1">
                <a:latin typeface="Noto Sans KR" panose="020B0200000000000000" pitchFamily="50" charset="-127"/>
                <a:ea typeface="Noto Sans KR" panose="020B0200000000000000" pitchFamily="50" charset="-127"/>
              </a:rPr>
              <a:t>Unit module </a:t>
            </a:r>
            <a:r>
              <a:rPr lang="ko-KR" altLang="en-US" sz="1600" b="1">
                <a:latin typeface="Noto Sans KR" panose="020B0200000000000000" pitchFamily="50" charset="-127"/>
                <a:ea typeface="Noto Sans KR" panose="020B0200000000000000" pitchFamily="50" charset="-127"/>
              </a:rPr>
              <a:t>확장 설계</a:t>
            </a:r>
            <a:endParaRPr lang="en-US" altLang="ko-KR" sz="1600" b="1">
              <a:latin typeface="Noto Sans KR" panose="020B0200000000000000" pitchFamily="50" charset="-127"/>
              <a:ea typeface="Noto Sans KR" panose="020B0200000000000000" pitchFamily="50" charset="-127"/>
            </a:endParaRPr>
          </a:p>
        </p:txBody>
      </p:sp>
      <p:pic>
        <p:nvPicPr>
          <p:cNvPr id="7" name="그림 6">
            <a:extLst>
              <a:ext uri="{FF2B5EF4-FFF2-40B4-BE49-F238E27FC236}">
                <a16:creationId xmlns:a16="http://schemas.microsoft.com/office/drawing/2014/main" id="{E0070D6A-35BF-A070-ED1E-88F21C17FAC0}"/>
              </a:ext>
            </a:extLst>
          </p:cNvPr>
          <p:cNvPicPr>
            <a:picLocks noChangeAspect="1"/>
          </p:cNvPicPr>
          <p:nvPr/>
        </p:nvPicPr>
        <p:blipFill>
          <a:blip r:embed="rId2"/>
          <a:stretch>
            <a:fillRect/>
          </a:stretch>
        </p:blipFill>
        <p:spPr>
          <a:xfrm>
            <a:off x="436863" y="2082877"/>
            <a:ext cx="2742883" cy="2692245"/>
          </a:xfrm>
          <a:prstGeom prst="rect">
            <a:avLst/>
          </a:prstGeom>
        </p:spPr>
      </p:pic>
      <p:pic>
        <p:nvPicPr>
          <p:cNvPr id="9" name="그림 8">
            <a:extLst>
              <a:ext uri="{FF2B5EF4-FFF2-40B4-BE49-F238E27FC236}">
                <a16:creationId xmlns:a16="http://schemas.microsoft.com/office/drawing/2014/main" id="{EEAF3BCB-E9C9-34BB-8901-2302096ED10C}"/>
              </a:ext>
            </a:extLst>
          </p:cNvPr>
          <p:cNvPicPr>
            <a:picLocks noChangeAspect="1"/>
          </p:cNvPicPr>
          <p:nvPr/>
        </p:nvPicPr>
        <p:blipFill>
          <a:blip r:embed="rId3"/>
          <a:stretch>
            <a:fillRect/>
          </a:stretch>
        </p:blipFill>
        <p:spPr>
          <a:xfrm>
            <a:off x="3685007" y="1869069"/>
            <a:ext cx="2425737" cy="1477246"/>
          </a:xfrm>
          <a:prstGeom prst="rect">
            <a:avLst/>
          </a:prstGeom>
        </p:spPr>
      </p:pic>
      <p:pic>
        <p:nvPicPr>
          <p:cNvPr id="12" name="그림 11">
            <a:extLst>
              <a:ext uri="{FF2B5EF4-FFF2-40B4-BE49-F238E27FC236}">
                <a16:creationId xmlns:a16="http://schemas.microsoft.com/office/drawing/2014/main" id="{3AE3B4BB-AF15-9849-3F07-A89B024343CD}"/>
              </a:ext>
            </a:extLst>
          </p:cNvPr>
          <p:cNvPicPr>
            <a:picLocks noChangeAspect="1"/>
          </p:cNvPicPr>
          <p:nvPr/>
        </p:nvPicPr>
        <p:blipFill>
          <a:blip r:embed="rId4"/>
          <a:stretch>
            <a:fillRect/>
          </a:stretch>
        </p:blipFill>
        <p:spPr>
          <a:xfrm>
            <a:off x="3765783" y="3346315"/>
            <a:ext cx="2425737" cy="1540595"/>
          </a:xfrm>
          <a:prstGeom prst="rect">
            <a:avLst/>
          </a:prstGeom>
        </p:spPr>
      </p:pic>
      <p:pic>
        <p:nvPicPr>
          <p:cNvPr id="14" name="그림 13">
            <a:extLst>
              <a:ext uri="{FF2B5EF4-FFF2-40B4-BE49-F238E27FC236}">
                <a16:creationId xmlns:a16="http://schemas.microsoft.com/office/drawing/2014/main" id="{306AC4BE-4822-FFE4-E99B-940B695D5A6B}"/>
              </a:ext>
            </a:extLst>
          </p:cNvPr>
          <p:cNvPicPr>
            <a:picLocks noChangeAspect="1"/>
          </p:cNvPicPr>
          <p:nvPr/>
        </p:nvPicPr>
        <p:blipFill>
          <a:blip r:embed="rId5"/>
          <a:stretch>
            <a:fillRect/>
          </a:stretch>
        </p:blipFill>
        <p:spPr>
          <a:xfrm>
            <a:off x="6569863" y="1795238"/>
            <a:ext cx="2970960" cy="1489968"/>
          </a:xfrm>
          <a:prstGeom prst="rect">
            <a:avLst/>
          </a:prstGeom>
        </p:spPr>
      </p:pic>
      <p:pic>
        <p:nvPicPr>
          <p:cNvPr id="16" name="그림 15">
            <a:extLst>
              <a:ext uri="{FF2B5EF4-FFF2-40B4-BE49-F238E27FC236}">
                <a16:creationId xmlns:a16="http://schemas.microsoft.com/office/drawing/2014/main" id="{4A1D8EAE-7975-877B-B5CC-7D536164BFA9}"/>
              </a:ext>
            </a:extLst>
          </p:cNvPr>
          <p:cNvPicPr>
            <a:picLocks noChangeAspect="1"/>
          </p:cNvPicPr>
          <p:nvPr/>
        </p:nvPicPr>
        <p:blipFill>
          <a:blip r:embed="rId6"/>
          <a:stretch>
            <a:fillRect/>
          </a:stretch>
        </p:blipFill>
        <p:spPr>
          <a:xfrm>
            <a:off x="6721664" y="3353917"/>
            <a:ext cx="2667357" cy="1690206"/>
          </a:xfrm>
          <a:prstGeom prst="rect">
            <a:avLst/>
          </a:prstGeom>
        </p:spPr>
      </p:pic>
      <p:sp>
        <p:nvSpPr>
          <p:cNvPr id="18" name="직사각형 17">
            <a:extLst>
              <a:ext uri="{FF2B5EF4-FFF2-40B4-BE49-F238E27FC236}">
                <a16:creationId xmlns:a16="http://schemas.microsoft.com/office/drawing/2014/main" id="{76D2497A-0390-249F-2867-C50C10C63F42}"/>
              </a:ext>
            </a:extLst>
          </p:cNvPr>
          <p:cNvSpPr/>
          <p:nvPr/>
        </p:nvSpPr>
        <p:spPr>
          <a:xfrm>
            <a:off x="379306" y="2040972"/>
            <a:ext cx="2856333" cy="282265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직사각형 18">
            <a:extLst>
              <a:ext uri="{FF2B5EF4-FFF2-40B4-BE49-F238E27FC236}">
                <a16:creationId xmlns:a16="http://schemas.microsoft.com/office/drawing/2014/main" id="{05E5197B-BA7B-B128-FC8B-CF1928CCDBAD}"/>
              </a:ext>
            </a:extLst>
          </p:cNvPr>
          <p:cNvSpPr/>
          <p:nvPr/>
        </p:nvSpPr>
        <p:spPr>
          <a:xfrm>
            <a:off x="3550484" y="1827164"/>
            <a:ext cx="2856333" cy="312613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직사각형 19">
            <a:extLst>
              <a:ext uri="{FF2B5EF4-FFF2-40B4-BE49-F238E27FC236}">
                <a16:creationId xmlns:a16="http://schemas.microsoft.com/office/drawing/2014/main" id="{9412C6EB-57E5-3A56-A09E-A72D1FC44B67}"/>
              </a:ext>
            </a:extLst>
          </p:cNvPr>
          <p:cNvSpPr/>
          <p:nvPr/>
        </p:nvSpPr>
        <p:spPr>
          <a:xfrm>
            <a:off x="6593569" y="1795238"/>
            <a:ext cx="2970960" cy="148996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a:extLst>
              <a:ext uri="{FF2B5EF4-FFF2-40B4-BE49-F238E27FC236}">
                <a16:creationId xmlns:a16="http://schemas.microsoft.com/office/drawing/2014/main" id="{431D4865-8706-26E3-699E-BD34E3652CA6}"/>
              </a:ext>
            </a:extLst>
          </p:cNvPr>
          <p:cNvSpPr/>
          <p:nvPr/>
        </p:nvSpPr>
        <p:spPr>
          <a:xfrm>
            <a:off x="6593569" y="3371628"/>
            <a:ext cx="2970960" cy="167249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1156742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A9B9B-C5AE-057C-5C47-A5A58EBA9A5D}"/>
            </a:ext>
          </a:extLst>
        </p:cNvPr>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5DA35F61-4E92-A030-E666-0F14FCCDF767}"/>
              </a:ext>
            </a:extLst>
          </p:cNvPr>
          <p:cNvSpPr>
            <a:spLocks noGrp="1"/>
          </p:cNvSpPr>
          <p:nvPr>
            <p:ph type="sldNum" sz="quarter" idx="4"/>
          </p:nvPr>
        </p:nvSpPr>
        <p:spPr/>
        <p:txBody>
          <a:bodyPr/>
          <a:lstStyle/>
          <a:p>
            <a:fld id="{E8B113C4-B834-4BEA-901C-8797A7F90894}" type="slidenum">
              <a:rPr lang="ko-KR" altLang="en-US" smtClean="0"/>
              <a:pPr/>
              <a:t>12</a:t>
            </a:fld>
            <a:endParaRPr lang="ko-KR" altLang="en-US"/>
          </a:p>
        </p:txBody>
      </p:sp>
      <p:sp>
        <p:nvSpPr>
          <p:cNvPr id="5" name="제목 3">
            <a:extLst>
              <a:ext uri="{FF2B5EF4-FFF2-40B4-BE49-F238E27FC236}">
                <a16:creationId xmlns:a16="http://schemas.microsoft.com/office/drawing/2014/main" id="{004E7E2B-B26C-367E-5EF1-C8BFA4631346}"/>
              </a:ext>
            </a:extLst>
          </p:cNvPr>
          <p:cNvSpPr>
            <a:spLocks noGrp="1"/>
          </p:cNvSpPr>
          <p:nvPr>
            <p:ph type="ctrTitle"/>
          </p:nvPr>
        </p:nvSpPr>
        <p:spPr>
          <a:xfrm>
            <a:off x="379306" y="111167"/>
            <a:ext cx="9367308" cy="461666"/>
          </a:xfrm>
        </p:spPr>
        <p:txBody>
          <a:bodyPr>
            <a:noAutofit/>
          </a:bodyPr>
          <a:lstStyle/>
          <a:p>
            <a:r>
              <a:rPr lang="en-US" altLang="ko-KR" sz="1800" b="1">
                <a:latin typeface="Noto Sans KR" panose="020B0500000000000000" pitchFamily="34" charset="-127"/>
                <a:ea typeface="Noto Sans KR" panose="020B0500000000000000" pitchFamily="34" charset="-127"/>
              </a:rPr>
              <a:t>4-4.</a:t>
            </a:r>
            <a:r>
              <a:rPr lang="ko-KR" altLang="en-US" sz="1800" b="1">
                <a:latin typeface="Noto Sans KR" panose="020B0500000000000000" pitchFamily="34" charset="-127"/>
                <a:ea typeface="Noto Sans KR" panose="020B0500000000000000" pitchFamily="34" charset="-127"/>
              </a:rPr>
              <a:t> </a:t>
            </a:r>
            <a:r>
              <a:rPr lang="en-US" altLang="ko-KR" sz="1800" b="1">
                <a:latin typeface="Noto Sans KR" panose="020B0500000000000000" pitchFamily="34" charset="-127"/>
                <a:ea typeface="Noto Sans KR" panose="020B0500000000000000" pitchFamily="34" charset="-127"/>
              </a:rPr>
              <a:t>4</a:t>
            </a:r>
            <a:r>
              <a:rPr lang="ko-KR" altLang="en-US" sz="1800" b="1">
                <a:latin typeface="Noto Sans KR" panose="020B0500000000000000" pitchFamily="34" charset="-127"/>
                <a:ea typeface="Noto Sans KR" panose="020B0500000000000000" pitchFamily="34" charset="-127"/>
              </a:rPr>
              <a:t>차년도 연구개발 내용 </a:t>
            </a:r>
            <a:r>
              <a:rPr lang="en-US" altLang="ko-KR" sz="1800" b="1">
                <a:latin typeface="Noto Sans KR" panose="020B0500000000000000" pitchFamily="34" charset="-127"/>
                <a:ea typeface="Noto Sans KR" panose="020B0500000000000000" pitchFamily="34" charset="-127"/>
              </a:rPr>
              <a:t>– </a:t>
            </a:r>
            <a:r>
              <a:rPr lang="ko-KR" altLang="en-US" sz="1800" b="1">
                <a:latin typeface="Noto Sans KR" panose="020B0500000000000000" pitchFamily="34" charset="-127"/>
                <a:ea typeface="Noto Sans KR" panose="020B0500000000000000" pitchFamily="34" charset="-127"/>
              </a:rPr>
              <a:t>㈜두산전자사업 수지</a:t>
            </a:r>
            <a:endParaRPr lang="ko-KR" altLang="en-US" sz="1800" b="1" dirty="0">
              <a:latin typeface="Noto Sans KR" panose="020B0500000000000000" pitchFamily="34" charset="-127"/>
              <a:ea typeface="Noto Sans KR" panose="020B0500000000000000" pitchFamily="34" charset="-127"/>
            </a:endParaRPr>
          </a:p>
        </p:txBody>
      </p:sp>
      <p:graphicFrame>
        <p:nvGraphicFramePr>
          <p:cNvPr id="10" name="표 9">
            <a:extLst>
              <a:ext uri="{FF2B5EF4-FFF2-40B4-BE49-F238E27FC236}">
                <a16:creationId xmlns:a16="http://schemas.microsoft.com/office/drawing/2014/main" id="{8D8CA6BA-5B83-6644-AACC-2AD46FE5B003}"/>
              </a:ext>
            </a:extLst>
          </p:cNvPr>
          <p:cNvGraphicFramePr>
            <a:graphicFrameLocks noGrp="1"/>
          </p:cNvGraphicFramePr>
          <p:nvPr>
            <p:extLst>
              <p:ext uri="{D42A27DB-BD31-4B8C-83A1-F6EECF244321}">
                <p14:modId xmlns:p14="http://schemas.microsoft.com/office/powerpoint/2010/main" val="875547772"/>
              </p:ext>
            </p:extLst>
          </p:nvPr>
        </p:nvGraphicFramePr>
        <p:xfrm>
          <a:off x="269346" y="1227666"/>
          <a:ext cx="9367308" cy="5270160"/>
        </p:xfrm>
        <a:graphic>
          <a:graphicData uri="http://schemas.openxmlformats.org/drawingml/2006/table">
            <a:tbl>
              <a:tblPr bandRow="1">
                <a:tableStyleId>{5C22544A-7EE6-4342-B048-85BDC9FD1C3A}</a:tableStyleId>
              </a:tblPr>
              <a:tblGrid>
                <a:gridCol w="3122436">
                  <a:extLst>
                    <a:ext uri="{9D8B030D-6E8A-4147-A177-3AD203B41FA5}">
                      <a16:colId xmlns:a16="http://schemas.microsoft.com/office/drawing/2014/main" val="1783963196"/>
                    </a:ext>
                  </a:extLst>
                </a:gridCol>
                <a:gridCol w="3122436">
                  <a:extLst>
                    <a:ext uri="{9D8B030D-6E8A-4147-A177-3AD203B41FA5}">
                      <a16:colId xmlns:a16="http://schemas.microsoft.com/office/drawing/2014/main" val="3900016493"/>
                    </a:ext>
                  </a:extLst>
                </a:gridCol>
                <a:gridCol w="3122436">
                  <a:extLst>
                    <a:ext uri="{9D8B030D-6E8A-4147-A177-3AD203B41FA5}">
                      <a16:colId xmlns:a16="http://schemas.microsoft.com/office/drawing/2014/main" val="24642634"/>
                    </a:ext>
                  </a:extLst>
                </a:gridCol>
              </a:tblGrid>
              <a:tr h="370840">
                <a:tc>
                  <a:txBody>
                    <a:bodyPr/>
                    <a:lstStyle/>
                    <a:p>
                      <a:pPr marL="0" marR="0" lvl="0" indent="0" algn="ctr" defTabSz="742950" rtl="0" eaLnBrk="1" fontAlgn="auto" latinLnBrk="1" hangingPunct="1">
                        <a:lnSpc>
                          <a:spcPct val="100000"/>
                        </a:lnSpc>
                        <a:spcBef>
                          <a:spcPts val="0"/>
                        </a:spcBef>
                        <a:spcAft>
                          <a:spcPts val="0"/>
                        </a:spcAft>
                        <a:buClrTx/>
                        <a:buSzTx/>
                        <a:buFontTx/>
                        <a:buNone/>
                        <a:tabLst/>
                        <a:defRPr/>
                      </a:pPr>
                      <a:r>
                        <a:rPr lang="en-US" altLang="ko-KR" sz="1400">
                          <a:latin typeface="Noto Sans KR" panose="020B0200000000000000" pitchFamily="50" charset="-127"/>
                          <a:ea typeface="Noto Sans KR" panose="020B0200000000000000" pitchFamily="50" charset="-127"/>
                        </a:rPr>
                        <a:t>N x Module </a:t>
                      </a:r>
                      <a:r>
                        <a:rPr lang="ko-KR" altLang="en-US" sz="1400">
                          <a:latin typeface="Noto Sans KR" panose="020B0200000000000000" pitchFamily="50" charset="-127"/>
                          <a:ea typeface="Noto Sans KR" panose="020B0200000000000000" pitchFamily="50" charset="-127"/>
                        </a:rPr>
                        <a:t>상호결합</a:t>
                      </a:r>
                      <a:r>
                        <a:rPr lang="en-US" altLang="ko-KR" sz="1400">
                          <a:latin typeface="Noto Sans KR" panose="020B0200000000000000" pitchFamily="50" charset="-127"/>
                          <a:ea typeface="Noto Sans KR" panose="020B0200000000000000" pitchFamily="50" charset="-127"/>
                        </a:rPr>
                        <a:t>·</a:t>
                      </a:r>
                      <a:r>
                        <a:rPr lang="ko-KR" altLang="en-US" sz="1400">
                          <a:latin typeface="Noto Sans KR" panose="020B0200000000000000" pitchFamily="50" charset="-127"/>
                          <a:ea typeface="Noto Sans KR" panose="020B0200000000000000" pitchFamily="50" charset="-127"/>
                        </a:rPr>
                        <a:t>송수신 격리</a:t>
                      </a:r>
                      <a:endParaRPr lang="en-US" altLang="ko-KR" sz="1400">
                        <a:latin typeface="Noto Sans KR" panose="020B0200000000000000" pitchFamily="50" charset="-127"/>
                        <a:ea typeface="Noto Sans KR" panose="020B0200000000000000" pitchFamily="50" charset="-127"/>
                      </a:endParaRPr>
                    </a:p>
                    <a:p>
                      <a:pPr marL="0" marR="0" lvl="0" indent="0" algn="ctr" defTabSz="742950" rtl="0" eaLnBrk="1" fontAlgn="auto" latinLnBrk="1" hangingPunct="1">
                        <a:lnSpc>
                          <a:spcPct val="100000"/>
                        </a:lnSpc>
                        <a:spcBef>
                          <a:spcPts val="0"/>
                        </a:spcBef>
                        <a:spcAft>
                          <a:spcPts val="0"/>
                        </a:spcAft>
                        <a:buClrTx/>
                        <a:buSzTx/>
                        <a:buFontTx/>
                        <a:buNone/>
                        <a:tabLst/>
                        <a:defRPr/>
                      </a:pPr>
                      <a:r>
                        <a:rPr lang="ko-KR" altLang="en-US" sz="1400">
                          <a:latin typeface="Noto Sans KR" panose="020B0200000000000000" pitchFamily="50" charset="-127"/>
                          <a:ea typeface="Noto Sans KR" panose="020B0200000000000000" pitchFamily="50" charset="-127"/>
                        </a:rPr>
                        <a:t>개선 및 방열구조 적용</a:t>
                      </a:r>
                      <a:endParaRPr lang="en-US" altLang="ko-KR" sz="1400">
                        <a:latin typeface="Noto Sans KR" panose="020B0200000000000000" pitchFamily="50" charset="-127"/>
                        <a:ea typeface="Noto Sans KR" panose="020B0200000000000000" pitchFamily="50" charset="-127"/>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marR="0" lvl="0" indent="0" algn="ctr" defTabSz="742950" rtl="0" eaLnBrk="1" fontAlgn="auto" latinLnBrk="1" hangingPunct="1">
                        <a:lnSpc>
                          <a:spcPct val="100000"/>
                        </a:lnSpc>
                        <a:spcBef>
                          <a:spcPts val="0"/>
                        </a:spcBef>
                        <a:spcAft>
                          <a:spcPts val="0"/>
                        </a:spcAft>
                        <a:buClrTx/>
                        <a:buSzTx/>
                        <a:buFontTx/>
                        <a:buNone/>
                        <a:tabLst/>
                        <a:defRPr/>
                      </a:pPr>
                      <a:r>
                        <a:rPr lang="ko-KR" altLang="en-US" sz="1400">
                          <a:latin typeface="Noto Sans KR" panose="020B0200000000000000" pitchFamily="50" charset="-127"/>
                          <a:ea typeface="Noto Sans KR" panose="020B0200000000000000" pitchFamily="50" charset="-127"/>
                        </a:rPr>
                        <a:t>다채널 동기화</a:t>
                      </a:r>
                      <a:r>
                        <a:rPr lang="en-US" altLang="ko-KR" sz="1400">
                          <a:latin typeface="Noto Sans KR" panose="020B0200000000000000" pitchFamily="50" charset="-127"/>
                          <a:ea typeface="Noto Sans KR" panose="020B0200000000000000" pitchFamily="50" charset="-127"/>
                        </a:rPr>
                        <a:t>·</a:t>
                      </a:r>
                      <a:r>
                        <a:rPr lang="ko-KR" altLang="en-US" sz="1400">
                          <a:latin typeface="Noto Sans KR" panose="020B0200000000000000" pitchFamily="50" charset="-127"/>
                          <a:ea typeface="Noto Sans KR" panose="020B0200000000000000" pitchFamily="50" charset="-127"/>
                        </a:rPr>
                        <a:t>위상</a:t>
                      </a:r>
                      <a:r>
                        <a:rPr lang="en-US" altLang="ko-KR" sz="1400">
                          <a:latin typeface="Noto Sans KR" panose="020B0200000000000000" pitchFamily="50" charset="-127"/>
                          <a:ea typeface="Noto Sans KR" panose="020B0200000000000000" pitchFamily="50" charset="-127"/>
                        </a:rPr>
                        <a:t>/</a:t>
                      </a:r>
                      <a:r>
                        <a:rPr lang="ko-KR" altLang="en-US" sz="1400">
                          <a:latin typeface="Noto Sans KR" panose="020B0200000000000000" pitchFamily="50" charset="-127"/>
                          <a:ea typeface="Noto Sans KR" panose="020B0200000000000000" pitchFamily="50" charset="-127"/>
                        </a:rPr>
                        <a:t>진폭 정합</a:t>
                      </a:r>
                      <a:endParaRPr lang="en-US" altLang="ko-KR" sz="1400">
                        <a:latin typeface="Noto Sans KR" panose="020B0200000000000000" pitchFamily="50" charset="-127"/>
                        <a:ea typeface="Noto Sans KR" panose="020B0200000000000000" pitchFamily="50" charset="-127"/>
                      </a:endParaRPr>
                    </a:p>
                    <a:p>
                      <a:pPr marL="0" marR="0" lvl="0" indent="0" algn="ctr" defTabSz="742950" rtl="0" eaLnBrk="1" fontAlgn="auto" latinLnBrk="1" hangingPunct="1">
                        <a:lnSpc>
                          <a:spcPct val="100000"/>
                        </a:lnSpc>
                        <a:spcBef>
                          <a:spcPts val="0"/>
                        </a:spcBef>
                        <a:spcAft>
                          <a:spcPts val="0"/>
                        </a:spcAft>
                        <a:buClrTx/>
                        <a:buSzTx/>
                        <a:buFontTx/>
                        <a:buNone/>
                        <a:tabLst/>
                        <a:defRPr/>
                      </a:pPr>
                      <a:r>
                        <a:rPr lang="ko-KR" altLang="en-US" sz="1400">
                          <a:latin typeface="Noto Sans KR" panose="020B0200000000000000" pitchFamily="50" charset="-127"/>
                          <a:ea typeface="Noto Sans KR" panose="020B0200000000000000" pitchFamily="50" charset="-127"/>
                        </a:rPr>
                        <a:t>안정화 기술 개발</a:t>
                      </a:r>
                      <a:endParaRPr lang="en-US" altLang="ko-KR" sz="1400">
                        <a:latin typeface="Noto Sans KR" panose="020B0200000000000000" pitchFamily="50" charset="-127"/>
                        <a:ea typeface="Noto Sans KR" panose="020B0200000000000000" pitchFamily="50" charset="-127"/>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marR="0" lvl="0" indent="0" algn="ctr" defTabSz="742950" rtl="0" eaLnBrk="1" fontAlgn="auto" latinLnBrk="1" hangingPunct="1">
                        <a:lnSpc>
                          <a:spcPct val="100000"/>
                        </a:lnSpc>
                        <a:spcBef>
                          <a:spcPts val="0"/>
                        </a:spcBef>
                        <a:spcAft>
                          <a:spcPts val="0"/>
                        </a:spcAft>
                        <a:buClrTx/>
                        <a:buSzTx/>
                        <a:buFontTx/>
                        <a:buNone/>
                        <a:tabLst/>
                        <a:defRPr/>
                      </a:pPr>
                      <a:r>
                        <a:rPr lang="ko-KR" altLang="en-US" sz="1400">
                          <a:latin typeface="Noto Sans KR" panose="020B0200000000000000" pitchFamily="50" charset="-127"/>
                          <a:ea typeface="Noto Sans KR" panose="020B0200000000000000" pitchFamily="50" charset="-127"/>
                        </a:rPr>
                        <a:t>전력</a:t>
                      </a:r>
                      <a:r>
                        <a:rPr lang="en-US" altLang="ko-KR" sz="1400">
                          <a:latin typeface="Noto Sans KR" panose="020B0200000000000000" pitchFamily="50" charset="-127"/>
                          <a:ea typeface="Noto Sans KR" panose="020B0200000000000000" pitchFamily="50" charset="-127"/>
                        </a:rPr>
                        <a:t>·</a:t>
                      </a:r>
                      <a:r>
                        <a:rPr lang="ko-KR" altLang="en-US" sz="1400">
                          <a:latin typeface="Noto Sans KR" panose="020B0200000000000000" pitchFamily="50" charset="-127"/>
                          <a:ea typeface="Noto Sans KR" panose="020B0200000000000000" pitchFamily="50" charset="-127"/>
                        </a:rPr>
                        <a:t>열 안정성 및 양상성</a:t>
                      </a:r>
                      <a:r>
                        <a:rPr lang="en-US" altLang="ko-KR" sz="1400">
                          <a:latin typeface="Noto Sans KR" panose="020B0200000000000000" pitchFamily="50" charset="-127"/>
                          <a:ea typeface="Noto Sans KR" panose="020B0200000000000000" pitchFamily="50" charset="-127"/>
                        </a:rPr>
                        <a:t>·</a:t>
                      </a:r>
                    </a:p>
                    <a:p>
                      <a:pPr marL="0" marR="0" lvl="0" indent="0" algn="ctr" defTabSz="742950" rtl="0" eaLnBrk="1" fontAlgn="auto" latinLnBrk="1" hangingPunct="1">
                        <a:lnSpc>
                          <a:spcPct val="100000"/>
                        </a:lnSpc>
                        <a:spcBef>
                          <a:spcPts val="0"/>
                        </a:spcBef>
                        <a:spcAft>
                          <a:spcPts val="0"/>
                        </a:spcAft>
                        <a:buClrTx/>
                        <a:buSzTx/>
                        <a:buFontTx/>
                        <a:buNone/>
                        <a:tabLst/>
                        <a:defRPr/>
                      </a:pPr>
                      <a:r>
                        <a:rPr lang="ko-KR" altLang="en-US" sz="1400">
                          <a:latin typeface="Noto Sans KR" panose="020B0200000000000000" pitchFamily="50" charset="-127"/>
                          <a:ea typeface="Noto Sans KR" panose="020B0200000000000000" pitchFamily="50" charset="-127"/>
                        </a:rPr>
                        <a:t>신뢰성 확보 연구</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411560133"/>
                  </a:ext>
                </a:extLst>
              </a:tr>
              <a:tr h="4752000">
                <a:tc>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56379331"/>
                  </a:ext>
                </a:extLst>
              </a:tr>
            </a:tbl>
          </a:graphicData>
        </a:graphic>
      </p:graphicFrame>
      <p:sp>
        <p:nvSpPr>
          <p:cNvPr id="25" name="TextBox 24">
            <a:extLst>
              <a:ext uri="{FF2B5EF4-FFF2-40B4-BE49-F238E27FC236}">
                <a16:creationId xmlns:a16="http://schemas.microsoft.com/office/drawing/2014/main" id="{D48B62BB-BD3A-13A6-E566-9EFB8DE8D424}"/>
              </a:ext>
            </a:extLst>
          </p:cNvPr>
          <p:cNvSpPr txBox="1"/>
          <p:nvPr/>
        </p:nvSpPr>
        <p:spPr>
          <a:xfrm>
            <a:off x="329665" y="5112835"/>
            <a:ext cx="2957281" cy="1200329"/>
          </a:xfrm>
          <a:prstGeom prst="rect">
            <a:avLst/>
          </a:prstGeom>
          <a:noFill/>
        </p:spPr>
        <p:txBody>
          <a:bodyPr wrap="square" rtlCol="0">
            <a:spAutoFit/>
          </a:bodyPr>
          <a:lstStyle/>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개구면 내 다수 소자 간 전자기적 결합 매커니즘 분석 및 모델링 연구</a:t>
            </a:r>
            <a:endParaRPr lang="en-US" altLang="ko-KR" sz="1200">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안테나 간 상호 결합 증가에 따른 빔 왜곡 및 방사 특성 변화 연구</a:t>
            </a:r>
            <a:endParaRPr lang="en-US" altLang="ko-KR" sz="1200">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배열 확장에 따른 간섭 증가 및 성능 저하 요인 분석</a:t>
            </a:r>
          </a:p>
        </p:txBody>
      </p:sp>
      <p:sp>
        <p:nvSpPr>
          <p:cNvPr id="26" name="TextBox 25">
            <a:extLst>
              <a:ext uri="{FF2B5EF4-FFF2-40B4-BE49-F238E27FC236}">
                <a16:creationId xmlns:a16="http://schemas.microsoft.com/office/drawing/2014/main" id="{A5586D50-28CF-59CE-0DD0-15B82384EE0F}"/>
              </a:ext>
            </a:extLst>
          </p:cNvPr>
          <p:cNvSpPr txBox="1"/>
          <p:nvPr/>
        </p:nvSpPr>
        <p:spPr>
          <a:xfrm>
            <a:off x="3474358" y="5112835"/>
            <a:ext cx="2957281" cy="1015663"/>
          </a:xfrm>
          <a:prstGeom prst="rect">
            <a:avLst/>
          </a:prstGeom>
          <a:noFill/>
        </p:spPr>
        <p:txBody>
          <a:bodyPr wrap="square" rtlCol="0">
            <a:spAutoFit/>
          </a:bodyPr>
          <a:lstStyle/>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다수 </a:t>
            </a:r>
            <a:r>
              <a:rPr lang="en-US" altLang="ko-KR" sz="1200">
                <a:latin typeface="Noto Sans KR" panose="020B0200000000000000" pitchFamily="50" charset="-127"/>
                <a:ea typeface="Noto Sans KR" panose="020B0200000000000000" pitchFamily="50" charset="-127"/>
              </a:rPr>
              <a:t>BFIC </a:t>
            </a:r>
            <a:r>
              <a:rPr lang="ko-KR" altLang="en-US" sz="1200">
                <a:latin typeface="Noto Sans KR" panose="020B0200000000000000" pitchFamily="50" charset="-127"/>
                <a:ea typeface="Noto Sans KR" panose="020B0200000000000000" pitchFamily="50" charset="-127"/>
              </a:rPr>
              <a:t>간 분산 동기화 구조의 동작 원리 연구</a:t>
            </a:r>
            <a:endParaRPr lang="en-US" altLang="ko-KR" sz="1200">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채널 간 위상 및 진폭 정합 오차 발생 요인 분석</a:t>
            </a:r>
            <a:endParaRPr lang="en-US" altLang="ko-KR" sz="1200">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endParaRPr lang="en-US" altLang="ko-KR" sz="1200">
              <a:latin typeface="Noto Sans KR" panose="020B0200000000000000" pitchFamily="50" charset="-127"/>
              <a:ea typeface="Noto Sans KR" panose="020B0200000000000000" pitchFamily="50" charset="-127"/>
            </a:endParaRPr>
          </a:p>
        </p:txBody>
      </p:sp>
      <p:sp>
        <p:nvSpPr>
          <p:cNvPr id="27" name="TextBox 26">
            <a:extLst>
              <a:ext uri="{FF2B5EF4-FFF2-40B4-BE49-F238E27FC236}">
                <a16:creationId xmlns:a16="http://schemas.microsoft.com/office/drawing/2014/main" id="{636DE266-6A38-E4D4-741C-81F23F7E2D86}"/>
              </a:ext>
            </a:extLst>
          </p:cNvPr>
          <p:cNvSpPr txBox="1"/>
          <p:nvPr/>
        </p:nvSpPr>
        <p:spPr>
          <a:xfrm>
            <a:off x="6576703" y="5112835"/>
            <a:ext cx="2957281" cy="1015663"/>
          </a:xfrm>
          <a:prstGeom prst="rect">
            <a:avLst/>
          </a:prstGeom>
          <a:noFill/>
        </p:spPr>
        <p:txBody>
          <a:bodyPr wrap="square" rtlCol="0">
            <a:spAutoFit/>
          </a:bodyPr>
          <a:lstStyle/>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열 분포 변화에 따른 </a:t>
            </a:r>
            <a:r>
              <a:rPr lang="en-US" altLang="ko-KR" sz="1200">
                <a:latin typeface="Noto Sans KR" panose="020B0200000000000000" pitchFamily="50" charset="-127"/>
                <a:ea typeface="Noto Sans KR" panose="020B0200000000000000" pitchFamily="50" charset="-127"/>
              </a:rPr>
              <a:t>RF </a:t>
            </a:r>
            <a:r>
              <a:rPr lang="ko-KR" altLang="en-US" sz="1200">
                <a:latin typeface="Noto Sans KR" panose="020B0200000000000000" pitchFamily="50" charset="-127"/>
                <a:ea typeface="Noto Sans KR" panose="020B0200000000000000" pitchFamily="50" charset="-127"/>
              </a:rPr>
              <a:t>성능 영향 분석</a:t>
            </a:r>
            <a:endParaRPr lang="en-US" altLang="ko-KR" sz="1200">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고출력 동작 시 열 집중 및 </a:t>
            </a:r>
            <a:r>
              <a:rPr lang="en-US" altLang="ko-KR" sz="1200">
                <a:latin typeface="Noto Sans KR" panose="020B0200000000000000" pitchFamily="50" charset="-127"/>
                <a:ea typeface="Noto Sans KR" panose="020B0200000000000000" pitchFamily="50" charset="-127"/>
              </a:rPr>
              <a:t>thermal instability </a:t>
            </a:r>
            <a:r>
              <a:rPr lang="ko-KR" altLang="en-US" sz="1200">
                <a:latin typeface="Noto Sans KR" panose="020B0200000000000000" pitchFamily="50" charset="-127"/>
                <a:ea typeface="Noto Sans KR" panose="020B0200000000000000" pitchFamily="50" charset="-127"/>
              </a:rPr>
              <a:t>발생 가능성 분석</a:t>
            </a:r>
            <a:endParaRPr lang="en-US" altLang="ko-KR" sz="1200">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공정 편차 및 조립 오차가 성능에 미치는 영향 분석</a:t>
            </a:r>
            <a:endParaRPr lang="en-US" altLang="ko-KR" sz="1200">
              <a:latin typeface="Noto Sans KR" panose="020B0200000000000000" pitchFamily="50" charset="-127"/>
              <a:ea typeface="Noto Sans KR" panose="020B0200000000000000" pitchFamily="50" charset="-127"/>
            </a:endParaRPr>
          </a:p>
        </p:txBody>
      </p:sp>
      <p:sp>
        <p:nvSpPr>
          <p:cNvPr id="3" name="TextBox 2">
            <a:extLst>
              <a:ext uri="{FF2B5EF4-FFF2-40B4-BE49-F238E27FC236}">
                <a16:creationId xmlns:a16="http://schemas.microsoft.com/office/drawing/2014/main" id="{0A8B58D0-B816-08A5-C6DA-D6B3C7BED9EF}"/>
              </a:ext>
            </a:extLst>
          </p:cNvPr>
          <p:cNvSpPr txBox="1"/>
          <p:nvPr/>
        </p:nvSpPr>
        <p:spPr>
          <a:xfrm>
            <a:off x="136187" y="729574"/>
            <a:ext cx="9523379" cy="338554"/>
          </a:xfrm>
          <a:prstGeom prst="rect">
            <a:avLst/>
          </a:prstGeom>
          <a:noFill/>
        </p:spPr>
        <p:txBody>
          <a:bodyPr wrap="square" rtlCol="0">
            <a:spAutoFit/>
          </a:bodyPr>
          <a:lstStyle/>
          <a:p>
            <a:r>
              <a:rPr lang="ko-KR" altLang="en-US" sz="1600" b="1">
                <a:latin typeface="Noto Sans KR" panose="020B0200000000000000" pitchFamily="50" charset="-127"/>
                <a:ea typeface="Noto Sans KR" panose="020B0200000000000000" pitchFamily="50" charset="-127"/>
              </a:rPr>
              <a:t>핵심목표</a:t>
            </a:r>
            <a:r>
              <a:rPr lang="en-US" altLang="ko-KR" sz="1600" b="1">
                <a:latin typeface="Noto Sans KR" panose="020B0200000000000000" pitchFamily="50" charset="-127"/>
                <a:ea typeface="Noto Sans KR" panose="020B0200000000000000" pitchFamily="50" charset="-127"/>
              </a:rPr>
              <a:t>: N x Unit module </a:t>
            </a:r>
            <a:r>
              <a:rPr lang="ko-KR" altLang="en-US" sz="1600" b="1">
                <a:latin typeface="Noto Sans KR" panose="020B0200000000000000" pitchFamily="50" charset="-127"/>
                <a:ea typeface="Noto Sans KR" panose="020B0200000000000000" pitchFamily="50" charset="-127"/>
              </a:rPr>
              <a:t>확장 및 안정화</a:t>
            </a:r>
            <a:endParaRPr lang="en-US" altLang="ko-KR" sz="1600" b="1">
              <a:latin typeface="Noto Sans KR" panose="020B0200000000000000" pitchFamily="50" charset="-127"/>
              <a:ea typeface="Noto Sans KR" panose="020B0200000000000000" pitchFamily="50" charset="-127"/>
            </a:endParaRPr>
          </a:p>
        </p:txBody>
      </p:sp>
      <p:pic>
        <p:nvPicPr>
          <p:cNvPr id="9" name="그림 8">
            <a:extLst>
              <a:ext uri="{FF2B5EF4-FFF2-40B4-BE49-F238E27FC236}">
                <a16:creationId xmlns:a16="http://schemas.microsoft.com/office/drawing/2014/main" id="{A12B4C45-C373-EF9E-800B-2467236739A4}"/>
              </a:ext>
            </a:extLst>
          </p:cNvPr>
          <p:cNvPicPr>
            <a:picLocks noChangeAspect="1"/>
          </p:cNvPicPr>
          <p:nvPr/>
        </p:nvPicPr>
        <p:blipFill>
          <a:blip r:embed="rId2"/>
          <a:stretch>
            <a:fillRect/>
          </a:stretch>
        </p:blipFill>
        <p:spPr>
          <a:xfrm>
            <a:off x="383650" y="1827164"/>
            <a:ext cx="2903296" cy="1649911"/>
          </a:xfrm>
          <a:prstGeom prst="rect">
            <a:avLst/>
          </a:prstGeom>
          <a:ln>
            <a:noFill/>
          </a:ln>
        </p:spPr>
      </p:pic>
      <p:pic>
        <p:nvPicPr>
          <p:cNvPr id="12" name="그림 11">
            <a:extLst>
              <a:ext uri="{FF2B5EF4-FFF2-40B4-BE49-F238E27FC236}">
                <a16:creationId xmlns:a16="http://schemas.microsoft.com/office/drawing/2014/main" id="{FD682DDE-BA99-C87C-73DE-F7224BA8576C}"/>
              </a:ext>
            </a:extLst>
          </p:cNvPr>
          <p:cNvPicPr>
            <a:picLocks noChangeAspect="1"/>
          </p:cNvPicPr>
          <p:nvPr/>
        </p:nvPicPr>
        <p:blipFill>
          <a:blip r:embed="rId3"/>
          <a:stretch>
            <a:fillRect/>
          </a:stretch>
        </p:blipFill>
        <p:spPr>
          <a:xfrm>
            <a:off x="6655157" y="1827164"/>
            <a:ext cx="2800371" cy="1966624"/>
          </a:xfrm>
          <a:prstGeom prst="rect">
            <a:avLst/>
          </a:prstGeom>
        </p:spPr>
      </p:pic>
      <p:pic>
        <p:nvPicPr>
          <p:cNvPr id="16" name="그림 15">
            <a:extLst>
              <a:ext uri="{FF2B5EF4-FFF2-40B4-BE49-F238E27FC236}">
                <a16:creationId xmlns:a16="http://schemas.microsoft.com/office/drawing/2014/main" id="{572CD127-B809-33A5-73CE-E8BD435E3996}"/>
              </a:ext>
            </a:extLst>
          </p:cNvPr>
          <p:cNvPicPr>
            <a:picLocks noChangeAspect="1"/>
          </p:cNvPicPr>
          <p:nvPr/>
        </p:nvPicPr>
        <p:blipFill>
          <a:blip r:embed="rId4"/>
          <a:stretch>
            <a:fillRect/>
          </a:stretch>
        </p:blipFill>
        <p:spPr>
          <a:xfrm>
            <a:off x="6655157" y="3986902"/>
            <a:ext cx="2684665" cy="812614"/>
          </a:xfrm>
          <a:prstGeom prst="rect">
            <a:avLst/>
          </a:prstGeom>
        </p:spPr>
      </p:pic>
      <p:pic>
        <p:nvPicPr>
          <p:cNvPr id="18" name="그림 17">
            <a:extLst>
              <a:ext uri="{FF2B5EF4-FFF2-40B4-BE49-F238E27FC236}">
                <a16:creationId xmlns:a16="http://schemas.microsoft.com/office/drawing/2014/main" id="{534FD495-527B-0B15-2C44-679E8C4B6296}"/>
              </a:ext>
            </a:extLst>
          </p:cNvPr>
          <p:cNvPicPr>
            <a:picLocks noChangeAspect="1"/>
          </p:cNvPicPr>
          <p:nvPr/>
        </p:nvPicPr>
        <p:blipFill>
          <a:blip r:embed="rId5"/>
          <a:stretch>
            <a:fillRect/>
          </a:stretch>
        </p:blipFill>
        <p:spPr>
          <a:xfrm>
            <a:off x="3838957" y="1995606"/>
            <a:ext cx="2228086" cy="1649912"/>
          </a:xfrm>
          <a:prstGeom prst="rect">
            <a:avLst/>
          </a:prstGeom>
        </p:spPr>
      </p:pic>
      <p:pic>
        <p:nvPicPr>
          <p:cNvPr id="20" name="그림 19">
            <a:extLst>
              <a:ext uri="{FF2B5EF4-FFF2-40B4-BE49-F238E27FC236}">
                <a16:creationId xmlns:a16="http://schemas.microsoft.com/office/drawing/2014/main" id="{128D0548-7D5F-ED76-46E2-5EEC889C5053}"/>
              </a:ext>
            </a:extLst>
          </p:cNvPr>
          <p:cNvPicPr>
            <a:picLocks noChangeAspect="1"/>
          </p:cNvPicPr>
          <p:nvPr/>
        </p:nvPicPr>
        <p:blipFill>
          <a:blip r:embed="rId6"/>
          <a:stretch>
            <a:fillRect/>
          </a:stretch>
        </p:blipFill>
        <p:spPr>
          <a:xfrm>
            <a:off x="3560777" y="3805056"/>
            <a:ext cx="2784441" cy="704569"/>
          </a:xfrm>
          <a:prstGeom prst="rect">
            <a:avLst/>
          </a:prstGeom>
        </p:spPr>
      </p:pic>
      <p:pic>
        <p:nvPicPr>
          <p:cNvPr id="22" name="그림 21">
            <a:extLst>
              <a:ext uri="{FF2B5EF4-FFF2-40B4-BE49-F238E27FC236}">
                <a16:creationId xmlns:a16="http://schemas.microsoft.com/office/drawing/2014/main" id="{A47CFCAE-F95C-B2C7-C00F-7D74A9E8A6EB}"/>
              </a:ext>
            </a:extLst>
          </p:cNvPr>
          <p:cNvPicPr>
            <a:picLocks noChangeAspect="1"/>
          </p:cNvPicPr>
          <p:nvPr/>
        </p:nvPicPr>
        <p:blipFill>
          <a:blip r:embed="rId7"/>
          <a:stretch>
            <a:fillRect/>
          </a:stretch>
        </p:blipFill>
        <p:spPr>
          <a:xfrm>
            <a:off x="862690" y="3525225"/>
            <a:ext cx="1891230" cy="1428072"/>
          </a:xfrm>
          <a:prstGeom prst="rect">
            <a:avLst/>
          </a:prstGeom>
        </p:spPr>
      </p:pic>
      <p:sp>
        <p:nvSpPr>
          <p:cNvPr id="23" name="직사각형 22">
            <a:extLst>
              <a:ext uri="{FF2B5EF4-FFF2-40B4-BE49-F238E27FC236}">
                <a16:creationId xmlns:a16="http://schemas.microsoft.com/office/drawing/2014/main" id="{477D7EF6-FE13-B847-A497-BC72C6730D96}"/>
              </a:ext>
            </a:extLst>
          </p:cNvPr>
          <p:cNvSpPr/>
          <p:nvPr/>
        </p:nvSpPr>
        <p:spPr>
          <a:xfrm>
            <a:off x="379306" y="1827164"/>
            <a:ext cx="2957281" cy="164991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D242CDE2-9070-C29D-28BE-9110F4691F1A}"/>
              </a:ext>
            </a:extLst>
          </p:cNvPr>
          <p:cNvSpPr/>
          <p:nvPr/>
        </p:nvSpPr>
        <p:spPr>
          <a:xfrm>
            <a:off x="379306" y="3523590"/>
            <a:ext cx="2957281" cy="142970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C2A41982-09E8-6A46-037C-F585570BB11C}"/>
              </a:ext>
            </a:extLst>
          </p:cNvPr>
          <p:cNvSpPr/>
          <p:nvPr/>
        </p:nvSpPr>
        <p:spPr>
          <a:xfrm>
            <a:off x="3492411" y="1923655"/>
            <a:ext cx="2957281" cy="176993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직사각형 31">
            <a:extLst>
              <a:ext uri="{FF2B5EF4-FFF2-40B4-BE49-F238E27FC236}">
                <a16:creationId xmlns:a16="http://schemas.microsoft.com/office/drawing/2014/main" id="{319E4440-FCA6-5D08-7060-9A1FE9A5A2B3}"/>
              </a:ext>
            </a:extLst>
          </p:cNvPr>
          <p:cNvSpPr/>
          <p:nvPr/>
        </p:nvSpPr>
        <p:spPr>
          <a:xfrm>
            <a:off x="3492411" y="3742010"/>
            <a:ext cx="2957281" cy="93251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직사각형 32">
            <a:extLst>
              <a:ext uri="{FF2B5EF4-FFF2-40B4-BE49-F238E27FC236}">
                <a16:creationId xmlns:a16="http://schemas.microsoft.com/office/drawing/2014/main" id="{0B1A3343-758D-634F-B866-B5B8ABC48936}"/>
              </a:ext>
            </a:extLst>
          </p:cNvPr>
          <p:cNvSpPr/>
          <p:nvPr/>
        </p:nvSpPr>
        <p:spPr>
          <a:xfrm>
            <a:off x="6605516" y="1810798"/>
            <a:ext cx="2957281" cy="198298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a:extLst>
              <a:ext uri="{FF2B5EF4-FFF2-40B4-BE49-F238E27FC236}">
                <a16:creationId xmlns:a16="http://schemas.microsoft.com/office/drawing/2014/main" id="{D3915DFD-69B2-A363-4FE8-DD6BEC467649}"/>
              </a:ext>
            </a:extLst>
          </p:cNvPr>
          <p:cNvSpPr/>
          <p:nvPr/>
        </p:nvSpPr>
        <p:spPr>
          <a:xfrm>
            <a:off x="6605516" y="3835598"/>
            <a:ext cx="2957281" cy="101566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9048103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7F50D-A3B2-7C66-4DBD-BE7E0308A1F0}"/>
            </a:ext>
          </a:extLst>
        </p:cNvPr>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9EB9FD63-7227-F260-E74C-A899BB75DE56}"/>
              </a:ext>
            </a:extLst>
          </p:cNvPr>
          <p:cNvSpPr>
            <a:spLocks noGrp="1"/>
          </p:cNvSpPr>
          <p:nvPr>
            <p:ph type="sldNum" sz="quarter" idx="4"/>
          </p:nvPr>
        </p:nvSpPr>
        <p:spPr/>
        <p:txBody>
          <a:bodyPr/>
          <a:lstStyle/>
          <a:p>
            <a:fld id="{E8B113C4-B834-4BEA-901C-8797A7F90894}" type="slidenum">
              <a:rPr lang="ko-KR" altLang="en-US" smtClean="0"/>
              <a:pPr/>
              <a:t>13</a:t>
            </a:fld>
            <a:endParaRPr lang="ko-KR" altLang="en-US"/>
          </a:p>
        </p:txBody>
      </p:sp>
      <p:sp>
        <p:nvSpPr>
          <p:cNvPr id="5" name="제목 3">
            <a:extLst>
              <a:ext uri="{FF2B5EF4-FFF2-40B4-BE49-F238E27FC236}">
                <a16:creationId xmlns:a16="http://schemas.microsoft.com/office/drawing/2014/main" id="{D5531454-60C5-F12F-DFF6-0372BFE27ED6}"/>
              </a:ext>
            </a:extLst>
          </p:cNvPr>
          <p:cNvSpPr>
            <a:spLocks noGrp="1"/>
          </p:cNvSpPr>
          <p:nvPr>
            <p:ph type="ctrTitle"/>
          </p:nvPr>
        </p:nvSpPr>
        <p:spPr>
          <a:xfrm>
            <a:off x="379306" y="111167"/>
            <a:ext cx="9367308" cy="461666"/>
          </a:xfrm>
        </p:spPr>
        <p:txBody>
          <a:bodyPr>
            <a:noAutofit/>
          </a:bodyPr>
          <a:lstStyle/>
          <a:p>
            <a:r>
              <a:rPr lang="en-US" altLang="ko-KR" sz="1800" b="1">
                <a:latin typeface="Noto Sans KR" panose="020B0500000000000000" pitchFamily="34" charset="-127"/>
                <a:ea typeface="Noto Sans KR" panose="020B0500000000000000" pitchFamily="34" charset="-127"/>
              </a:rPr>
              <a:t>4-5.</a:t>
            </a:r>
            <a:r>
              <a:rPr lang="ko-KR" altLang="en-US" sz="1800" b="1">
                <a:latin typeface="Noto Sans KR" panose="020B0500000000000000" pitchFamily="34" charset="-127"/>
                <a:ea typeface="Noto Sans KR" panose="020B0500000000000000" pitchFamily="34" charset="-127"/>
              </a:rPr>
              <a:t> </a:t>
            </a:r>
            <a:r>
              <a:rPr lang="en-US" altLang="ko-KR" sz="1800" b="1">
                <a:latin typeface="Noto Sans KR" panose="020B0500000000000000" pitchFamily="34" charset="-127"/>
                <a:ea typeface="Noto Sans KR" panose="020B0500000000000000" pitchFamily="34" charset="-127"/>
              </a:rPr>
              <a:t>5</a:t>
            </a:r>
            <a:r>
              <a:rPr lang="ko-KR" altLang="en-US" sz="1800" b="1">
                <a:latin typeface="Noto Sans KR" panose="020B0500000000000000" pitchFamily="34" charset="-127"/>
                <a:ea typeface="Noto Sans KR" panose="020B0500000000000000" pitchFamily="34" charset="-127"/>
              </a:rPr>
              <a:t>차년도 연구개발 내용 </a:t>
            </a:r>
            <a:r>
              <a:rPr lang="en-US" altLang="ko-KR" sz="1800" b="1">
                <a:latin typeface="Noto Sans KR" panose="020B0500000000000000" pitchFamily="34" charset="-127"/>
                <a:ea typeface="Noto Sans KR" panose="020B0500000000000000" pitchFamily="34" charset="-127"/>
              </a:rPr>
              <a:t>– </a:t>
            </a:r>
            <a:r>
              <a:rPr lang="ko-KR" altLang="en-US" sz="1800" b="1">
                <a:latin typeface="Noto Sans KR" panose="020B0500000000000000" pitchFamily="34" charset="-127"/>
                <a:ea typeface="Noto Sans KR" panose="020B0500000000000000" pitchFamily="34" charset="-127"/>
              </a:rPr>
              <a:t>㈜두산전자사업 수지</a:t>
            </a:r>
            <a:endParaRPr lang="ko-KR" altLang="en-US" sz="1800" b="1" dirty="0">
              <a:latin typeface="Noto Sans KR" panose="020B0500000000000000" pitchFamily="34" charset="-127"/>
              <a:ea typeface="Noto Sans KR" panose="020B0500000000000000" pitchFamily="34" charset="-127"/>
            </a:endParaRPr>
          </a:p>
        </p:txBody>
      </p:sp>
      <p:graphicFrame>
        <p:nvGraphicFramePr>
          <p:cNvPr id="10" name="표 9">
            <a:extLst>
              <a:ext uri="{FF2B5EF4-FFF2-40B4-BE49-F238E27FC236}">
                <a16:creationId xmlns:a16="http://schemas.microsoft.com/office/drawing/2014/main" id="{F4509C61-98B4-A98A-E321-3BE7D85A345D}"/>
              </a:ext>
            </a:extLst>
          </p:cNvPr>
          <p:cNvGraphicFramePr>
            <a:graphicFrameLocks noGrp="1"/>
          </p:cNvGraphicFramePr>
          <p:nvPr>
            <p:extLst>
              <p:ext uri="{D42A27DB-BD31-4B8C-83A1-F6EECF244321}">
                <p14:modId xmlns:p14="http://schemas.microsoft.com/office/powerpoint/2010/main" val="2985660516"/>
              </p:ext>
            </p:extLst>
          </p:nvPr>
        </p:nvGraphicFramePr>
        <p:xfrm>
          <a:off x="269346" y="1227666"/>
          <a:ext cx="9367308" cy="5270160"/>
        </p:xfrm>
        <a:graphic>
          <a:graphicData uri="http://schemas.openxmlformats.org/drawingml/2006/table">
            <a:tbl>
              <a:tblPr bandRow="1">
                <a:tableStyleId>{5C22544A-7EE6-4342-B048-85BDC9FD1C3A}</a:tableStyleId>
              </a:tblPr>
              <a:tblGrid>
                <a:gridCol w="3122436">
                  <a:extLst>
                    <a:ext uri="{9D8B030D-6E8A-4147-A177-3AD203B41FA5}">
                      <a16:colId xmlns:a16="http://schemas.microsoft.com/office/drawing/2014/main" val="1783963196"/>
                    </a:ext>
                  </a:extLst>
                </a:gridCol>
                <a:gridCol w="3122436">
                  <a:extLst>
                    <a:ext uri="{9D8B030D-6E8A-4147-A177-3AD203B41FA5}">
                      <a16:colId xmlns:a16="http://schemas.microsoft.com/office/drawing/2014/main" val="3900016493"/>
                    </a:ext>
                  </a:extLst>
                </a:gridCol>
                <a:gridCol w="3122436">
                  <a:extLst>
                    <a:ext uri="{9D8B030D-6E8A-4147-A177-3AD203B41FA5}">
                      <a16:colId xmlns:a16="http://schemas.microsoft.com/office/drawing/2014/main" val="24642634"/>
                    </a:ext>
                  </a:extLst>
                </a:gridCol>
              </a:tblGrid>
              <a:tr h="370840">
                <a:tc>
                  <a:txBody>
                    <a:bodyPr/>
                    <a:lstStyle/>
                    <a:p>
                      <a:pPr marL="0" marR="0" lvl="0" indent="0" algn="ctr" defTabSz="742950" rtl="0" eaLnBrk="1" fontAlgn="auto" latinLnBrk="1" hangingPunct="1">
                        <a:lnSpc>
                          <a:spcPct val="100000"/>
                        </a:lnSpc>
                        <a:spcBef>
                          <a:spcPts val="0"/>
                        </a:spcBef>
                        <a:spcAft>
                          <a:spcPts val="0"/>
                        </a:spcAft>
                        <a:buClrTx/>
                        <a:buSzTx/>
                        <a:buFontTx/>
                        <a:buNone/>
                        <a:tabLst/>
                        <a:defRPr/>
                      </a:pPr>
                      <a:r>
                        <a:rPr lang="ko-KR" altLang="en-US" sz="1400">
                          <a:latin typeface="Noto Sans KR" panose="020B0200000000000000" pitchFamily="50" charset="-127"/>
                          <a:ea typeface="Noto Sans KR" panose="020B0200000000000000" pitchFamily="50" charset="-127"/>
                        </a:rPr>
                        <a:t>보정 기반 채널 정합</a:t>
                      </a:r>
                      <a:r>
                        <a:rPr lang="en-US" altLang="ko-KR" sz="1400">
                          <a:latin typeface="Noto Sans KR" panose="020B0200000000000000" pitchFamily="50" charset="-127"/>
                          <a:ea typeface="Noto Sans KR" panose="020B0200000000000000" pitchFamily="50" charset="-127"/>
                        </a:rPr>
                        <a:t>·RF </a:t>
                      </a:r>
                      <a:r>
                        <a:rPr lang="ko-KR" altLang="en-US" sz="1400">
                          <a:latin typeface="Noto Sans KR" panose="020B0200000000000000" pitchFamily="50" charset="-127"/>
                          <a:ea typeface="Noto Sans KR" panose="020B0200000000000000" pitchFamily="50" charset="-127"/>
                        </a:rPr>
                        <a:t>성능 연구</a:t>
                      </a:r>
                      <a:endParaRPr lang="en-US" altLang="ko-KR" sz="1400">
                        <a:latin typeface="Noto Sans KR" panose="020B0200000000000000" pitchFamily="50" charset="-127"/>
                        <a:ea typeface="Noto Sans KR" panose="020B0200000000000000" pitchFamily="50" charset="-127"/>
                      </a:endParaRPr>
                    </a:p>
                    <a:p>
                      <a:pPr marL="0" marR="0" lvl="0" indent="0" algn="ctr" defTabSz="742950" rtl="0" eaLnBrk="1" fontAlgn="auto" latinLnBrk="1" hangingPunct="1">
                        <a:lnSpc>
                          <a:spcPct val="100000"/>
                        </a:lnSpc>
                        <a:spcBef>
                          <a:spcPts val="0"/>
                        </a:spcBef>
                        <a:spcAft>
                          <a:spcPts val="0"/>
                        </a:spcAft>
                        <a:buClrTx/>
                        <a:buSzTx/>
                        <a:buFontTx/>
                        <a:buNone/>
                        <a:tabLst/>
                        <a:defRPr/>
                      </a:pPr>
                      <a:r>
                        <a:rPr lang="ko-KR" altLang="en-US" sz="1400">
                          <a:latin typeface="Noto Sans KR" panose="020B0200000000000000" pitchFamily="50" charset="-127"/>
                          <a:ea typeface="Noto Sans KR" panose="020B0200000000000000" pitchFamily="50" charset="-127"/>
                        </a:rPr>
                        <a:t>및 제작 검증</a:t>
                      </a:r>
                      <a:endParaRPr lang="en-US" altLang="ko-KR" sz="1400">
                        <a:latin typeface="Noto Sans KR" panose="020B0200000000000000" pitchFamily="50" charset="-127"/>
                        <a:ea typeface="Noto Sans KR" panose="020B0200000000000000" pitchFamily="50" charset="-127"/>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marR="0" lvl="0" indent="0" algn="ctr" defTabSz="742950" rtl="0" eaLnBrk="1" fontAlgn="auto" latinLnBrk="1" hangingPunct="1">
                        <a:lnSpc>
                          <a:spcPct val="100000"/>
                        </a:lnSpc>
                        <a:spcBef>
                          <a:spcPts val="0"/>
                        </a:spcBef>
                        <a:spcAft>
                          <a:spcPts val="0"/>
                        </a:spcAft>
                        <a:buClrTx/>
                        <a:buSzTx/>
                        <a:buFontTx/>
                        <a:buNone/>
                        <a:tabLst/>
                        <a:defRPr/>
                      </a:pPr>
                      <a:r>
                        <a:rPr lang="ko-KR" altLang="en-US" sz="1400">
                          <a:latin typeface="Noto Sans KR" panose="020B0200000000000000" pitchFamily="50" charset="-127"/>
                          <a:ea typeface="Noto Sans KR" panose="020B0200000000000000" pitchFamily="50" charset="-127"/>
                        </a:rPr>
                        <a:t>환경 변화 조건 </a:t>
                      </a:r>
                      <a:r>
                        <a:rPr lang="en-US" altLang="ko-KR" sz="1400">
                          <a:latin typeface="Noto Sans KR" panose="020B0200000000000000" pitchFamily="50" charset="-127"/>
                          <a:ea typeface="Noto Sans KR" panose="020B0200000000000000" pitchFamily="50" charset="-127"/>
                        </a:rPr>
                        <a:t>RF </a:t>
                      </a:r>
                      <a:r>
                        <a:rPr lang="ko-KR" altLang="en-US" sz="1400">
                          <a:latin typeface="Noto Sans KR" panose="020B0200000000000000" pitchFamily="50" charset="-127"/>
                          <a:ea typeface="Noto Sans KR" panose="020B0200000000000000" pitchFamily="50" charset="-127"/>
                        </a:rPr>
                        <a:t>성능</a:t>
                      </a:r>
                      <a:r>
                        <a:rPr lang="en-US" altLang="ko-KR" sz="1400">
                          <a:latin typeface="Noto Sans KR" panose="020B0200000000000000" pitchFamily="50" charset="-127"/>
                          <a:ea typeface="Noto Sans KR" panose="020B0200000000000000" pitchFamily="50" charset="-127"/>
                        </a:rPr>
                        <a:t>·</a:t>
                      </a:r>
                      <a:r>
                        <a:rPr lang="ko-KR" altLang="en-US" sz="1400">
                          <a:latin typeface="Noto Sans KR" panose="020B0200000000000000" pitchFamily="50" charset="-127"/>
                          <a:ea typeface="Noto Sans KR" panose="020B0200000000000000" pitchFamily="50" charset="-127"/>
                        </a:rPr>
                        <a:t>열 안정성 연구</a:t>
                      </a:r>
                      <a:endParaRPr lang="en-US" altLang="ko-KR" sz="1400">
                        <a:latin typeface="Noto Sans KR" panose="020B0200000000000000" pitchFamily="50" charset="-127"/>
                        <a:ea typeface="Noto Sans KR" panose="020B0200000000000000" pitchFamily="50" charset="-127"/>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marR="0" lvl="0" indent="0" algn="ctr" defTabSz="742950" rtl="0" eaLnBrk="1" fontAlgn="auto" latinLnBrk="1" hangingPunct="1">
                        <a:lnSpc>
                          <a:spcPct val="100000"/>
                        </a:lnSpc>
                        <a:spcBef>
                          <a:spcPts val="0"/>
                        </a:spcBef>
                        <a:spcAft>
                          <a:spcPts val="0"/>
                        </a:spcAft>
                        <a:buClrTx/>
                        <a:buSzTx/>
                        <a:buFontTx/>
                        <a:buNone/>
                        <a:tabLst/>
                        <a:defRPr/>
                      </a:pPr>
                      <a:r>
                        <a:rPr lang="ko-KR" altLang="en-US" sz="1400">
                          <a:latin typeface="Noto Sans KR" panose="020B0200000000000000" pitchFamily="50" charset="-127"/>
                          <a:ea typeface="Noto Sans KR" panose="020B0200000000000000" pitchFamily="50" charset="-127"/>
                        </a:rPr>
                        <a:t>다중 빔</a:t>
                      </a:r>
                      <a:r>
                        <a:rPr lang="en-US" altLang="ko-KR" sz="1400">
                          <a:latin typeface="Noto Sans KR" panose="020B0200000000000000" pitchFamily="50" charset="-127"/>
                          <a:ea typeface="Noto Sans KR" panose="020B0200000000000000" pitchFamily="50" charset="-127"/>
                        </a:rPr>
                        <a:t>·</a:t>
                      </a:r>
                      <a:r>
                        <a:rPr lang="ko-KR" altLang="en-US" sz="1400">
                          <a:latin typeface="Noto Sans KR" panose="020B0200000000000000" pitchFamily="50" charset="-127"/>
                          <a:ea typeface="Noto Sans KR" panose="020B0200000000000000" pitchFamily="50" charset="-127"/>
                        </a:rPr>
                        <a:t>빔조향 제어 및 시스템</a:t>
                      </a:r>
                      <a:endParaRPr lang="en-US" altLang="ko-KR" sz="1400">
                        <a:latin typeface="Noto Sans KR" panose="020B0200000000000000" pitchFamily="50" charset="-127"/>
                        <a:ea typeface="Noto Sans KR" panose="020B0200000000000000" pitchFamily="50" charset="-127"/>
                      </a:endParaRPr>
                    </a:p>
                    <a:p>
                      <a:pPr marL="0" marR="0" lvl="0" indent="0" algn="ctr" defTabSz="742950" rtl="0" eaLnBrk="1" fontAlgn="auto" latinLnBrk="1" hangingPunct="1">
                        <a:lnSpc>
                          <a:spcPct val="100000"/>
                        </a:lnSpc>
                        <a:spcBef>
                          <a:spcPts val="0"/>
                        </a:spcBef>
                        <a:spcAft>
                          <a:spcPts val="0"/>
                        </a:spcAft>
                        <a:buClrTx/>
                        <a:buSzTx/>
                        <a:buFontTx/>
                        <a:buNone/>
                        <a:tabLst/>
                        <a:defRPr/>
                      </a:pPr>
                      <a:r>
                        <a:rPr lang="ko-KR" altLang="en-US" sz="1400">
                          <a:latin typeface="Noto Sans KR" panose="020B0200000000000000" pitchFamily="50" charset="-127"/>
                          <a:ea typeface="Noto Sans KR" panose="020B0200000000000000" pitchFamily="50" charset="-127"/>
                        </a:rPr>
                        <a:t>통합 성능 최적화</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411560133"/>
                  </a:ext>
                </a:extLst>
              </a:tr>
              <a:tr h="4752000">
                <a:tc>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56379331"/>
                  </a:ext>
                </a:extLst>
              </a:tr>
            </a:tbl>
          </a:graphicData>
        </a:graphic>
      </p:graphicFrame>
      <p:sp>
        <p:nvSpPr>
          <p:cNvPr id="25" name="TextBox 24">
            <a:extLst>
              <a:ext uri="{FF2B5EF4-FFF2-40B4-BE49-F238E27FC236}">
                <a16:creationId xmlns:a16="http://schemas.microsoft.com/office/drawing/2014/main" id="{7201ABF9-4E21-2B14-EFB6-589359E3A39C}"/>
              </a:ext>
            </a:extLst>
          </p:cNvPr>
          <p:cNvSpPr txBox="1"/>
          <p:nvPr/>
        </p:nvSpPr>
        <p:spPr>
          <a:xfrm>
            <a:off x="329665" y="5112835"/>
            <a:ext cx="2957281" cy="1200329"/>
          </a:xfrm>
          <a:prstGeom prst="rect">
            <a:avLst/>
          </a:prstGeom>
          <a:noFill/>
        </p:spPr>
        <p:txBody>
          <a:bodyPr wrap="square" rtlCol="0">
            <a:spAutoFit/>
          </a:bodyPr>
          <a:lstStyle/>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캘리브레이션 및 보정 알고리즘 적용 시 채널 정합 특성 분석</a:t>
            </a:r>
            <a:endParaRPr lang="en-US" altLang="ko-KR" sz="1200">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배열 확장 환경에서 위상 및 진폭 균일성 유지 특성 분석</a:t>
            </a:r>
            <a:endParaRPr lang="en-US" altLang="ko-KR" sz="1200">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보정 적용 전후 </a:t>
            </a:r>
            <a:r>
              <a:rPr lang="en-US" altLang="ko-KR" sz="1200">
                <a:latin typeface="Noto Sans KR" panose="020B0200000000000000" pitchFamily="50" charset="-127"/>
                <a:ea typeface="Noto Sans KR" panose="020B0200000000000000" pitchFamily="50" charset="-127"/>
              </a:rPr>
              <a:t>RF </a:t>
            </a:r>
            <a:r>
              <a:rPr lang="ko-KR" altLang="en-US" sz="1200">
                <a:latin typeface="Noto Sans KR" panose="020B0200000000000000" pitchFamily="50" charset="-127"/>
                <a:ea typeface="Noto Sans KR" panose="020B0200000000000000" pitchFamily="50" charset="-127"/>
              </a:rPr>
              <a:t>성능 변화 및 개선 효과 정량 분석</a:t>
            </a:r>
          </a:p>
        </p:txBody>
      </p:sp>
      <p:sp>
        <p:nvSpPr>
          <p:cNvPr id="26" name="TextBox 25">
            <a:extLst>
              <a:ext uri="{FF2B5EF4-FFF2-40B4-BE49-F238E27FC236}">
                <a16:creationId xmlns:a16="http://schemas.microsoft.com/office/drawing/2014/main" id="{C6B4C4C0-BFA3-4BC2-7AAC-8875D6FE5FF2}"/>
              </a:ext>
            </a:extLst>
          </p:cNvPr>
          <p:cNvSpPr txBox="1"/>
          <p:nvPr/>
        </p:nvSpPr>
        <p:spPr>
          <a:xfrm>
            <a:off x="3474358" y="5112835"/>
            <a:ext cx="2957281" cy="1200329"/>
          </a:xfrm>
          <a:prstGeom prst="rect">
            <a:avLst/>
          </a:prstGeom>
          <a:noFill/>
        </p:spPr>
        <p:txBody>
          <a:bodyPr wrap="square" rtlCol="0">
            <a:spAutoFit/>
          </a:bodyPr>
          <a:lstStyle/>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온도 및 외부 환경 변화 조건에서 보정 적용 기반 성능 유지 특성 연구</a:t>
            </a:r>
            <a:endParaRPr lang="en-US" altLang="ko-KR" sz="1200">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임피던스 변화 및 채널 편차 발생 시 </a:t>
            </a:r>
            <a:r>
              <a:rPr lang="en-US" altLang="ko-KR" sz="1200">
                <a:latin typeface="Noto Sans KR" panose="020B0200000000000000" pitchFamily="50" charset="-127"/>
                <a:ea typeface="Noto Sans KR" panose="020B0200000000000000" pitchFamily="50" charset="-127"/>
              </a:rPr>
              <a:t>RF </a:t>
            </a:r>
            <a:r>
              <a:rPr lang="ko-KR" altLang="en-US" sz="1200">
                <a:latin typeface="Noto Sans KR" panose="020B0200000000000000" pitchFamily="50" charset="-127"/>
                <a:ea typeface="Noto Sans KR" panose="020B0200000000000000" pitchFamily="50" charset="-127"/>
              </a:rPr>
              <a:t>특성 분석</a:t>
            </a:r>
            <a:endParaRPr lang="en-US" altLang="ko-KR" sz="1200">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다채널 동작 시 열 분포 및 </a:t>
            </a:r>
            <a:r>
              <a:rPr lang="en-US" altLang="ko-KR" sz="1200">
                <a:latin typeface="Noto Sans KR" panose="020B0200000000000000" pitchFamily="50" charset="-127"/>
                <a:ea typeface="Noto Sans KR" panose="020B0200000000000000" pitchFamily="50" charset="-127"/>
              </a:rPr>
              <a:t>thermal coupling </a:t>
            </a:r>
            <a:r>
              <a:rPr lang="ko-KR" altLang="en-US" sz="1200">
                <a:latin typeface="Noto Sans KR" panose="020B0200000000000000" pitchFamily="50" charset="-127"/>
                <a:ea typeface="Noto Sans KR" panose="020B0200000000000000" pitchFamily="50" charset="-127"/>
              </a:rPr>
              <a:t>특성 연구</a:t>
            </a:r>
            <a:endParaRPr lang="en-US" altLang="ko-KR" sz="1200">
              <a:latin typeface="Noto Sans KR" panose="020B0200000000000000" pitchFamily="50" charset="-127"/>
              <a:ea typeface="Noto Sans KR" panose="020B0200000000000000" pitchFamily="50" charset="-127"/>
            </a:endParaRPr>
          </a:p>
        </p:txBody>
      </p:sp>
      <p:sp>
        <p:nvSpPr>
          <p:cNvPr id="27" name="TextBox 26">
            <a:extLst>
              <a:ext uri="{FF2B5EF4-FFF2-40B4-BE49-F238E27FC236}">
                <a16:creationId xmlns:a16="http://schemas.microsoft.com/office/drawing/2014/main" id="{7B342472-6A1E-396D-2C21-F586B042A586}"/>
              </a:ext>
            </a:extLst>
          </p:cNvPr>
          <p:cNvSpPr txBox="1"/>
          <p:nvPr/>
        </p:nvSpPr>
        <p:spPr>
          <a:xfrm>
            <a:off x="6576703" y="5112835"/>
            <a:ext cx="2957281" cy="1015663"/>
          </a:xfrm>
          <a:prstGeom prst="rect">
            <a:avLst/>
          </a:prstGeom>
          <a:noFill/>
        </p:spPr>
        <p:txBody>
          <a:bodyPr wrap="square" rtlCol="0">
            <a:spAutoFit/>
          </a:bodyPr>
          <a:lstStyle/>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다중 빔 생성 및 빔 전환 동작 특성 분석</a:t>
            </a:r>
            <a:endParaRPr lang="en-US" altLang="ko-KR" sz="1200">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빔 조향각도 변화에 따른 </a:t>
            </a:r>
            <a:r>
              <a:rPr lang="en-US" altLang="ko-KR" sz="1200">
                <a:latin typeface="Noto Sans KR" panose="020B0200000000000000" pitchFamily="50" charset="-127"/>
                <a:ea typeface="Noto Sans KR" panose="020B0200000000000000" pitchFamily="50" charset="-127"/>
              </a:rPr>
              <a:t>RF </a:t>
            </a:r>
            <a:r>
              <a:rPr lang="ko-KR" altLang="en-US" sz="1200">
                <a:latin typeface="Noto Sans KR" panose="020B0200000000000000" pitchFamily="50" charset="-127"/>
                <a:ea typeface="Noto Sans KR" panose="020B0200000000000000" pitchFamily="50" charset="-127"/>
              </a:rPr>
              <a:t>성능 및 </a:t>
            </a:r>
            <a:r>
              <a:rPr lang="en-US" altLang="ko-KR" sz="1200">
                <a:latin typeface="Noto Sans KR" panose="020B0200000000000000" pitchFamily="50" charset="-127"/>
                <a:ea typeface="Noto Sans KR" panose="020B0200000000000000" pitchFamily="50" charset="-127"/>
              </a:rPr>
              <a:t>EIRP </a:t>
            </a:r>
            <a:r>
              <a:rPr lang="ko-KR" altLang="en-US" sz="1200">
                <a:latin typeface="Noto Sans KR" panose="020B0200000000000000" pitchFamily="50" charset="-127"/>
                <a:ea typeface="Noto Sans KR" panose="020B0200000000000000" pitchFamily="50" charset="-127"/>
              </a:rPr>
              <a:t>변화 분석</a:t>
            </a:r>
            <a:endParaRPr lang="en-US" altLang="ko-KR" sz="1200">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대면적 배열 기반 통합시 시스템 동작 특성 연구</a:t>
            </a:r>
            <a:endParaRPr lang="en-US" altLang="ko-KR" sz="1200">
              <a:latin typeface="Noto Sans KR" panose="020B0200000000000000" pitchFamily="50" charset="-127"/>
              <a:ea typeface="Noto Sans KR" panose="020B0200000000000000" pitchFamily="50" charset="-127"/>
            </a:endParaRPr>
          </a:p>
        </p:txBody>
      </p:sp>
      <p:sp>
        <p:nvSpPr>
          <p:cNvPr id="3" name="TextBox 2">
            <a:extLst>
              <a:ext uri="{FF2B5EF4-FFF2-40B4-BE49-F238E27FC236}">
                <a16:creationId xmlns:a16="http://schemas.microsoft.com/office/drawing/2014/main" id="{312CDB13-5B03-4369-4614-232B9F50B108}"/>
              </a:ext>
            </a:extLst>
          </p:cNvPr>
          <p:cNvSpPr txBox="1"/>
          <p:nvPr/>
        </p:nvSpPr>
        <p:spPr>
          <a:xfrm>
            <a:off x="136187" y="729574"/>
            <a:ext cx="9523379" cy="338554"/>
          </a:xfrm>
          <a:prstGeom prst="rect">
            <a:avLst/>
          </a:prstGeom>
          <a:noFill/>
        </p:spPr>
        <p:txBody>
          <a:bodyPr wrap="square" rtlCol="0">
            <a:spAutoFit/>
          </a:bodyPr>
          <a:lstStyle/>
          <a:p>
            <a:r>
              <a:rPr lang="ko-KR" altLang="en-US" sz="1600" b="1">
                <a:latin typeface="Noto Sans KR" panose="020B0200000000000000" pitchFamily="50" charset="-127"/>
                <a:ea typeface="Noto Sans KR" panose="020B0200000000000000" pitchFamily="50" charset="-127"/>
              </a:rPr>
              <a:t>핵심목표</a:t>
            </a:r>
            <a:r>
              <a:rPr lang="en-US" altLang="ko-KR" sz="1600" b="1">
                <a:latin typeface="Noto Sans KR" panose="020B0200000000000000" pitchFamily="50" charset="-127"/>
                <a:ea typeface="Noto Sans KR" panose="020B0200000000000000" pitchFamily="50" charset="-127"/>
              </a:rPr>
              <a:t>: N x Unit module </a:t>
            </a:r>
            <a:r>
              <a:rPr lang="ko-KR" altLang="en-US" sz="1600" b="1">
                <a:latin typeface="Noto Sans KR" panose="020B0200000000000000" pitchFamily="50" charset="-127"/>
                <a:ea typeface="Noto Sans KR" panose="020B0200000000000000" pitchFamily="50" charset="-127"/>
              </a:rPr>
              <a:t>개발 및 제작 검증</a:t>
            </a:r>
            <a:endParaRPr lang="en-US" altLang="ko-KR" sz="1600" b="1">
              <a:latin typeface="Noto Sans KR" panose="020B0200000000000000" pitchFamily="50" charset="-127"/>
              <a:ea typeface="Noto Sans KR" panose="020B0200000000000000" pitchFamily="50" charset="-127"/>
            </a:endParaRPr>
          </a:p>
        </p:txBody>
      </p:sp>
      <p:pic>
        <p:nvPicPr>
          <p:cNvPr id="6" name="그림 5">
            <a:extLst>
              <a:ext uri="{FF2B5EF4-FFF2-40B4-BE49-F238E27FC236}">
                <a16:creationId xmlns:a16="http://schemas.microsoft.com/office/drawing/2014/main" id="{81C400FD-5698-DEF6-49AF-2155820C24D1}"/>
              </a:ext>
            </a:extLst>
          </p:cNvPr>
          <p:cNvPicPr>
            <a:picLocks noChangeAspect="1"/>
          </p:cNvPicPr>
          <p:nvPr/>
        </p:nvPicPr>
        <p:blipFill>
          <a:blip r:embed="rId2"/>
          <a:stretch>
            <a:fillRect/>
          </a:stretch>
        </p:blipFill>
        <p:spPr>
          <a:xfrm>
            <a:off x="6929769" y="1913024"/>
            <a:ext cx="2251147" cy="1515976"/>
          </a:xfrm>
          <a:prstGeom prst="rect">
            <a:avLst/>
          </a:prstGeom>
        </p:spPr>
      </p:pic>
      <p:pic>
        <p:nvPicPr>
          <p:cNvPr id="8" name="그림 7">
            <a:extLst>
              <a:ext uri="{FF2B5EF4-FFF2-40B4-BE49-F238E27FC236}">
                <a16:creationId xmlns:a16="http://schemas.microsoft.com/office/drawing/2014/main" id="{C0B0DA3F-BB41-CA11-EE6F-E47AB1B0F768}"/>
              </a:ext>
            </a:extLst>
          </p:cNvPr>
          <p:cNvPicPr>
            <a:picLocks noChangeAspect="1"/>
          </p:cNvPicPr>
          <p:nvPr/>
        </p:nvPicPr>
        <p:blipFill>
          <a:blip r:embed="rId3"/>
          <a:stretch>
            <a:fillRect/>
          </a:stretch>
        </p:blipFill>
        <p:spPr>
          <a:xfrm>
            <a:off x="6929768" y="3522995"/>
            <a:ext cx="2251147" cy="1407652"/>
          </a:xfrm>
          <a:prstGeom prst="rect">
            <a:avLst/>
          </a:prstGeom>
        </p:spPr>
      </p:pic>
      <p:pic>
        <p:nvPicPr>
          <p:cNvPr id="11" name="그림 10">
            <a:extLst>
              <a:ext uri="{FF2B5EF4-FFF2-40B4-BE49-F238E27FC236}">
                <a16:creationId xmlns:a16="http://schemas.microsoft.com/office/drawing/2014/main" id="{DEEAB1AD-668B-96D2-34E0-391BB75AB6C4}"/>
              </a:ext>
            </a:extLst>
          </p:cNvPr>
          <p:cNvPicPr>
            <a:picLocks noChangeAspect="1"/>
          </p:cNvPicPr>
          <p:nvPr/>
        </p:nvPicPr>
        <p:blipFill>
          <a:blip r:embed="rId4"/>
          <a:stretch>
            <a:fillRect/>
          </a:stretch>
        </p:blipFill>
        <p:spPr>
          <a:xfrm>
            <a:off x="725084" y="1913024"/>
            <a:ext cx="2252410" cy="1400027"/>
          </a:xfrm>
          <a:prstGeom prst="rect">
            <a:avLst/>
          </a:prstGeom>
        </p:spPr>
      </p:pic>
      <p:pic>
        <p:nvPicPr>
          <p:cNvPr id="13" name="그림 12">
            <a:extLst>
              <a:ext uri="{FF2B5EF4-FFF2-40B4-BE49-F238E27FC236}">
                <a16:creationId xmlns:a16="http://schemas.microsoft.com/office/drawing/2014/main" id="{670DECA8-E076-0C6C-E771-5D95A89913F2}"/>
              </a:ext>
            </a:extLst>
          </p:cNvPr>
          <p:cNvPicPr>
            <a:picLocks noChangeAspect="1"/>
          </p:cNvPicPr>
          <p:nvPr/>
        </p:nvPicPr>
        <p:blipFill>
          <a:blip r:embed="rId5"/>
          <a:stretch>
            <a:fillRect/>
          </a:stretch>
        </p:blipFill>
        <p:spPr>
          <a:xfrm>
            <a:off x="725084" y="3386093"/>
            <a:ext cx="2149851" cy="1544553"/>
          </a:xfrm>
          <a:prstGeom prst="rect">
            <a:avLst/>
          </a:prstGeom>
        </p:spPr>
      </p:pic>
      <p:pic>
        <p:nvPicPr>
          <p:cNvPr id="15" name="그림 14">
            <a:extLst>
              <a:ext uri="{FF2B5EF4-FFF2-40B4-BE49-F238E27FC236}">
                <a16:creationId xmlns:a16="http://schemas.microsoft.com/office/drawing/2014/main" id="{7831516A-1718-60DA-FF48-E79DC2D0B9D7}"/>
              </a:ext>
            </a:extLst>
          </p:cNvPr>
          <p:cNvPicPr>
            <a:picLocks noChangeAspect="1"/>
          </p:cNvPicPr>
          <p:nvPr/>
        </p:nvPicPr>
        <p:blipFill>
          <a:blip r:embed="rId6"/>
          <a:stretch>
            <a:fillRect/>
          </a:stretch>
        </p:blipFill>
        <p:spPr>
          <a:xfrm>
            <a:off x="3566593" y="1913024"/>
            <a:ext cx="2791760" cy="1783058"/>
          </a:xfrm>
          <a:prstGeom prst="rect">
            <a:avLst/>
          </a:prstGeom>
        </p:spPr>
      </p:pic>
      <p:sp>
        <p:nvSpPr>
          <p:cNvPr id="19" name="직사각형 18">
            <a:extLst>
              <a:ext uri="{FF2B5EF4-FFF2-40B4-BE49-F238E27FC236}">
                <a16:creationId xmlns:a16="http://schemas.microsoft.com/office/drawing/2014/main" id="{1475BBB3-F748-214A-B70A-01C36A4F4DCB}"/>
              </a:ext>
            </a:extLst>
          </p:cNvPr>
          <p:cNvSpPr/>
          <p:nvPr/>
        </p:nvSpPr>
        <p:spPr>
          <a:xfrm>
            <a:off x="372648" y="1839981"/>
            <a:ext cx="2957281" cy="151597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직사각형 19">
            <a:extLst>
              <a:ext uri="{FF2B5EF4-FFF2-40B4-BE49-F238E27FC236}">
                <a16:creationId xmlns:a16="http://schemas.microsoft.com/office/drawing/2014/main" id="{76B5E16A-8A8B-1957-6744-EBBC66DAE407}"/>
              </a:ext>
            </a:extLst>
          </p:cNvPr>
          <p:cNvSpPr/>
          <p:nvPr/>
        </p:nvSpPr>
        <p:spPr>
          <a:xfrm>
            <a:off x="372648" y="3381407"/>
            <a:ext cx="2957281" cy="154455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a:extLst>
              <a:ext uri="{FF2B5EF4-FFF2-40B4-BE49-F238E27FC236}">
                <a16:creationId xmlns:a16="http://schemas.microsoft.com/office/drawing/2014/main" id="{02FE1471-99DA-08EE-B5BE-CCA10BBC41A3}"/>
              </a:ext>
            </a:extLst>
          </p:cNvPr>
          <p:cNvSpPr/>
          <p:nvPr/>
        </p:nvSpPr>
        <p:spPr>
          <a:xfrm>
            <a:off x="3483832" y="1836854"/>
            <a:ext cx="2957281" cy="194720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직사각형 21">
            <a:extLst>
              <a:ext uri="{FF2B5EF4-FFF2-40B4-BE49-F238E27FC236}">
                <a16:creationId xmlns:a16="http://schemas.microsoft.com/office/drawing/2014/main" id="{89DED6F4-8788-08A2-A57E-66DF7E4E48E0}"/>
              </a:ext>
            </a:extLst>
          </p:cNvPr>
          <p:cNvSpPr/>
          <p:nvPr/>
        </p:nvSpPr>
        <p:spPr>
          <a:xfrm>
            <a:off x="6595016" y="1811222"/>
            <a:ext cx="2957281" cy="161777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직사각형 22">
            <a:extLst>
              <a:ext uri="{FF2B5EF4-FFF2-40B4-BE49-F238E27FC236}">
                <a16:creationId xmlns:a16="http://schemas.microsoft.com/office/drawing/2014/main" id="{3B18152F-99BA-CDE9-34F4-BA0EA59CF394}"/>
              </a:ext>
            </a:extLst>
          </p:cNvPr>
          <p:cNvSpPr/>
          <p:nvPr/>
        </p:nvSpPr>
        <p:spPr>
          <a:xfrm>
            <a:off x="6595016" y="3506483"/>
            <a:ext cx="2957281" cy="144681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8" name="그림 27">
            <a:extLst>
              <a:ext uri="{FF2B5EF4-FFF2-40B4-BE49-F238E27FC236}">
                <a16:creationId xmlns:a16="http://schemas.microsoft.com/office/drawing/2014/main" id="{A932098D-5D53-BD2F-2654-F0D46800C4EA}"/>
              </a:ext>
            </a:extLst>
          </p:cNvPr>
          <p:cNvPicPr>
            <a:picLocks noChangeAspect="1"/>
          </p:cNvPicPr>
          <p:nvPr/>
        </p:nvPicPr>
        <p:blipFill>
          <a:blip r:embed="rId7"/>
          <a:stretch>
            <a:fillRect/>
          </a:stretch>
        </p:blipFill>
        <p:spPr>
          <a:xfrm>
            <a:off x="3557118" y="3875793"/>
            <a:ext cx="2791760" cy="960694"/>
          </a:xfrm>
          <a:prstGeom prst="rect">
            <a:avLst/>
          </a:prstGeom>
        </p:spPr>
      </p:pic>
      <p:sp>
        <p:nvSpPr>
          <p:cNvPr id="29" name="직사각형 28">
            <a:extLst>
              <a:ext uri="{FF2B5EF4-FFF2-40B4-BE49-F238E27FC236}">
                <a16:creationId xmlns:a16="http://schemas.microsoft.com/office/drawing/2014/main" id="{B4017E73-83FE-C8CC-E67F-B706BA5C4B10}"/>
              </a:ext>
            </a:extLst>
          </p:cNvPr>
          <p:cNvSpPr/>
          <p:nvPr/>
        </p:nvSpPr>
        <p:spPr>
          <a:xfrm>
            <a:off x="3483832" y="3855620"/>
            <a:ext cx="2957281" cy="107750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354720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69332-72D0-70D3-BA01-7334F610F6C0}"/>
            </a:ext>
          </a:extLst>
        </p:cNvPr>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A359460A-00F7-7F5B-AA06-3DC03CC1BC59}"/>
              </a:ext>
            </a:extLst>
          </p:cNvPr>
          <p:cNvSpPr>
            <a:spLocks noGrp="1"/>
          </p:cNvSpPr>
          <p:nvPr>
            <p:ph type="sldNum" sz="quarter" idx="4"/>
          </p:nvPr>
        </p:nvSpPr>
        <p:spPr/>
        <p:txBody>
          <a:bodyPr/>
          <a:lstStyle/>
          <a:p>
            <a:fld id="{E8B113C4-B834-4BEA-901C-8797A7F90894}" type="slidenum">
              <a:rPr lang="ko-KR" altLang="en-US" smtClean="0"/>
              <a:pPr/>
              <a:t>14</a:t>
            </a:fld>
            <a:endParaRPr lang="ko-KR" altLang="en-US"/>
          </a:p>
        </p:txBody>
      </p:sp>
      <p:sp>
        <p:nvSpPr>
          <p:cNvPr id="5" name="제목 3">
            <a:extLst>
              <a:ext uri="{FF2B5EF4-FFF2-40B4-BE49-F238E27FC236}">
                <a16:creationId xmlns:a16="http://schemas.microsoft.com/office/drawing/2014/main" id="{D301B02C-5482-2DC2-14D4-E8EC5DD57BF9}"/>
              </a:ext>
            </a:extLst>
          </p:cNvPr>
          <p:cNvSpPr>
            <a:spLocks noGrp="1"/>
          </p:cNvSpPr>
          <p:nvPr>
            <p:ph type="ctrTitle"/>
          </p:nvPr>
        </p:nvSpPr>
        <p:spPr>
          <a:xfrm>
            <a:off x="379306" y="111167"/>
            <a:ext cx="9367308" cy="461666"/>
          </a:xfrm>
        </p:spPr>
        <p:txBody>
          <a:bodyPr>
            <a:noAutofit/>
          </a:bodyPr>
          <a:lstStyle/>
          <a:p>
            <a:r>
              <a:rPr lang="en-US" altLang="ko-KR" sz="1800" b="1">
                <a:latin typeface="Noto Sans KR" panose="020B0500000000000000" pitchFamily="34" charset="-127"/>
                <a:ea typeface="Noto Sans KR" panose="020B0500000000000000" pitchFamily="34" charset="-127"/>
              </a:rPr>
              <a:t>4-6.</a:t>
            </a:r>
            <a:r>
              <a:rPr lang="ko-KR" altLang="en-US" sz="1800" b="1">
                <a:latin typeface="Noto Sans KR" panose="020B0500000000000000" pitchFamily="34" charset="-127"/>
                <a:ea typeface="Noto Sans KR" panose="020B0500000000000000" pitchFamily="34" charset="-127"/>
              </a:rPr>
              <a:t> </a:t>
            </a:r>
            <a:r>
              <a:rPr lang="en-US" altLang="ko-KR" sz="1800" b="1">
                <a:latin typeface="Noto Sans KR" panose="020B0500000000000000" pitchFamily="34" charset="-127"/>
                <a:ea typeface="Noto Sans KR" panose="020B0500000000000000" pitchFamily="34" charset="-127"/>
              </a:rPr>
              <a:t>6</a:t>
            </a:r>
            <a:r>
              <a:rPr lang="ko-KR" altLang="en-US" sz="1800" b="1">
                <a:latin typeface="Noto Sans KR" panose="020B0500000000000000" pitchFamily="34" charset="-127"/>
                <a:ea typeface="Noto Sans KR" panose="020B0500000000000000" pitchFamily="34" charset="-127"/>
              </a:rPr>
              <a:t>차년도 연구개발 내용 </a:t>
            </a:r>
            <a:r>
              <a:rPr lang="en-US" altLang="ko-KR" sz="1800" b="1">
                <a:latin typeface="Noto Sans KR" panose="020B0500000000000000" pitchFamily="34" charset="-127"/>
                <a:ea typeface="Noto Sans KR" panose="020B0500000000000000" pitchFamily="34" charset="-127"/>
              </a:rPr>
              <a:t>– </a:t>
            </a:r>
            <a:r>
              <a:rPr lang="ko-KR" altLang="en-US" sz="1800" b="1">
                <a:latin typeface="Noto Sans KR" panose="020B0500000000000000" pitchFamily="34" charset="-127"/>
                <a:ea typeface="Noto Sans KR" panose="020B0500000000000000" pitchFamily="34" charset="-127"/>
              </a:rPr>
              <a:t>㈜두산전자사업 수지</a:t>
            </a:r>
            <a:endParaRPr lang="ko-KR" altLang="en-US" sz="1800" b="1" dirty="0">
              <a:latin typeface="Noto Sans KR" panose="020B0500000000000000" pitchFamily="34" charset="-127"/>
              <a:ea typeface="Noto Sans KR" panose="020B0500000000000000" pitchFamily="34" charset="-127"/>
            </a:endParaRPr>
          </a:p>
        </p:txBody>
      </p:sp>
      <p:graphicFrame>
        <p:nvGraphicFramePr>
          <p:cNvPr id="10" name="표 9">
            <a:extLst>
              <a:ext uri="{FF2B5EF4-FFF2-40B4-BE49-F238E27FC236}">
                <a16:creationId xmlns:a16="http://schemas.microsoft.com/office/drawing/2014/main" id="{B1051778-460C-3908-2AA2-209CD5367951}"/>
              </a:ext>
            </a:extLst>
          </p:cNvPr>
          <p:cNvGraphicFramePr>
            <a:graphicFrameLocks noGrp="1"/>
          </p:cNvGraphicFramePr>
          <p:nvPr>
            <p:extLst>
              <p:ext uri="{D42A27DB-BD31-4B8C-83A1-F6EECF244321}">
                <p14:modId xmlns:p14="http://schemas.microsoft.com/office/powerpoint/2010/main" val="342936192"/>
              </p:ext>
            </p:extLst>
          </p:nvPr>
        </p:nvGraphicFramePr>
        <p:xfrm>
          <a:off x="269346" y="1227666"/>
          <a:ext cx="9367308" cy="5270160"/>
        </p:xfrm>
        <a:graphic>
          <a:graphicData uri="http://schemas.openxmlformats.org/drawingml/2006/table">
            <a:tbl>
              <a:tblPr bandRow="1">
                <a:tableStyleId>{5C22544A-7EE6-4342-B048-85BDC9FD1C3A}</a:tableStyleId>
              </a:tblPr>
              <a:tblGrid>
                <a:gridCol w="3122436">
                  <a:extLst>
                    <a:ext uri="{9D8B030D-6E8A-4147-A177-3AD203B41FA5}">
                      <a16:colId xmlns:a16="http://schemas.microsoft.com/office/drawing/2014/main" val="1783963196"/>
                    </a:ext>
                  </a:extLst>
                </a:gridCol>
                <a:gridCol w="3122436">
                  <a:extLst>
                    <a:ext uri="{9D8B030D-6E8A-4147-A177-3AD203B41FA5}">
                      <a16:colId xmlns:a16="http://schemas.microsoft.com/office/drawing/2014/main" val="3900016493"/>
                    </a:ext>
                  </a:extLst>
                </a:gridCol>
                <a:gridCol w="3122436">
                  <a:extLst>
                    <a:ext uri="{9D8B030D-6E8A-4147-A177-3AD203B41FA5}">
                      <a16:colId xmlns:a16="http://schemas.microsoft.com/office/drawing/2014/main" val="24642634"/>
                    </a:ext>
                  </a:extLst>
                </a:gridCol>
              </a:tblGrid>
              <a:tr h="370840">
                <a:tc>
                  <a:txBody>
                    <a:bodyPr/>
                    <a:lstStyle/>
                    <a:p>
                      <a:pPr marL="0" marR="0" lvl="0" indent="0" algn="ctr" defTabSz="742950" rtl="0" eaLnBrk="1" fontAlgn="auto" latinLnBrk="1" hangingPunct="1">
                        <a:lnSpc>
                          <a:spcPct val="100000"/>
                        </a:lnSpc>
                        <a:spcBef>
                          <a:spcPts val="0"/>
                        </a:spcBef>
                        <a:spcAft>
                          <a:spcPts val="0"/>
                        </a:spcAft>
                        <a:buClrTx/>
                        <a:buSzTx/>
                        <a:buFontTx/>
                        <a:buNone/>
                        <a:tabLst/>
                        <a:defRPr/>
                      </a:pPr>
                      <a:r>
                        <a:rPr lang="ko-KR" altLang="en-US" sz="1400">
                          <a:latin typeface="Noto Sans KR" panose="020B0200000000000000" pitchFamily="50" charset="-127"/>
                          <a:ea typeface="Noto Sans KR" panose="020B0200000000000000" pitchFamily="50" charset="-127"/>
                        </a:rPr>
                        <a:t>레이돔 일체형 구조의 실환경 </a:t>
                      </a:r>
                      <a:r>
                        <a:rPr lang="en-US" altLang="ko-KR" sz="1400">
                          <a:latin typeface="Noto Sans KR" panose="020B0200000000000000" pitchFamily="50" charset="-127"/>
                          <a:ea typeface="Noto Sans KR" panose="020B0200000000000000" pitchFamily="50" charset="-127"/>
                        </a:rPr>
                        <a:t>RF </a:t>
                      </a:r>
                      <a:r>
                        <a:rPr lang="ko-KR" altLang="en-US" sz="1400">
                          <a:latin typeface="Noto Sans KR" panose="020B0200000000000000" pitchFamily="50" charset="-127"/>
                          <a:ea typeface="Noto Sans KR" panose="020B0200000000000000" pitchFamily="50" charset="-127"/>
                        </a:rPr>
                        <a:t>특성</a:t>
                      </a:r>
                      <a:endParaRPr lang="en-US" altLang="ko-KR" sz="1400">
                        <a:latin typeface="Noto Sans KR" panose="020B0200000000000000" pitchFamily="50" charset="-127"/>
                        <a:ea typeface="Noto Sans KR" panose="020B0200000000000000" pitchFamily="50" charset="-127"/>
                      </a:endParaRPr>
                    </a:p>
                    <a:p>
                      <a:pPr marL="0" marR="0" lvl="0" indent="0" algn="ctr" defTabSz="742950" rtl="0" eaLnBrk="1" fontAlgn="auto" latinLnBrk="1" hangingPunct="1">
                        <a:lnSpc>
                          <a:spcPct val="100000"/>
                        </a:lnSpc>
                        <a:spcBef>
                          <a:spcPts val="0"/>
                        </a:spcBef>
                        <a:spcAft>
                          <a:spcPts val="0"/>
                        </a:spcAft>
                        <a:buClrTx/>
                        <a:buSzTx/>
                        <a:buFontTx/>
                        <a:buNone/>
                        <a:tabLst/>
                        <a:defRPr/>
                      </a:pPr>
                      <a:r>
                        <a:rPr lang="ko-KR" altLang="en-US" sz="1400">
                          <a:latin typeface="Noto Sans KR" panose="020B0200000000000000" pitchFamily="50" charset="-127"/>
                          <a:ea typeface="Noto Sans KR" panose="020B0200000000000000" pitchFamily="50" charset="-127"/>
                        </a:rPr>
                        <a:t>통합 최적화</a:t>
                      </a:r>
                      <a:endParaRPr lang="en-US" altLang="ko-KR" sz="1400">
                        <a:latin typeface="Noto Sans KR" panose="020B0200000000000000" pitchFamily="50" charset="-127"/>
                        <a:ea typeface="Noto Sans KR" panose="020B0200000000000000" pitchFamily="50" charset="-127"/>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marR="0" lvl="0" indent="0" algn="ctr" defTabSz="742950" rtl="0" eaLnBrk="1" fontAlgn="auto" latinLnBrk="1" hangingPunct="1">
                        <a:lnSpc>
                          <a:spcPct val="100000"/>
                        </a:lnSpc>
                        <a:spcBef>
                          <a:spcPts val="0"/>
                        </a:spcBef>
                        <a:spcAft>
                          <a:spcPts val="0"/>
                        </a:spcAft>
                        <a:buClrTx/>
                        <a:buSzTx/>
                        <a:buFontTx/>
                        <a:buNone/>
                        <a:tabLst/>
                        <a:defRPr/>
                      </a:pPr>
                      <a:r>
                        <a:rPr lang="ko-KR" altLang="en-US" sz="1400">
                          <a:latin typeface="Noto Sans KR" panose="020B0200000000000000" pitchFamily="50" charset="-127"/>
                          <a:ea typeface="Noto Sans KR" panose="020B0200000000000000" pitchFamily="50" charset="-127"/>
                        </a:rPr>
                        <a:t>실환경 조건 통합 시스템 안정성</a:t>
                      </a:r>
                      <a:r>
                        <a:rPr lang="en-US" altLang="ko-KR" sz="1400">
                          <a:latin typeface="Noto Sans KR" panose="020B0200000000000000" pitchFamily="50" charset="-127"/>
                          <a:ea typeface="Noto Sans KR" panose="020B0200000000000000" pitchFamily="50" charset="-127"/>
                        </a:rPr>
                        <a:t>·</a:t>
                      </a:r>
                      <a:r>
                        <a:rPr lang="ko-KR" altLang="en-US" sz="1400">
                          <a:latin typeface="Noto Sans KR" panose="020B0200000000000000" pitchFamily="50" charset="-127"/>
                          <a:ea typeface="Noto Sans KR" panose="020B0200000000000000" pitchFamily="50" charset="-127"/>
                        </a:rPr>
                        <a:t>빔포밍 특성 연구</a:t>
                      </a:r>
                      <a:endParaRPr lang="en-US" altLang="ko-KR" sz="1400">
                        <a:latin typeface="Noto Sans KR" panose="020B0200000000000000" pitchFamily="50" charset="-127"/>
                        <a:ea typeface="Noto Sans KR" panose="020B0200000000000000" pitchFamily="50" charset="-127"/>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marR="0" lvl="0" indent="0" algn="ctr" defTabSz="742950" rtl="0" eaLnBrk="1" fontAlgn="auto" latinLnBrk="1" hangingPunct="1">
                        <a:lnSpc>
                          <a:spcPct val="100000"/>
                        </a:lnSpc>
                        <a:spcBef>
                          <a:spcPts val="0"/>
                        </a:spcBef>
                        <a:spcAft>
                          <a:spcPts val="0"/>
                        </a:spcAft>
                        <a:buClrTx/>
                        <a:buSzTx/>
                        <a:buFontTx/>
                        <a:buNone/>
                        <a:tabLst/>
                        <a:defRPr/>
                      </a:pPr>
                      <a:r>
                        <a:rPr lang="en-US" altLang="ko-KR" sz="1400">
                          <a:latin typeface="Noto Sans KR" panose="020B0200000000000000" pitchFamily="50" charset="-127"/>
                          <a:ea typeface="Noto Sans KR" panose="020B0200000000000000" pitchFamily="50" charset="-127"/>
                        </a:rPr>
                        <a:t>SET </a:t>
                      </a:r>
                      <a:r>
                        <a:rPr lang="ko-KR" altLang="en-US" sz="1400">
                          <a:latin typeface="Noto Sans KR" panose="020B0200000000000000" pitchFamily="50" charset="-127"/>
                          <a:ea typeface="Noto Sans KR" panose="020B0200000000000000" pitchFamily="50" charset="-127"/>
                        </a:rPr>
                        <a:t>제조사 </a:t>
                      </a:r>
                      <a:r>
                        <a:rPr lang="en-US" altLang="ko-KR" sz="1400">
                          <a:latin typeface="Noto Sans KR" panose="020B0200000000000000" pitchFamily="50" charset="-127"/>
                          <a:ea typeface="Noto Sans KR" panose="020B0200000000000000" pitchFamily="50" charset="-127"/>
                        </a:rPr>
                        <a:t>RFQ </a:t>
                      </a:r>
                      <a:r>
                        <a:rPr lang="ko-KR" altLang="en-US" sz="1400">
                          <a:latin typeface="Noto Sans KR" panose="020B0200000000000000" pitchFamily="50" charset="-127"/>
                          <a:ea typeface="Noto Sans KR" panose="020B0200000000000000" pitchFamily="50" charset="-127"/>
                        </a:rPr>
                        <a:t>대응 및 </a:t>
                      </a:r>
                      <a:r>
                        <a:rPr lang="en-US" altLang="ko-KR" sz="1400">
                          <a:latin typeface="Noto Sans KR" panose="020B0200000000000000" pitchFamily="50" charset="-127"/>
                          <a:ea typeface="Noto Sans KR" panose="020B0200000000000000" pitchFamily="50" charset="-127"/>
                        </a:rPr>
                        <a:t>3GPP </a:t>
                      </a:r>
                      <a:r>
                        <a:rPr lang="ko-KR" altLang="en-US" sz="1400">
                          <a:latin typeface="Noto Sans KR" panose="020B0200000000000000" pitchFamily="50" charset="-127"/>
                          <a:ea typeface="Noto Sans KR" panose="020B0200000000000000" pitchFamily="50" charset="-127"/>
                        </a:rPr>
                        <a:t>표준</a:t>
                      </a:r>
                      <a:endParaRPr lang="en-US" altLang="ko-KR" sz="1400">
                        <a:latin typeface="Noto Sans KR" panose="020B0200000000000000" pitchFamily="50" charset="-127"/>
                        <a:ea typeface="Noto Sans KR" panose="020B0200000000000000" pitchFamily="50" charset="-127"/>
                      </a:endParaRPr>
                    </a:p>
                    <a:p>
                      <a:pPr marL="0" marR="0" lvl="0" indent="0" algn="ctr" defTabSz="742950" rtl="0" eaLnBrk="1" fontAlgn="auto" latinLnBrk="1" hangingPunct="1">
                        <a:lnSpc>
                          <a:spcPct val="100000"/>
                        </a:lnSpc>
                        <a:spcBef>
                          <a:spcPts val="0"/>
                        </a:spcBef>
                        <a:spcAft>
                          <a:spcPts val="0"/>
                        </a:spcAft>
                        <a:buClrTx/>
                        <a:buSzTx/>
                        <a:buFontTx/>
                        <a:buNone/>
                        <a:tabLst/>
                        <a:defRPr/>
                      </a:pPr>
                      <a:r>
                        <a:rPr lang="ko-KR" altLang="en-US" sz="1400">
                          <a:latin typeface="Noto Sans KR" panose="020B0200000000000000" pitchFamily="50" charset="-127"/>
                          <a:ea typeface="Noto Sans KR" panose="020B0200000000000000" pitchFamily="50" charset="-127"/>
                        </a:rPr>
                        <a:t>기반 </a:t>
                      </a:r>
                      <a:r>
                        <a:rPr lang="en-US" altLang="ko-KR" sz="1400">
                          <a:latin typeface="Noto Sans KR" panose="020B0200000000000000" pitchFamily="50" charset="-127"/>
                          <a:ea typeface="Noto Sans KR" panose="020B0200000000000000" pitchFamily="50" charset="-127"/>
                        </a:rPr>
                        <a:t>Scalable </a:t>
                      </a:r>
                      <a:r>
                        <a:rPr lang="ko-KR" altLang="en-US" sz="1400">
                          <a:latin typeface="Noto Sans KR" panose="020B0200000000000000" pitchFamily="50" charset="-127"/>
                          <a:ea typeface="Noto Sans KR" panose="020B0200000000000000" pitchFamily="50" charset="-127"/>
                        </a:rPr>
                        <a:t>배치 연구</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411560133"/>
                  </a:ext>
                </a:extLst>
              </a:tr>
              <a:tr h="4752000">
                <a:tc>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56379331"/>
                  </a:ext>
                </a:extLst>
              </a:tr>
            </a:tbl>
          </a:graphicData>
        </a:graphic>
      </p:graphicFrame>
      <p:sp>
        <p:nvSpPr>
          <p:cNvPr id="25" name="TextBox 24">
            <a:extLst>
              <a:ext uri="{FF2B5EF4-FFF2-40B4-BE49-F238E27FC236}">
                <a16:creationId xmlns:a16="http://schemas.microsoft.com/office/drawing/2014/main" id="{42EAAE15-6022-7CBE-51C1-000BF8544189}"/>
              </a:ext>
            </a:extLst>
          </p:cNvPr>
          <p:cNvSpPr txBox="1"/>
          <p:nvPr/>
        </p:nvSpPr>
        <p:spPr>
          <a:xfrm>
            <a:off x="329665" y="5112835"/>
            <a:ext cx="2957281" cy="1200329"/>
          </a:xfrm>
          <a:prstGeom prst="rect">
            <a:avLst/>
          </a:prstGeom>
          <a:noFill/>
        </p:spPr>
        <p:txBody>
          <a:bodyPr wrap="square" rtlCol="0">
            <a:spAutoFit/>
          </a:bodyPr>
          <a:lstStyle/>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레이돔</a:t>
            </a:r>
            <a:r>
              <a:rPr lang="en-US" altLang="ko-KR" sz="1200">
                <a:latin typeface="Noto Sans KR" panose="020B0200000000000000" pitchFamily="50" charset="-127"/>
                <a:ea typeface="Noto Sans KR" panose="020B0200000000000000" pitchFamily="50" charset="-127"/>
              </a:rPr>
              <a:t>-</a:t>
            </a:r>
            <a:r>
              <a:rPr lang="ko-KR" altLang="en-US" sz="1200">
                <a:latin typeface="Noto Sans KR" panose="020B0200000000000000" pitchFamily="50" charset="-127"/>
                <a:ea typeface="Noto Sans KR" panose="020B0200000000000000" pitchFamily="50" charset="-127"/>
              </a:rPr>
              <a:t>메타표면</a:t>
            </a:r>
            <a:r>
              <a:rPr lang="en-US" altLang="ko-KR" sz="1200">
                <a:latin typeface="Noto Sans KR" panose="020B0200000000000000" pitchFamily="50" charset="-127"/>
                <a:ea typeface="Noto Sans KR" panose="020B0200000000000000" pitchFamily="50" charset="-127"/>
              </a:rPr>
              <a:t>-</a:t>
            </a:r>
            <a:r>
              <a:rPr lang="ko-KR" altLang="en-US" sz="1200">
                <a:latin typeface="Noto Sans KR" panose="020B0200000000000000" pitchFamily="50" charset="-127"/>
                <a:ea typeface="Noto Sans KR" panose="020B0200000000000000" pitchFamily="50" charset="-127"/>
              </a:rPr>
              <a:t>안테나 일체형 구조에서의 전자기적 특성 연구</a:t>
            </a:r>
            <a:endParaRPr lang="en-US" altLang="ko-KR" sz="1200">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통합 구조 적용에 따른 주파수 응답 및 방사 특성 변화 분석</a:t>
            </a:r>
            <a:endParaRPr lang="en-US" altLang="ko-KR" sz="1200">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구조 통합에 따른 손실</a:t>
            </a:r>
            <a:r>
              <a:rPr lang="en-US" altLang="ko-KR" sz="1200">
                <a:latin typeface="Noto Sans KR" panose="020B0200000000000000" pitchFamily="50" charset="-127"/>
                <a:ea typeface="Noto Sans KR" panose="020B0200000000000000" pitchFamily="50" charset="-127"/>
              </a:rPr>
              <a:t>, coupling </a:t>
            </a:r>
            <a:r>
              <a:rPr lang="ko-KR" altLang="en-US" sz="1200">
                <a:latin typeface="Noto Sans KR" panose="020B0200000000000000" pitchFamily="50" charset="-127"/>
                <a:ea typeface="Noto Sans KR" panose="020B0200000000000000" pitchFamily="50" charset="-127"/>
              </a:rPr>
              <a:t>및  상호 영향 매커니즘 연구</a:t>
            </a:r>
          </a:p>
        </p:txBody>
      </p:sp>
      <p:sp>
        <p:nvSpPr>
          <p:cNvPr id="26" name="TextBox 25">
            <a:extLst>
              <a:ext uri="{FF2B5EF4-FFF2-40B4-BE49-F238E27FC236}">
                <a16:creationId xmlns:a16="http://schemas.microsoft.com/office/drawing/2014/main" id="{FAF3236D-A931-F096-CB69-457B0D5F508E}"/>
              </a:ext>
            </a:extLst>
          </p:cNvPr>
          <p:cNvSpPr txBox="1"/>
          <p:nvPr/>
        </p:nvSpPr>
        <p:spPr>
          <a:xfrm>
            <a:off x="3474358" y="5112835"/>
            <a:ext cx="2957281" cy="1200329"/>
          </a:xfrm>
          <a:prstGeom prst="rect">
            <a:avLst/>
          </a:prstGeom>
          <a:noFill/>
        </p:spPr>
        <p:txBody>
          <a:bodyPr wrap="square" rtlCol="0">
            <a:spAutoFit/>
          </a:bodyPr>
          <a:lstStyle/>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온도</a:t>
            </a:r>
            <a:r>
              <a:rPr lang="en-US" altLang="ko-KR" sz="1200">
                <a:latin typeface="Noto Sans KR" panose="020B0200000000000000" pitchFamily="50" charset="-127"/>
                <a:ea typeface="Noto Sans KR" panose="020B0200000000000000" pitchFamily="50" charset="-127"/>
              </a:rPr>
              <a:t>, </a:t>
            </a:r>
            <a:r>
              <a:rPr lang="ko-KR" altLang="en-US" sz="1200">
                <a:latin typeface="Noto Sans KR" panose="020B0200000000000000" pitchFamily="50" charset="-127"/>
                <a:ea typeface="Noto Sans KR" panose="020B0200000000000000" pitchFamily="50" charset="-127"/>
              </a:rPr>
              <a:t>습도 등 환경 변화 조건에서의 통합 시스템 </a:t>
            </a:r>
            <a:r>
              <a:rPr lang="en-US" altLang="ko-KR" sz="1200">
                <a:latin typeface="Noto Sans KR" panose="020B0200000000000000" pitchFamily="50" charset="-127"/>
                <a:ea typeface="Noto Sans KR" panose="020B0200000000000000" pitchFamily="50" charset="-127"/>
              </a:rPr>
              <a:t>RF </a:t>
            </a:r>
            <a:r>
              <a:rPr lang="ko-KR" altLang="en-US" sz="1200">
                <a:latin typeface="Noto Sans KR" panose="020B0200000000000000" pitchFamily="50" charset="-127"/>
                <a:ea typeface="Noto Sans KR" panose="020B0200000000000000" pitchFamily="50" charset="-127"/>
              </a:rPr>
              <a:t>성능에 관한 연구</a:t>
            </a:r>
            <a:endParaRPr lang="en-US" altLang="ko-KR" sz="1200">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상부 구조</a:t>
            </a:r>
            <a:r>
              <a:rPr lang="en-US" altLang="ko-KR" sz="1200">
                <a:latin typeface="Noto Sans KR" panose="020B0200000000000000" pitchFamily="50" charset="-127"/>
                <a:ea typeface="Noto Sans KR" panose="020B0200000000000000" pitchFamily="50" charset="-127"/>
              </a:rPr>
              <a:t>(</a:t>
            </a:r>
            <a:r>
              <a:rPr lang="ko-KR" altLang="en-US" sz="1200">
                <a:latin typeface="Noto Sans KR" panose="020B0200000000000000" pitchFamily="50" charset="-127"/>
                <a:ea typeface="Noto Sans KR" panose="020B0200000000000000" pitchFamily="50" charset="-127"/>
              </a:rPr>
              <a:t>레이돔</a:t>
            </a:r>
            <a:r>
              <a:rPr lang="en-US" altLang="ko-KR" sz="1200">
                <a:latin typeface="Noto Sans KR" panose="020B0200000000000000" pitchFamily="50" charset="-127"/>
                <a:ea typeface="Noto Sans KR" panose="020B0200000000000000" pitchFamily="50" charset="-127"/>
              </a:rPr>
              <a:t>/</a:t>
            </a:r>
            <a:r>
              <a:rPr lang="ko-KR" altLang="en-US" sz="1200">
                <a:latin typeface="Noto Sans KR" panose="020B0200000000000000" pitchFamily="50" charset="-127"/>
                <a:ea typeface="Noto Sans KR" panose="020B0200000000000000" pitchFamily="50" charset="-127"/>
              </a:rPr>
              <a:t>메타표면</a:t>
            </a:r>
            <a:r>
              <a:rPr lang="en-US" altLang="ko-KR" sz="1200">
                <a:latin typeface="Noto Sans KR" panose="020B0200000000000000" pitchFamily="50" charset="-127"/>
                <a:ea typeface="Noto Sans KR" panose="020B0200000000000000" pitchFamily="50" charset="-127"/>
              </a:rPr>
              <a:t>)</a:t>
            </a:r>
            <a:r>
              <a:rPr lang="ko-KR" altLang="en-US" sz="1200">
                <a:latin typeface="Noto Sans KR" panose="020B0200000000000000" pitchFamily="50" charset="-127"/>
                <a:ea typeface="Noto Sans KR" panose="020B0200000000000000" pitchFamily="50" charset="-127"/>
              </a:rPr>
              <a:t>에 의한 빔 왜곡 및 손실 영향 분석</a:t>
            </a:r>
            <a:endParaRPr lang="en-US" altLang="ko-KR" sz="1200">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환경 변화에 따른 통합 시스템 성능 안정성 및 변동 특성 연구</a:t>
            </a:r>
            <a:endParaRPr lang="en-US" altLang="ko-KR" sz="1200">
              <a:latin typeface="Noto Sans KR" panose="020B0200000000000000" pitchFamily="50" charset="-127"/>
              <a:ea typeface="Noto Sans KR" panose="020B0200000000000000" pitchFamily="50" charset="-127"/>
            </a:endParaRPr>
          </a:p>
        </p:txBody>
      </p:sp>
      <p:sp>
        <p:nvSpPr>
          <p:cNvPr id="27" name="TextBox 26">
            <a:extLst>
              <a:ext uri="{FF2B5EF4-FFF2-40B4-BE49-F238E27FC236}">
                <a16:creationId xmlns:a16="http://schemas.microsoft.com/office/drawing/2014/main" id="{1DE29B95-3CEE-089C-34AC-0607CC9BDDB5}"/>
              </a:ext>
            </a:extLst>
          </p:cNvPr>
          <p:cNvSpPr txBox="1"/>
          <p:nvPr/>
        </p:nvSpPr>
        <p:spPr>
          <a:xfrm>
            <a:off x="6576703" y="5112835"/>
            <a:ext cx="2957281" cy="830997"/>
          </a:xfrm>
          <a:prstGeom prst="rect">
            <a:avLst/>
          </a:prstGeom>
          <a:noFill/>
        </p:spPr>
        <p:txBody>
          <a:bodyPr wrap="square" rtlCol="0">
            <a:spAutoFit/>
          </a:bodyPr>
          <a:lstStyle/>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위성 </a:t>
            </a:r>
            <a:r>
              <a:rPr lang="en-US" altLang="ko-KR" sz="1200">
                <a:latin typeface="Noto Sans KR" panose="020B0200000000000000" pitchFamily="50" charset="-127"/>
                <a:ea typeface="Noto Sans KR" panose="020B0200000000000000" pitchFamily="50" charset="-127"/>
              </a:rPr>
              <a:t>NTN </a:t>
            </a:r>
            <a:r>
              <a:rPr lang="ko-KR" altLang="en-US" sz="1200">
                <a:latin typeface="Noto Sans KR" panose="020B0200000000000000" pitchFamily="50" charset="-127"/>
                <a:ea typeface="Noto Sans KR" panose="020B0200000000000000" pitchFamily="50" charset="-127"/>
              </a:rPr>
              <a:t>통신 </a:t>
            </a:r>
            <a:r>
              <a:rPr lang="en-US" altLang="ko-KR" sz="1200">
                <a:latin typeface="Noto Sans KR" panose="020B0200000000000000" pitchFamily="50" charset="-127"/>
                <a:ea typeface="Noto Sans KR" panose="020B0200000000000000" pitchFamily="50" charset="-127"/>
              </a:rPr>
              <a:t>3GPP Rel. </a:t>
            </a:r>
            <a:r>
              <a:rPr lang="ko-KR" altLang="en-US" sz="1200">
                <a:latin typeface="Noto Sans KR" panose="020B0200000000000000" pitchFamily="50" charset="-127"/>
                <a:ea typeface="Noto Sans KR" panose="020B0200000000000000" pitchFamily="50" charset="-127"/>
              </a:rPr>
              <a:t>기반 지상 단말 모듈 개정 표준 스펙 분석</a:t>
            </a:r>
            <a:endParaRPr lang="en-US" altLang="ko-KR" sz="1200">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표준 스펙 기반 </a:t>
            </a:r>
            <a:r>
              <a:rPr lang="en-US" altLang="ko-KR" sz="1200">
                <a:latin typeface="Noto Sans KR" panose="020B0200000000000000" pitchFamily="50" charset="-127"/>
                <a:ea typeface="Noto Sans KR" panose="020B0200000000000000" pitchFamily="50" charset="-127"/>
              </a:rPr>
              <a:t>Scalable </a:t>
            </a:r>
            <a:r>
              <a:rPr lang="ko-KR" altLang="en-US" sz="1200">
                <a:latin typeface="Noto Sans KR" panose="020B0200000000000000" pitchFamily="50" charset="-127"/>
                <a:ea typeface="Noto Sans KR" panose="020B0200000000000000" pitchFamily="50" charset="-127"/>
              </a:rPr>
              <a:t>구조 배치 연구 </a:t>
            </a:r>
            <a:endParaRPr lang="en-US" altLang="ko-KR" sz="1200">
              <a:latin typeface="Noto Sans KR" panose="020B0200000000000000" pitchFamily="50" charset="-127"/>
              <a:ea typeface="Noto Sans KR" panose="020B0200000000000000" pitchFamily="50" charset="-127"/>
            </a:endParaRPr>
          </a:p>
        </p:txBody>
      </p:sp>
      <p:sp>
        <p:nvSpPr>
          <p:cNvPr id="3" name="TextBox 2">
            <a:extLst>
              <a:ext uri="{FF2B5EF4-FFF2-40B4-BE49-F238E27FC236}">
                <a16:creationId xmlns:a16="http://schemas.microsoft.com/office/drawing/2014/main" id="{D1F89D14-E344-5DAA-DACC-8DDFAD6F675B}"/>
              </a:ext>
            </a:extLst>
          </p:cNvPr>
          <p:cNvSpPr txBox="1"/>
          <p:nvPr/>
        </p:nvSpPr>
        <p:spPr>
          <a:xfrm>
            <a:off x="136187" y="729574"/>
            <a:ext cx="9523379" cy="338554"/>
          </a:xfrm>
          <a:prstGeom prst="rect">
            <a:avLst/>
          </a:prstGeom>
          <a:noFill/>
        </p:spPr>
        <p:txBody>
          <a:bodyPr wrap="square" rtlCol="0">
            <a:spAutoFit/>
          </a:bodyPr>
          <a:lstStyle/>
          <a:p>
            <a:r>
              <a:rPr lang="ko-KR" altLang="en-US" sz="1600" b="1">
                <a:latin typeface="Noto Sans KR" panose="020B0200000000000000" pitchFamily="50" charset="-127"/>
                <a:ea typeface="Noto Sans KR" panose="020B0200000000000000" pitchFamily="50" charset="-127"/>
              </a:rPr>
              <a:t>핵심목표</a:t>
            </a:r>
            <a:r>
              <a:rPr lang="en-US" altLang="ko-KR" sz="1600" b="1">
                <a:latin typeface="Noto Sans KR" panose="020B0200000000000000" pitchFamily="50" charset="-127"/>
                <a:ea typeface="Noto Sans KR" panose="020B0200000000000000" pitchFamily="50" charset="-127"/>
              </a:rPr>
              <a:t>: N x Unit module </a:t>
            </a:r>
            <a:r>
              <a:rPr lang="ko-KR" altLang="en-US" sz="1600" b="1">
                <a:latin typeface="Noto Sans KR" panose="020B0200000000000000" pitchFamily="50" charset="-127"/>
                <a:ea typeface="Noto Sans KR" panose="020B0200000000000000" pitchFamily="50" charset="-127"/>
              </a:rPr>
              <a:t>모듈 성능 검증 및 최적화</a:t>
            </a:r>
            <a:endParaRPr lang="en-US" altLang="ko-KR" sz="1600" b="1">
              <a:latin typeface="Noto Sans KR" panose="020B0200000000000000" pitchFamily="50" charset="-127"/>
              <a:ea typeface="Noto Sans KR" panose="020B0200000000000000" pitchFamily="50" charset="-127"/>
            </a:endParaRPr>
          </a:p>
        </p:txBody>
      </p:sp>
      <p:pic>
        <p:nvPicPr>
          <p:cNvPr id="7" name="그림 6">
            <a:extLst>
              <a:ext uri="{FF2B5EF4-FFF2-40B4-BE49-F238E27FC236}">
                <a16:creationId xmlns:a16="http://schemas.microsoft.com/office/drawing/2014/main" id="{D64BED0B-A41A-63CE-384A-2286F2E1A906}"/>
              </a:ext>
            </a:extLst>
          </p:cNvPr>
          <p:cNvPicPr>
            <a:picLocks noChangeAspect="1"/>
          </p:cNvPicPr>
          <p:nvPr/>
        </p:nvPicPr>
        <p:blipFill>
          <a:blip r:embed="rId2"/>
          <a:stretch>
            <a:fillRect/>
          </a:stretch>
        </p:blipFill>
        <p:spPr>
          <a:xfrm>
            <a:off x="540521" y="1823166"/>
            <a:ext cx="2535567" cy="1706528"/>
          </a:xfrm>
          <a:prstGeom prst="rect">
            <a:avLst/>
          </a:prstGeom>
        </p:spPr>
      </p:pic>
      <p:pic>
        <p:nvPicPr>
          <p:cNvPr id="12" name="그림 11">
            <a:extLst>
              <a:ext uri="{FF2B5EF4-FFF2-40B4-BE49-F238E27FC236}">
                <a16:creationId xmlns:a16="http://schemas.microsoft.com/office/drawing/2014/main" id="{A994CA26-1F03-4F73-DCEC-32BCB60DBC8E}"/>
              </a:ext>
            </a:extLst>
          </p:cNvPr>
          <p:cNvPicPr>
            <a:picLocks noChangeAspect="1"/>
          </p:cNvPicPr>
          <p:nvPr/>
        </p:nvPicPr>
        <p:blipFill>
          <a:blip r:embed="rId3"/>
          <a:stretch>
            <a:fillRect/>
          </a:stretch>
        </p:blipFill>
        <p:spPr>
          <a:xfrm>
            <a:off x="826048" y="3529694"/>
            <a:ext cx="1964511" cy="1575926"/>
          </a:xfrm>
          <a:prstGeom prst="rect">
            <a:avLst/>
          </a:prstGeom>
        </p:spPr>
      </p:pic>
      <p:pic>
        <p:nvPicPr>
          <p:cNvPr id="16" name="그림 15">
            <a:extLst>
              <a:ext uri="{FF2B5EF4-FFF2-40B4-BE49-F238E27FC236}">
                <a16:creationId xmlns:a16="http://schemas.microsoft.com/office/drawing/2014/main" id="{7B295400-CDF0-1802-B78A-DBDA5498CE5D}"/>
              </a:ext>
            </a:extLst>
          </p:cNvPr>
          <p:cNvPicPr>
            <a:picLocks noChangeAspect="1"/>
          </p:cNvPicPr>
          <p:nvPr/>
        </p:nvPicPr>
        <p:blipFill>
          <a:blip r:embed="rId4"/>
          <a:stretch>
            <a:fillRect/>
          </a:stretch>
        </p:blipFill>
        <p:spPr>
          <a:xfrm>
            <a:off x="6667853" y="1948470"/>
            <a:ext cx="2774979" cy="1286722"/>
          </a:xfrm>
          <a:prstGeom prst="rect">
            <a:avLst/>
          </a:prstGeom>
        </p:spPr>
      </p:pic>
      <p:sp>
        <p:nvSpPr>
          <p:cNvPr id="18" name="직사각형 17">
            <a:extLst>
              <a:ext uri="{FF2B5EF4-FFF2-40B4-BE49-F238E27FC236}">
                <a16:creationId xmlns:a16="http://schemas.microsoft.com/office/drawing/2014/main" id="{178A3B19-54AB-B1E7-7E29-A9610411BFBD}"/>
              </a:ext>
            </a:extLst>
          </p:cNvPr>
          <p:cNvSpPr/>
          <p:nvPr/>
        </p:nvSpPr>
        <p:spPr>
          <a:xfrm>
            <a:off x="349121" y="1805614"/>
            <a:ext cx="2957281" cy="170652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직사각형 18">
            <a:extLst>
              <a:ext uri="{FF2B5EF4-FFF2-40B4-BE49-F238E27FC236}">
                <a16:creationId xmlns:a16="http://schemas.microsoft.com/office/drawing/2014/main" id="{A87B417C-16F2-EC09-42C1-4B90B5A47032}"/>
              </a:ext>
            </a:extLst>
          </p:cNvPr>
          <p:cNvSpPr/>
          <p:nvPr/>
        </p:nvSpPr>
        <p:spPr>
          <a:xfrm>
            <a:off x="349121" y="3529694"/>
            <a:ext cx="2957281" cy="160069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직사각형 19">
            <a:extLst>
              <a:ext uri="{FF2B5EF4-FFF2-40B4-BE49-F238E27FC236}">
                <a16:creationId xmlns:a16="http://schemas.microsoft.com/office/drawing/2014/main" id="{B2B81C8A-0F8D-F3E4-8236-C0654F143751}"/>
              </a:ext>
            </a:extLst>
          </p:cNvPr>
          <p:cNvSpPr/>
          <p:nvPr/>
        </p:nvSpPr>
        <p:spPr>
          <a:xfrm>
            <a:off x="3474357" y="1823166"/>
            <a:ext cx="2957281" cy="152314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a:extLst>
              <a:ext uri="{FF2B5EF4-FFF2-40B4-BE49-F238E27FC236}">
                <a16:creationId xmlns:a16="http://schemas.microsoft.com/office/drawing/2014/main" id="{AEF89A49-EAF4-21F6-FF23-2FD7A13E3F52}"/>
              </a:ext>
            </a:extLst>
          </p:cNvPr>
          <p:cNvSpPr/>
          <p:nvPr/>
        </p:nvSpPr>
        <p:spPr>
          <a:xfrm>
            <a:off x="6576701" y="1823166"/>
            <a:ext cx="2957281" cy="160069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3" name="그림 22">
            <a:extLst>
              <a:ext uri="{FF2B5EF4-FFF2-40B4-BE49-F238E27FC236}">
                <a16:creationId xmlns:a16="http://schemas.microsoft.com/office/drawing/2014/main" id="{2736565A-C682-0AC7-7D87-7513B35E701F}"/>
              </a:ext>
            </a:extLst>
          </p:cNvPr>
          <p:cNvPicPr>
            <a:picLocks noChangeAspect="1"/>
          </p:cNvPicPr>
          <p:nvPr/>
        </p:nvPicPr>
        <p:blipFill>
          <a:blip r:embed="rId5"/>
          <a:stretch>
            <a:fillRect/>
          </a:stretch>
        </p:blipFill>
        <p:spPr>
          <a:xfrm>
            <a:off x="3497802" y="1897498"/>
            <a:ext cx="1487334" cy="1337694"/>
          </a:xfrm>
          <a:prstGeom prst="rect">
            <a:avLst/>
          </a:prstGeom>
        </p:spPr>
      </p:pic>
      <p:pic>
        <p:nvPicPr>
          <p:cNvPr id="28" name="그림 27">
            <a:extLst>
              <a:ext uri="{FF2B5EF4-FFF2-40B4-BE49-F238E27FC236}">
                <a16:creationId xmlns:a16="http://schemas.microsoft.com/office/drawing/2014/main" id="{979A5089-7A55-2A3B-D65E-5CCB878D6199}"/>
              </a:ext>
            </a:extLst>
          </p:cNvPr>
          <p:cNvPicPr>
            <a:picLocks noChangeAspect="1"/>
          </p:cNvPicPr>
          <p:nvPr/>
        </p:nvPicPr>
        <p:blipFill>
          <a:blip r:embed="rId6"/>
          <a:stretch>
            <a:fillRect/>
          </a:stretch>
        </p:blipFill>
        <p:spPr>
          <a:xfrm>
            <a:off x="4931697" y="1897498"/>
            <a:ext cx="1466810" cy="1355759"/>
          </a:xfrm>
          <a:prstGeom prst="rect">
            <a:avLst/>
          </a:prstGeom>
        </p:spPr>
      </p:pic>
      <p:sp>
        <p:nvSpPr>
          <p:cNvPr id="29" name="직사각형 28">
            <a:extLst>
              <a:ext uri="{FF2B5EF4-FFF2-40B4-BE49-F238E27FC236}">
                <a16:creationId xmlns:a16="http://schemas.microsoft.com/office/drawing/2014/main" id="{A82DB57D-9C86-3B19-3567-DBF2195D9E18}"/>
              </a:ext>
            </a:extLst>
          </p:cNvPr>
          <p:cNvSpPr/>
          <p:nvPr/>
        </p:nvSpPr>
        <p:spPr>
          <a:xfrm>
            <a:off x="3474357" y="3494059"/>
            <a:ext cx="2957281" cy="160891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31" name="그림 30">
            <a:extLst>
              <a:ext uri="{FF2B5EF4-FFF2-40B4-BE49-F238E27FC236}">
                <a16:creationId xmlns:a16="http://schemas.microsoft.com/office/drawing/2014/main" id="{3E3CDC89-08B8-425C-0E8B-C624F1AD9840}"/>
              </a:ext>
            </a:extLst>
          </p:cNvPr>
          <p:cNvPicPr>
            <a:picLocks noChangeAspect="1"/>
          </p:cNvPicPr>
          <p:nvPr/>
        </p:nvPicPr>
        <p:blipFill>
          <a:blip r:embed="rId7"/>
          <a:stretch>
            <a:fillRect/>
          </a:stretch>
        </p:blipFill>
        <p:spPr>
          <a:xfrm>
            <a:off x="3497801" y="3641849"/>
            <a:ext cx="1433895" cy="1315542"/>
          </a:xfrm>
          <a:prstGeom prst="rect">
            <a:avLst/>
          </a:prstGeom>
        </p:spPr>
      </p:pic>
      <p:pic>
        <p:nvPicPr>
          <p:cNvPr id="33" name="그림 32">
            <a:extLst>
              <a:ext uri="{FF2B5EF4-FFF2-40B4-BE49-F238E27FC236}">
                <a16:creationId xmlns:a16="http://schemas.microsoft.com/office/drawing/2014/main" id="{8BAEF3CA-7C7E-D62A-966F-268BE242F96D}"/>
              </a:ext>
            </a:extLst>
          </p:cNvPr>
          <p:cNvPicPr>
            <a:picLocks noChangeAspect="1"/>
          </p:cNvPicPr>
          <p:nvPr/>
        </p:nvPicPr>
        <p:blipFill>
          <a:blip r:embed="rId8"/>
          <a:stretch>
            <a:fillRect/>
          </a:stretch>
        </p:blipFill>
        <p:spPr>
          <a:xfrm>
            <a:off x="4964612" y="3641849"/>
            <a:ext cx="1433895" cy="1323241"/>
          </a:xfrm>
          <a:prstGeom prst="rect">
            <a:avLst/>
          </a:prstGeom>
        </p:spPr>
      </p:pic>
      <p:sp>
        <p:nvSpPr>
          <p:cNvPr id="36" name="직사각형 35">
            <a:extLst>
              <a:ext uri="{FF2B5EF4-FFF2-40B4-BE49-F238E27FC236}">
                <a16:creationId xmlns:a16="http://schemas.microsoft.com/office/drawing/2014/main" id="{55903835-00EE-C165-0E7B-D2C5CCEFBBBC}"/>
              </a:ext>
            </a:extLst>
          </p:cNvPr>
          <p:cNvSpPr/>
          <p:nvPr/>
        </p:nvSpPr>
        <p:spPr>
          <a:xfrm>
            <a:off x="6576701" y="3468000"/>
            <a:ext cx="2957281" cy="160069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38" name="그림 37">
            <a:extLst>
              <a:ext uri="{FF2B5EF4-FFF2-40B4-BE49-F238E27FC236}">
                <a16:creationId xmlns:a16="http://schemas.microsoft.com/office/drawing/2014/main" id="{4EB086C5-F17A-D2E2-5D9B-78E4F67D3F45}"/>
              </a:ext>
            </a:extLst>
          </p:cNvPr>
          <p:cNvPicPr>
            <a:picLocks noChangeAspect="1"/>
          </p:cNvPicPr>
          <p:nvPr/>
        </p:nvPicPr>
        <p:blipFill>
          <a:blip r:embed="rId9"/>
          <a:stretch>
            <a:fillRect/>
          </a:stretch>
        </p:blipFill>
        <p:spPr>
          <a:xfrm>
            <a:off x="6660061" y="3618458"/>
            <a:ext cx="2790559" cy="1334839"/>
          </a:xfrm>
          <a:prstGeom prst="rect">
            <a:avLst/>
          </a:prstGeom>
        </p:spPr>
      </p:pic>
    </p:spTree>
    <p:extLst>
      <p:ext uri="{BB962C8B-B14F-4D97-AF65-F5344CB8AC3E}">
        <p14:creationId xmlns:p14="http://schemas.microsoft.com/office/powerpoint/2010/main" val="34365830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25F7D-BB8F-C1AC-0B7F-2365BE5CC283}"/>
            </a:ext>
          </a:extLst>
        </p:cNvPr>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6BE26BB4-DE03-1BA2-EFF4-56DF14F47047}"/>
              </a:ext>
            </a:extLst>
          </p:cNvPr>
          <p:cNvSpPr>
            <a:spLocks noGrp="1"/>
          </p:cNvSpPr>
          <p:nvPr>
            <p:ph type="sldNum" sz="quarter" idx="4"/>
          </p:nvPr>
        </p:nvSpPr>
        <p:spPr/>
        <p:txBody>
          <a:bodyPr/>
          <a:lstStyle/>
          <a:p>
            <a:fld id="{E8B113C4-B834-4BEA-901C-8797A7F90894}" type="slidenum">
              <a:rPr lang="ko-KR" altLang="en-US" smtClean="0"/>
              <a:pPr/>
              <a:t>15</a:t>
            </a:fld>
            <a:endParaRPr lang="ko-KR" altLang="en-US"/>
          </a:p>
        </p:txBody>
      </p:sp>
      <p:sp>
        <p:nvSpPr>
          <p:cNvPr id="5" name="제목 3">
            <a:extLst>
              <a:ext uri="{FF2B5EF4-FFF2-40B4-BE49-F238E27FC236}">
                <a16:creationId xmlns:a16="http://schemas.microsoft.com/office/drawing/2014/main" id="{2F299921-578A-3CA6-D6F0-0AE973CB6E09}"/>
              </a:ext>
            </a:extLst>
          </p:cNvPr>
          <p:cNvSpPr>
            <a:spLocks noGrp="1"/>
          </p:cNvSpPr>
          <p:nvPr>
            <p:ph type="ctrTitle"/>
          </p:nvPr>
        </p:nvSpPr>
        <p:spPr>
          <a:xfrm>
            <a:off x="379306" y="111167"/>
            <a:ext cx="9367308" cy="461666"/>
          </a:xfrm>
        </p:spPr>
        <p:txBody>
          <a:bodyPr>
            <a:noAutofit/>
          </a:bodyPr>
          <a:lstStyle/>
          <a:p>
            <a:r>
              <a:rPr lang="en-US" altLang="ko-KR" sz="1800" b="1">
                <a:latin typeface="Noto Sans KR" panose="020B0500000000000000" pitchFamily="34" charset="-127"/>
                <a:ea typeface="Noto Sans KR" panose="020B0500000000000000" pitchFamily="34" charset="-127"/>
              </a:rPr>
              <a:t>4-7.</a:t>
            </a:r>
            <a:r>
              <a:rPr lang="ko-KR" altLang="en-US" sz="1800" b="1">
                <a:latin typeface="Noto Sans KR" panose="020B0500000000000000" pitchFamily="34" charset="-127"/>
                <a:ea typeface="Noto Sans KR" panose="020B0500000000000000" pitchFamily="34" charset="-127"/>
              </a:rPr>
              <a:t> </a:t>
            </a:r>
            <a:r>
              <a:rPr lang="en-US" altLang="ko-KR" sz="1800" b="1">
                <a:latin typeface="Noto Sans KR" panose="020B0500000000000000" pitchFamily="34" charset="-127"/>
                <a:ea typeface="Noto Sans KR" panose="020B0500000000000000" pitchFamily="34" charset="-127"/>
              </a:rPr>
              <a:t>7</a:t>
            </a:r>
            <a:r>
              <a:rPr lang="ko-KR" altLang="en-US" sz="1800" b="1">
                <a:latin typeface="Noto Sans KR" panose="020B0500000000000000" pitchFamily="34" charset="-127"/>
                <a:ea typeface="Noto Sans KR" panose="020B0500000000000000" pitchFamily="34" charset="-127"/>
              </a:rPr>
              <a:t>차년도 연구개발 내용 </a:t>
            </a:r>
            <a:r>
              <a:rPr lang="en-US" altLang="ko-KR" sz="1800" b="1">
                <a:latin typeface="Noto Sans KR" panose="020B0500000000000000" pitchFamily="34" charset="-127"/>
                <a:ea typeface="Noto Sans KR" panose="020B0500000000000000" pitchFamily="34" charset="-127"/>
              </a:rPr>
              <a:t>– </a:t>
            </a:r>
            <a:r>
              <a:rPr lang="ko-KR" altLang="en-US" sz="1800" b="1">
                <a:latin typeface="Noto Sans KR" panose="020B0500000000000000" pitchFamily="34" charset="-127"/>
                <a:ea typeface="Noto Sans KR" panose="020B0500000000000000" pitchFamily="34" charset="-127"/>
              </a:rPr>
              <a:t>㈜두산전자사업 수지</a:t>
            </a:r>
            <a:endParaRPr lang="ko-KR" altLang="en-US" sz="1800" b="1" dirty="0">
              <a:latin typeface="Noto Sans KR" panose="020B0500000000000000" pitchFamily="34" charset="-127"/>
              <a:ea typeface="Noto Sans KR" panose="020B0500000000000000" pitchFamily="34" charset="-127"/>
            </a:endParaRPr>
          </a:p>
        </p:txBody>
      </p:sp>
      <p:graphicFrame>
        <p:nvGraphicFramePr>
          <p:cNvPr id="10" name="표 9">
            <a:extLst>
              <a:ext uri="{FF2B5EF4-FFF2-40B4-BE49-F238E27FC236}">
                <a16:creationId xmlns:a16="http://schemas.microsoft.com/office/drawing/2014/main" id="{976A7B8D-C958-69ED-671C-4CF54C3A1F04}"/>
              </a:ext>
            </a:extLst>
          </p:cNvPr>
          <p:cNvGraphicFramePr>
            <a:graphicFrameLocks noGrp="1"/>
          </p:cNvGraphicFramePr>
          <p:nvPr>
            <p:extLst>
              <p:ext uri="{D42A27DB-BD31-4B8C-83A1-F6EECF244321}">
                <p14:modId xmlns:p14="http://schemas.microsoft.com/office/powerpoint/2010/main" val="1452368394"/>
              </p:ext>
            </p:extLst>
          </p:nvPr>
        </p:nvGraphicFramePr>
        <p:xfrm>
          <a:off x="269346" y="1227666"/>
          <a:ext cx="9367308" cy="5270160"/>
        </p:xfrm>
        <a:graphic>
          <a:graphicData uri="http://schemas.openxmlformats.org/drawingml/2006/table">
            <a:tbl>
              <a:tblPr bandRow="1">
                <a:tableStyleId>{5C22544A-7EE6-4342-B048-85BDC9FD1C3A}</a:tableStyleId>
              </a:tblPr>
              <a:tblGrid>
                <a:gridCol w="3122436">
                  <a:extLst>
                    <a:ext uri="{9D8B030D-6E8A-4147-A177-3AD203B41FA5}">
                      <a16:colId xmlns:a16="http://schemas.microsoft.com/office/drawing/2014/main" val="1783963196"/>
                    </a:ext>
                  </a:extLst>
                </a:gridCol>
                <a:gridCol w="3122436">
                  <a:extLst>
                    <a:ext uri="{9D8B030D-6E8A-4147-A177-3AD203B41FA5}">
                      <a16:colId xmlns:a16="http://schemas.microsoft.com/office/drawing/2014/main" val="3900016493"/>
                    </a:ext>
                  </a:extLst>
                </a:gridCol>
                <a:gridCol w="3122436">
                  <a:extLst>
                    <a:ext uri="{9D8B030D-6E8A-4147-A177-3AD203B41FA5}">
                      <a16:colId xmlns:a16="http://schemas.microsoft.com/office/drawing/2014/main" val="24642634"/>
                    </a:ext>
                  </a:extLst>
                </a:gridCol>
              </a:tblGrid>
              <a:tr h="370840">
                <a:tc>
                  <a:txBody>
                    <a:bodyPr/>
                    <a:lstStyle/>
                    <a:p>
                      <a:pPr marL="0" marR="0" lvl="0" indent="0" algn="ctr" defTabSz="742950" rtl="0" eaLnBrk="1" fontAlgn="auto" latinLnBrk="1" hangingPunct="1">
                        <a:lnSpc>
                          <a:spcPct val="100000"/>
                        </a:lnSpc>
                        <a:spcBef>
                          <a:spcPts val="0"/>
                        </a:spcBef>
                        <a:spcAft>
                          <a:spcPts val="0"/>
                        </a:spcAft>
                        <a:buClrTx/>
                        <a:buSzTx/>
                        <a:buFontTx/>
                        <a:buNone/>
                        <a:tabLst/>
                        <a:defRPr/>
                      </a:pPr>
                      <a:r>
                        <a:rPr lang="ko-KR" altLang="en-US" sz="1400">
                          <a:latin typeface="Noto Sans KR" panose="020B0200000000000000" pitchFamily="50" charset="-127"/>
                          <a:ea typeface="Noto Sans KR" panose="020B0200000000000000" pitchFamily="50" charset="-127"/>
                        </a:rPr>
                        <a:t>통합 </a:t>
                      </a:r>
                      <a:r>
                        <a:rPr lang="en-US" altLang="ko-KR" sz="1400">
                          <a:latin typeface="Noto Sans KR" panose="020B0200000000000000" pitchFamily="50" charset="-127"/>
                          <a:ea typeface="Noto Sans KR" panose="020B0200000000000000" pitchFamily="50" charset="-127"/>
                        </a:rPr>
                        <a:t>ESA </a:t>
                      </a:r>
                      <a:r>
                        <a:rPr lang="ko-KR" altLang="en-US" sz="1400">
                          <a:latin typeface="Noto Sans KR" panose="020B0200000000000000" pitchFamily="50" charset="-127"/>
                          <a:ea typeface="Noto Sans KR" panose="020B0200000000000000" pitchFamily="50" charset="-127"/>
                        </a:rPr>
                        <a:t>시스템 구성</a:t>
                      </a:r>
                      <a:r>
                        <a:rPr lang="en-US" altLang="ko-KR" sz="1400">
                          <a:latin typeface="Noto Sans KR" panose="020B0200000000000000" pitchFamily="50" charset="-127"/>
                          <a:ea typeface="Noto Sans KR" panose="020B0200000000000000" pitchFamily="50" charset="-127"/>
                        </a:rPr>
                        <a:t>·</a:t>
                      </a:r>
                      <a:r>
                        <a:rPr lang="ko-KR" altLang="en-US" sz="1400">
                          <a:latin typeface="Noto Sans KR" panose="020B0200000000000000" pitchFamily="50" charset="-127"/>
                          <a:ea typeface="Noto Sans KR" panose="020B0200000000000000" pitchFamily="50" charset="-127"/>
                        </a:rPr>
                        <a:t>동작 및 시스템 레벨 성능 검증</a:t>
                      </a:r>
                      <a:endParaRPr lang="en-US" altLang="ko-KR" sz="1400">
                        <a:latin typeface="Noto Sans KR" panose="020B0200000000000000" pitchFamily="50" charset="-127"/>
                        <a:ea typeface="Noto Sans KR" panose="020B0200000000000000" pitchFamily="50" charset="-127"/>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marR="0" lvl="0" indent="0" algn="ctr" defTabSz="742950" rtl="0" eaLnBrk="1" fontAlgn="auto" latinLnBrk="1" hangingPunct="1">
                        <a:lnSpc>
                          <a:spcPct val="100000"/>
                        </a:lnSpc>
                        <a:spcBef>
                          <a:spcPts val="0"/>
                        </a:spcBef>
                        <a:spcAft>
                          <a:spcPts val="0"/>
                        </a:spcAft>
                        <a:buClrTx/>
                        <a:buSzTx/>
                        <a:buFontTx/>
                        <a:buNone/>
                        <a:tabLst/>
                        <a:defRPr/>
                      </a:pPr>
                      <a:r>
                        <a:rPr lang="ko-KR" altLang="en-US" sz="1400">
                          <a:latin typeface="Noto Sans KR" panose="020B0200000000000000" pitchFamily="50" charset="-127"/>
                          <a:ea typeface="Noto Sans KR" panose="020B0200000000000000" pitchFamily="50" charset="-127"/>
                        </a:rPr>
                        <a:t>교체형 방사구조 기반 확장성</a:t>
                      </a:r>
                      <a:r>
                        <a:rPr lang="en-US" altLang="ko-KR" sz="1400">
                          <a:latin typeface="Noto Sans KR" panose="020B0200000000000000" pitchFamily="50" charset="-127"/>
                          <a:ea typeface="Noto Sans KR" panose="020B0200000000000000" pitchFamily="50" charset="-127"/>
                        </a:rPr>
                        <a:t>·</a:t>
                      </a:r>
                      <a:r>
                        <a:rPr lang="ko-KR" altLang="en-US" sz="1400">
                          <a:latin typeface="Noto Sans KR" panose="020B0200000000000000" pitchFamily="50" charset="-127"/>
                          <a:ea typeface="Noto Sans KR" panose="020B0200000000000000" pitchFamily="50" charset="-127"/>
                        </a:rPr>
                        <a:t>다중 빔</a:t>
                      </a:r>
                      <a:endParaRPr lang="en-US" altLang="ko-KR" sz="1400">
                        <a:latin typeface="Noto Sans KR" panose="020B0200000000000000" pitchFamily="50" charset="-127"/>
                        <a:ea typeface="Noto Sans KR" panose="020B0200000000000000" pitchFamily="50" charset="-127"/>
                      </a:endParaRPr>
                    </a:p>
                    <a:p>
                      <a:pPr marL="0" marR="0" lvl="0" indent="0" algn="ctr" defTabSz="742950" rtl="0" eaLnBrk="1" fontAlgn="auto" latinLnBrk="1" hangingPunct="1">
                        <a:lnSpc>
                          <a:spcPct val="100000"/>
                        </a:lnSpc>
                        <a:spcBef>
                          <a:spcPts val="0"/>
                        </a:spcBef>
                        <a:spcAft>
                          <a:spcPts val="0"/>
                        </a:spcAft>
                        <a:buClrTx/>
                        <a:buSzTx/>
                        <a:buFontTx/>
                        <a:buNone/>
                        <a:tabLst/>
                        <a:defRPr/>
                      </a:pPr>
                      <a:r>
                        <a:rPr lang="ko-KR" altLang="en-US" sz="1400">
                          <a:latin typeface="Noto Sans KR" panose="020B0200000000000000" pitchFamily="50" charset="-127"/>
                          <a:ea typeface="Noto Sans KR" panose="020B0200000000000000" pitchFamily="50" charset="-127"/>
                        </a:rPr>
                        <a:t>성능 연구</a:t>
                      </a:r>
                      <a:endParaRPr lang="en-US" altLang="ko-KR" sz="1400">
                        <a:latin typeface="Noto Sans KR" panose="020B0200000000000000" pitchFamily="50" charset="-127"/>
                        <a:ea typeface="Noto Sans KR" panose="020B0200000000000000" pitchFamily="50" charset="-127"/>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marR="0" lvl="0" indent="0" algn="ctr" defTabSz="742950" rtl="0" eaLnBrk="1" fontAlgn="auto" latinLnBrk="1" hangingPunct="1">
                        <a:lnSpc>
                          <a:spcPct val="100000"/>
                        </a:lnSpc>
                        <a:spcBef>
                          <a:spcPts val="0"/>
                        </a:spcBef>
                        <a:spcAft>
                          <a:spcPts val="0"/>
                        </a:spcAft>
                        <a:buClrTx/>
                        <a:buSzTx/>
                        <a:buFontTx/>
                        <a:buNone/>
                        <a:tabLst/>
                        <a:defRPr/>
                      </a:pPr>
                      <a:r>
                        <a:rPr lang="ko-KR" altLang="en-US" sz="1400">
                          <a:latin typeface="Noto Sans KR" panose="020B0200000000000000" pitchFamily="50" charset="-127"/>
                          <a:ea typeface="Noto Sans KR" panose="020B0200000000000000" pitchFamily="50" charset="-127"/>
                        </a:rPr>
                        <a:t>통신 성능 최적화 및 표준 라이브러리</a:t>
                      </a:r>
                      <a:endParaRPr lang="en-US" altLang="ko-KR" sz="1400">
                        <a:latin typeface="Noto Sans KR" panose="020B0200000000000000" pitchFamily="50" charset="-127"/>
                        <a:ea typeface="Noto Sans KR" panose="020B0200000000000000" pitchFamily="50" charset="-127"/>
                      </a:endParaRPr>
                    </a:p>
                    <a:p>
                      <a:pPr marL="0" marR="0" lvl="0" indent="0" algn="ctr" defTabSz="742950" rtl="0" eaLnBrk="1" fontAlgn="auto" latinLnBrk="1" hangingPunct="1">
                        <a:lnSpc>
                          <a:spcPct val="100000"/>
                        </a:lnSpc>
                        <a:spcBef>
                          <a:spcPts val="0"/>
                        </a:spcBef>
                        <a:spcAft>
                          <a:spcPts val="0"/>
                        </a:spcAft>
                        <a:buClrTx/>
                        <a:buSzTx/>
                        <a:buFontTx/>
                        <a:buNone/>
                        <a:tabLst/>
                        <a:defRPr/>
                      </a:pPr>
                      <a:r>
                        <a:rPr lang="ko-KR" altLang="en-US" sz="1400">
                          <a:latin typeface="Noto Sans KR" panose="020B0200000000000000" pitchFamily="50" charset="-127"/>
                          <a:ea typeface="Noto Sans KR" panose="020B0200000000000000" pitchFamily="50" charset="-127"/>
                        </a:rPr>
                        <a:t>구축</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411560133"/>
                  </a:ext>
                </a:extLst>
              </a:tr>
              <a:tr h="4752000">
                <a:tc>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56379331"/>
                  </a:ext>
                </a:extLst>
              </a:tr>
            </a:tbl>
          </a:graphicData>
        </a:graphic>
      </p:graphicFrame>
      <p:sp>
        <p:nvSpPr>
          <p:cNvPr id="25" name="TextBox 24">
            <a:extLst>
              <a:ext uri="{FF2B5EF4-FFF2-40B4-BE49-F238E27FC236}">
                <a16:creationId xmlns:a16="http://schemas.microsoft.com/office/drawing/2014/main" id="{42E5A235-DC24-9025-3177-0794754541E1}"/>
              </a:ext>
            </a:extLst>
          </p:cNvPr>
          <p:cNvSpPr txBox="1"/>
          <p:nvPr/>
        </p:nvSpPr>
        <p:spPr>
          <a:xfrm>
            <a:off x="329665" y="5112835"/>
            <a:ext cx="2957281" cy="1200329"/>
          </a:xfrm>
          <a:prstGeom prst="rect">
            <a:avLst/>
          </a:prstGeom>
          <a:noFill/>
        </p:spPr>
        <p:txBody>
          <a:bodyPr wrap="square" rtlCol="0">
            <a:spAutoFit/>
          </a:bodyPr>
          <a:lstStyle/>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레이돔</a:t>
            </a:r>
            <a:r>
              <a:rPr lang="en-US" altLang="ko-KR" sz="1200">
                <a:latin typeface="Noto Sans KR" panose="020B0200000000000000" pitchFamily="50" charset="-127"/>
                <a:ea typeface="Noto Sans KR" panose="020B0200000000000000" pitchFamily="50" charset="-127"/>
              </a:rPr>
              <a:t>-</a:t>
            </a:r>
            <a:r>
              <a:rPr lang="ko-KR" altLang="en-US" sz="1200">
                <a:latin typeface="Noto Sans KR" panose="020B0200000000000000" pitchFamily="50" charset="-127"/>
                <a:ea typeface="Noto Sans KR" panose="020B0200000000000000" pitchFamily="50" charset="-127"/>
              </a:rPr>
              <a:t>메타표면</a:t>
            </a:r>
            <a:r>
              <a:rPr lang="en-US" altLang="ko-KR" sz="1200">
                <a:latin typeface="Noto Sans KR" panose="020B0200000000000000" pitchFamily="50" charset="-127"/>
                <a:ea typeface="Noto Sans KR" panose="020B0200000000000000" pitchFamily="50" charset="-127"/>
              </a:rPr>
              <a:t>-</a:t>
            </a:r>
            <a:r>
              <a:rPr lang="ko-KR" altLang="en-US" sz="1200">
                <a:latin typeface="Noto Sans KR" panose="020B0200000000000000" pitchFamily="50" charset="-127"/>
                <a:ea typeface="Noto Sans KR" panose="020B0200000000000000" pitchFamily="50" charset="-127"/>
              </a:rPr>
              <a:t>안테나</a:t>
            </a:r>
            <a:r>
              <a:rPr lang="en-US" altLang="ko-KR" sz="1200">
                <a:latin typeface="Noto Sans KR" panose="020B0200000000000000" pitchFamily="50" charset="-127"/>
                <a:ea typeface="Noto Sans KR" panose="020B0200000000000000" pitchFamily="50" charset="-127"/>
              </a:rPr>
              <a:t>-</a:t>
            </a:r>
            <a:r>
              <a:rPr lang="ko-KR" altLang="en-US" sz="1200">
                <a:latin typeface="Noto Sans KR" panose="020B0200000000000000" pitchFamily="50" charset="-127"/>
                <a:ea typeface="Noto Sans KR" panose="020B0200000000000000" pitchFamily="50" charset="-127"/>
              </a:rPr>
              <a:t>송수신 모듈 통합 구조의 시스템 특성 분석</a:t>
            </a:r>
            <a:endParaRPr lang="en-US" altLang="ko-KR" sz="1200">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대면적 배열 기반 시스템 동작 및 안정성 특성 평가</a:t>
            </a:r>
            <a:endParaRPr lang="en-US" altLang="ko-KR" sz="1200">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통합 구조 기반 시스템 레벨 </a:t>
            </a:r>
            <a:r>
              <a:rPr lang="en-US" altLang="ko-KR" sz="1200">
                <a:latin typeface="Noto Sans KR" panose="020B0200000000000000" pitchFamily="50" charset="-127"/>
                <a:ea typeface="Noto Sans KR" panose="020B0200000000000000" pitchFamily="50" charset="-127"/>
              </a:rPr>
              <a:t>RF </a:t>
            </a:r>
            <a:r>
              <a:rPr lang="ko-KR" altLang="en-US" sz="1200">
                <a:latin typeface="Noto Sans KR" panose="020B0200000000000000" pitchFamily="50" charset="-127"/>
                <a:ea typeface="Noto Sans KR" panose="020B0200000000000000" pitchFamily="50" charset="-127"/>
              </a:rPr>
              <a:t>성능 분석</a:t>
            </a:r>
          </a:p>
        </p:txBody>
      </p:sp>
      <p:sp>
        <p:nvSpPr>
          <p:cNvPr id="26" name="TextBox 25">
            <a:extLst>
              <a:ext uri="{FF2B5EF4-FFF2-40B4-BE49-F238E27FC236}">
                <a16:creationId xmlns:a16="http://schemas.microsoft.com/office/drawing/2014/main" id="{EFA820F4-6150-96BF-4A33-CDF7A59E9514}"/>
              </a:ext>
            </a:extLst>
          </p:cNvPr>
          <p:cNvSpPr txBox="1"/>
          <p:nvPr/>
        </p:nvSpPr>
        <p:spPr>
          <a:xfrm>
            <a:off x="3474358" y="5112835"/>
            <a:ext cx="2957281" cy="1200329"/>
          </a:xfrm>
          <a:prstGeom prst="rect">
            <a:avLst/>
          </a:prstGeom>
          <a:noFill/>
        </p:spPr>
        <p:txBody>
          <a:bodyPr wrap="square" rtlCol="0">
            <a:spAutoFit/>
          </a:bodyPr>
          <a:lstStyle/>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상부 방사 구조 변경에 따른 주파수 응답 및 방사 특성 변화 분석</a:t>
            </a:r>
            <a:endParaRPr lang="en-US" altLang="ko-KR" sz="1200">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동일 하부 송수신 모듈 기반 방사 구조 교체 시 성능 변화 평가</a:t>
            </a:r>
            <a:endParaRPr lang="en-US" altLang="ko-KR" sz="1200">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다중 빔 형성 및 동시 운용 시 성능 특성 분석</a:t>
            </a:r>
            <a:endParaRPr lang="en-US" altLang="ko-KR" sz="1200">
              <a:latin typeface="Noto Sans KR" panose="020B0200000000000000" pitchFamily="50" charset="-127"/>
              <a:ea typeface="Noto Sans KR" panose="020B0200000000000000" pitchFamily="50" charset="-127"/>
            </a:endParaRPr>
          </a:p>
        </p:txBody>
      </p:sp>
      <p:sp>
        <p:nvSpPr>
          <p:cNvPr id="27" name="TextBox 26">
            <a:extLst>
              <a:ext uri="{FF2B5EF4-FFF2-40B4-BE49-F238E27FC236}">
                <a16:creationId xmlns:a16="http://schemas.microsoft.com/office/drawing/2014/main" id="{C305DB67-D0AB-5C01-799A-1C479E69C799}"/>
              </a:ext>
            </a:extLst>
          </p:cNvPr>
          <p:cNvSpPr txBox="1"/>
          <p:nvPr/>
        </p:nvSpPr>
        <p:spPr>
          <a:xfrm>
            <a:off x="6576703" y="5112835"/>
            <a:ext cx="2957281" cy="830997"/>
          </a:xfrm>
          <a:prstGeom prst="rect">
            <a:avLst/>
          </a:prstGeom>
          <a:noFill/>
        </p:spPr>
        <p:txBody>
          <a:bodyPr wrap="square" rtlCol="0">
            <a:spAutoFit/>
          </a:bodyPr>
          <a:lstStyle/>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표준 스펙 및 라이브러리 기반 사업화 </a:t>
            </a:r>
            <a:r>
              <a:rPr lang="en-US" altLang="ko-KR" sz="1200">
                <a:latin typeface="Noto Sans KR" panose="020B0200000000000000" pitchFamily="50" charset="-127"/>
                <a:ea typeface="Noto Sans KR" panose="020B0200000000000000" pitchFamily="50" charset="-127"/>
              </a:rPr>
              <a:t>Scalable </a:t>
            </a:r>
            <a:r>
              <a:rPr lang="ko-KR" altLang="en-US" sz="1200">
                <a:latin typeface="Noto Sans KR" panose="020B0200000000000000" pitchFamily="50" charset="-127"/>
                <a:ea typeface="Noto Sans KR" panose="020B0200000000000000" pitchFamily="50" charset="-127"/>
              </a:rPr>
              <a:t>모듈 개발</a:t>
            </a:r>
            <a:endParaRPr lang="en-US" altLang="ko-KR" sz="1200">
              <a:latin typeface="Noto Sans KR" panose="020B0200000000000000" pitchFamily="50" charset="-127"/>
              <a:ea typeface="Noto Sans KR" panose="020B0200000000000000" pitchFamily="50" charset="-127"/>
            </a:endParaRPr>
          </a:p>
          <a:p>
            <a:pPr marL="285750" indent="-285750">
              <a:buFont typeface="Arial" panose="020B0604020202020204" pitchFamily="34" charset="0"/>
              <a:buChar char="•"/>
            </a:pPr>
            <a:r>
              <a:rPr lang="ko-KR" altLang="en-US" sz="1200">
                <a:latin typeface="Noto Sans KR" panose="020B0200000000000000" pitchFamily="50" charset="-127"/>
                <a:ea typeface="Noto Sans KR" panose="020B0200000000000000" pitchFamily="50" charset="-127"/>
              </a:rPr>
              <a:t>시제품 모듈을 활용한 </a:t>
            </a:r>
            <a:r>
              <a:rPr lang="en-US" altLang="ko-KR" sz="1200">
                <a:latin typeface="Noto Sans KR" panose="020B0200000000000000" pitchFamily="50" charset="-127"/>
                <a:ea typeface="Noto Sans KR" panose="020B0200000000000000" pitchFamily="50" charset="-127"/>
              </a:rPr>
              <a:t>Scalable </a:t>
            </a:r>
            <a:r>
              <a:rPr lang="ko-KR" altLang="en-US" sz="1200">
                <a:latin typeface="Noto Sans KR" panose="020B0200000000000000" pitchFamily="50" charset="-127"/>
                <a:ea typeface="Noto Sans KR" panose="020B0200000000000000" pitchFamily="50" charset="-127"/>
              </a:rPr>
              <a:t>구조 모듈 표준 라이브러리 구축</a:t>
            </a:r>
            <a:endParaRPr lang="en-US" altLang="ko-KR" sz="1200">
              <a:latin typeface="Noto Sans KR" panose="020B0200000000000000" pitchFamily="50" charset="-127"/>
              <a:ea typeface="Noto Sans KR" panose="020B0200000000000000" pitchFamily="50" charset="-127"/>
            </a:endParaRPr>
          </a:p>
        </p:txBody>
      </p:sp>
      <p:sp>
        <p:nvSpPr>
          <p:cNvPr id="3" name="TextBox 2">
            <a:extLst>
              <a:ext uri="{FF2B5EF4-FFF2-40B4-BE49-F238E27FC236}">
                <a16:creationId xmlns:a16="http://schemas.microsoft.com/office/drawing/2014/main" id="{A09578E3-D6C6-40CE-EB51-184E57F0254E}"/>
              </a:ext>
            </a:extLst>
          </p:cNvPr>
          <p:cNvSpPr txBox="1"/>
          <p:nvPr/>
        </p:nvSpPr>
        <p:spPr>
          <a:xfrm>
            <a:off x="136187" y="729574"/>
            <a:ext cx="9523379" cy="338554"/>
          </a:xfrm>
          <a:prstGeom prst="rect">
            <a:avLst/>
          </a:prstGeom>
          <a:noFill/>
        </p:spPr>
        <p:txBody>
          <a:bodyPr wrap="square" rtlCol="0">
            <a:spAutoFit/>
          </a:bodyPr>
          <a:lstStyle/>
          <a:p>
            <a:r>
              <a:rPr lang="ko-KR" altLang="en-US" sz="1600" b="1">
                <a:latin typeface="Noto Sans KR" panose="020B0200000000000000" pitchFamily="50" charset="-127"/>
                <a:ea typeface="Noto Sans KR" panose="020B0200000000000000" pitchFamily="50" charset="-127"/>
              </a:rPr>
              <a:t>핵심목표</a:t>
            </a:r>
            <a:r>
              <a:rPr lang="en-US" altLang="ko-KR" sz="1600" b="1">
                <a:latin typeface="Noto Sans KR" panose="020B0200000000000000" pitchFamily="50" charset="-127"/>
                <a:ea typeface="Noto Sans KR" panose="020B0200000000000000" pitchFamily="50" charset="-127"/>
              </a:rPr>
              <a:t>: </a:t>
            </a:r>
            <a:r>
              <a:rPr lang="ko-KR" altLang="en-US" sz="1600" b="1">
                <a:latin typeface="Noto Sans KR" panose="020B0200000000000000" pitchFamily="50" charset="-127"/>
                <a:ea typeface="Noto Sans KR" panose="020B0200000000000000" pitchFamily="50" charset="-127"/>
              </a:rPr>
              <a:t>송수신 모듈 환경 기반 성능 검증 및 특성 최적화</a:t>
            </a:r>
            <a:endParaRPr lang="en-US" altLang="ko-KR" sz="1600" b="1">
              <a:latin typeface="Noto Sans KR" panose="020B0200000000000000" pitchFamily="50" charset="-127"/>
              <a:ea typeface="Noto Sans KR" panose="020B0200000000000000" pitchFamily="50" charset="-127"/>
            </a:endParaRPr>
          </a:p>
        </p:txBody>
      </p:sp>
      <p:pic>
        <p:nvPicPr>
          <p:cNvPr id="6" name="그림 5">
            <a:extLst>
              <a:ext uri="{FF2B5EF4-FFF2-40B4-BE49-F238E27FC236}">
                <a16:creationId xmlns:a16="http://schemas.microsoft.com/office/drawing/2014/main" id="{A8E7156E-20D8-B9EA-96CF-EF0A65A7990E}"/>
              </a:ext>
            </a:extLst>
          </p:cNvPr>
          <p:cNvPicPr>
            <a:picLocks noChangeAspect="1"/>
          </p:cNvPicPr>
          <p:nvPr/>
        </p:nvPicPr>
        <p:blipFill>
          <a:blip r:embed="rId2"/>
          <a:stretch>
            <a:fillRect/>
          </a:stretch>
        </p:blipFill>
        <p:spPr>
          <a:xfrm>
            <a:off x="529532" y="1800322"/>
            <a:ext cx="2557545" cy="1732531"/>
          </a:xfrm>
          <a:prstGeom prst="rect">
            <a:avLst/>
          </a:prstGeom>
        </p:spPr>
      </p:pic>
      <p:sp>
        <p:nvSpPr>
          <p:cNvPr id="8" name="직사각형 7">
            <a:extLst>
              <a:ext uri="{FF2B5EF4-FFF2-40B4-BE49-F238E27FC236}">
                <a16:creationId xmlns:a16="http://schemas.microsoft.com/office/drawing/2014/main" id="{0CB9E247-89FD-82E2-DE9A-3F44606CF9BA}"/>
              </a:ext>
            </a:extLst>
          </p:cNvPr>
          <p:cNvSpPr/>
          <p:nvPr/>
        </p:nvSpPr>
        <p:spPr>
          <a:xfrm>
            <a:off x="329665" y="1802381"/>
            <a:ext cx="2957281" cy="175008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C3A886F9-2F93-497B-0767-023343467291}"/>
              </a:ext>
            </a:extLst>
          </p:cNvPr>
          <p:cNvPicPr>
            <a:picLocks noChangeAspect="1"/>
          </p:cNvPicPr>
          <p:nvPr/>
        </p:nvPicPr>
        <p:blipFill>
          <a:blip r:embed="rId3"/>
          <a:stretch>
            <a:fillRect/>
          </a:stretch>
        </p:blipFill>
        <p:spPr>
          <a:xfrm>
            <a:off x="773264" y="3692391"/>
            <a:ext cx="2070080" cy="1400831"/>
          </a:xfrm>
          <a:prstGeom prst="rect">
            <a:avLst/>
          </a:prstGeom>
        </p:spPr>
      </p:pic>
      <p:pic>
        <p:nvPicPr>
          <p:cNvPr id="7" name="그림 6">
            <a:extLst>
              <a:ext uri="{FF2B5EF4-FFF2-40B4-BE49-F238E27FC236}">
                <a16:creationId xmlns:a16="http://schemas.microsoft.com/office/drawing/2014/main" id="{64EDA0EE-98A1-918D-44A7-58D272958B69}"/>
              </a:ext>
            </a:extLst>
          </p:cNvPr>
          <p:cNvPicPr>
            <a:picLocks noChangeAspect="1"/>
          </p:cNvPicPr>
          <p:nvPr/>
        </p:nvPicPr>
        <p:blipFill>
          <a:blip r:embed="rId4"/>
          <a:srcRect r="44999"/>
          <a:stretch>
            <a:fillRect/>
          </a:stretch>
        </p:blipFill>
        <p:spPr>
          <a:xfrm>
            <a:off x="3604191" y="1913079"/>
            <a:ext cx="2587369" cy="1244948"/>
          </a:xfrm>
          <a:prstGeom prst="rect">
            <a:avLst/>
          </a:prstGeom>
        </p:spPr>
      </p:pic>
      <p:pic>
        <p:nvPicPr>
          <p:cNvPr id="12" name="그림 11">
            <a:extLst>
              <a:ext uri="{FF2B5EF4-FFF2-40B4-BE49-F238E27FC236}">
                <a16:creationId xmlns:a16="http://schemas.microsoft.com/office/drawing/2014/main" id="{AE602CA2-2BFC-7BF0-7CBC-4650F70ED023}"/>
              </a:ext>
            </a:extLst>
          </p:cNvPr>
          <p:cNvPicPr>
            <a:picLocks noChangeAspect="1"/>
          </p:cNvPicPr>
          <p:nvPr/>
        </p:nvPicPr>
        <p:blipFill>
          <a:blip r:embed="rId4"/>
          <a:srcRect l="56285"/>
          <a:stretch>
            <a:fillRect/>
          </a:stretch>
        </p:blipFill>
        <p:spPr>
          <a:xfrm>
            <a:off x="3590995" y="3271956"/>
            <a:ext cx="2587370" cy="1566357"/>
          </a:xfrm>
          <a:prstGeom prst="rect">
            <a:avLst/>
          </a:prstGeom>
        </p:spPr>
      </p:pic>
      <p:sp>
        <p:nvSpPr>
          <p:cNvPr id="13" name="직사각형 12">
            <a:extLst>
              <a:ext uri="{FF2B5EF4-FFF2-40B4-BE49-F238E27FC236}">
                <a16:creationId xmlns:a16="http://schemas.microsoft.com/office/drawing/2014/main" id="{46C4E63B-3652-C88D-CF05-DAA338966772}"/>
              </a:ext>
            </a:extLst>
          </p:cNvPr>
          <p:cNvSpPr/>
          <p:nvPr/>
        </p:nvSpPr>
        <p:spPr>
          <a:xfrm>
            <a:off x="329665" y="3593226"/>
            <a:ext cx="2957281" cy="151960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CB2A9871-C041-EE28-779A-AFE1F19E5027}"/>
              </a:ext>
            </a:extLst>
          </p:cNvPr>
          <p:cNvSpPr/>
          <p:nvPr/>
        </p:nvSpPr>
        <p:spPr>
          <a:xfrm>
            <a:off x="3474357" y="1856018"/>
            <a:ext cx="2957281" cy="309727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6" name="그림 15">
            <a:extLst>
              <a:ext uri="{FF2B5EF4-FFF2-40B4-BE49-F238E27FC236}">
                <a16:creationId xmlns:a16="http://schemas.microsoft.com/office/drawing/2014/main" id="{F9DC1088-E755-B69F-3FC5-45E2750F63B8}"/>
              </a:ext>
            </a:extLst>
          </p:cNvPr>
          <p:cNvPicPr>
            <a:picLocks noChangeAspect="1"/>
          </p:cNvPicPr>
          <p:nvPr/>
        </p:nvPicPr>
        <p:blipFill>
          <a:blip r:embed="rId5"/>
          <a:stretch>
            <a:fillRect/>
          </a:stretch>
        </p:blipFill>
        <p:spPr>
          <a:xfrm>
            <a:off x="6700984" y="2113918"/>
            <a:ext cx="2791753" cy="1215102"/>
          </a:xfrm>
          <a:prstGeom prst="rect">
            <a:avLst/>
          </a:prstGeom>
        </p:spPr>
      </p:pic>
      <p:pic>
        <p:nvPicPr>
          <p:cNvPr id="18" name="그림 17">
            <a:extLst>
              <a:ext uri="{FF2B5EF4-FFF2-40B4-BE49-F238E27FC236}">
                <a16:creationId xmlns:a16="http://schemas.microsoft.com/office/drawing/2014/main" id="{52B90902-77D0-B78D-D4EA-BBCDAE572099}"/>
              </a:ext>
            </a:extLst>
          </p:cNvPr>
          <p:cNvPicPr>
            <a:picLocks noChangeAspect="1"/>
          </p:cNvPicPr>
          <p:nvPr/>
        </p:nvPicPr>
        <p:blipFill>
          <a:blip r:embed="rId6"/>
          <a:stretch>
            <a:fillRect/>
          </a:stretch>
        </p:blipFill>
        <p:spPr>
          <a:xfrm>
            <a:off x="6757085" y="3593226"/>
            <a:ext cx="2679550" cy="1009420"/>
          </a:xfrm>
          <a:prstGeom prst="rect">
            <a:avLst/>
          </a:prstGeom>
        </p:spPr>
      </p:pic>
      <p:sp>
        <p:nvSpPr>
          <p:cNvPr id="19" name="직사각형 18">
            <a:extLst>
              <a:ext uri="{FF2B5EF4-FFF2-40B4-BE49-F238E27FC236}">
                <a16:creationId xmlns:a16="http://schemas.microsoft.com/office/drawing/2014/main" id="{8BCECC91-A8CF-8A5C-D534-FF43DA90B53A}"/>
              </a:ext>
            </a:extLst>
          </p:cNvPr>
          <p:cNvSpPr/>
          <p:nvPr/>
        </p:nvSpPr>
        <p:spPr>
          <a:xfrm>
            <a:off x="6576703" y="1856018"/>
            <a:ext cx="2957281" cy="309727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9775134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표 8">
            <a:extLst>
              <a:ext uri="{FF2B5EF4-FFF2-40B4-BE49-F238E27FC236}">
                <a16:creationId xmlns:a16="http://schemas.microsoft.com/office/drawing/2014/main" id="{AF39D8EE-9B14-45AC-A743-43627ED78857}"/>
              </a:ext>
            </a:extLst>
          </p:cNvPr>
          <p:cNvGraphicFramePr>
            <a:graphicFrameLocks noGrp="1"/>
          </p:cNvGraphicFramePr>
          <p:nvPr>
            <p:extLst>
              <p:ext uri="{D42A27DB-BD31-4B8C-83A1-F6EECF244321}">
                <p14:modId xmlns:p14="http://schemas.microsoft.com/office/powerpoint/2010/main" val="713562201"/>
              </p:ext>
            </p:extLst>
          </p:nvPr>
        </p:nvGraphicFramePr>
        <p:xfrm>
          <a:off x="368235" y="1470377"/>
          <a:ext cx="9169559" cy="4933219"/>
        </p:xfrm>
        <a:graphic>
          <a:graphicData uri="http://schemas.openxmlformats.org/drawingml/2006/table">
            <a:tbl>
              <a:tblPr/>
              <a:tblGrid>
                <a:gridCol w="888888">
                  <a:extLst>
                    <a:ext uri="{9D8B030D-6E8A-4147-A177-3AD203B41FA5}">
                      <a16:colId xmlns:a16="http://schemas.microsoft.com/office/drawing/2014/main" val="3699530362"/>
                    </a:ext>
                  </a:extLst>
                </a:gridCol>
                <a:gridCol w="2906014">
                  <a:extLst>
                    <a:ext uri="{9D8B030D-6E8A-4147-A177-3AD203B41FA5}">
                      <a16:colId xmlns:a16="http://schemas.microsoft.com/office/drawing/2014/main" val="3273796536"/>
                    </a:ext>
                  </a:extLst>
                </a:gridCol>
                <a:gridCol w="359993">
                  <a:extLst>
                    <a:ext uri="{9D8B030D-6E8A-4147-A177-3AD203B41FA5}">
                      <a16:colId xmlns:a16="http://schemas.microsoft.com/office/drawing/2014/main" val="1252682373"/>
                    </a:ext>
                  </a:extLst>
                </a:gridCol>
                <a:gridCol w="359993">
                  <a:extLst>
                    <a:ext uri="{9D8B030D-6E8A-4147-A177-3AD203B41FA5}">
                      <a16:colId xmlns:a16="http://schemas.microsoft.com/office/drawing/2014/main" val="1299637901"/>
                    </a:ext>
                  </a:extLst>
                </a:gridCol>
                <a:gridCol w="359993">
                  <a:extLst>
                    <a:ext uri="{9D8B030D-6E8A-4147-A177-3AD203B41FA5}">
                      <a16:colId xmlns:a16="http://schemas.microsoft.com/office/drawing/2014/main" val="1150314014"/>
                    </a:ext>
                  </a:extLst>
                </a:gridCol>
                <a:gridCol w="359993">
                  <a:extLst>
                    <a:ext uri="{9D8B030D-6E8A-4147-A177-3AD203B41FA5}">
                      <a16:colId xmlns:a16="http://schemas.microsoft.com/office/drawing/2014/main" val="2179087308"/>
                    </a:ext>
                  </a:extLst>
                </a:gridCol>
                <a:gridCol w="332954">
                  <a:extLst>
                    <a:ext uri="{9D8B030D-6E8A-4147-A177-3AD203B41FA5}">
                      <a16:colId xmlns:a16="http://schemas.microsoft.com/office/drawing/2014/main" val="3298620683"/>
                    </a:ext>
                  </a:extLst>
                </a:gridCol>
                <a:gridCol w="387033">
                  <a:extLst>
                    <a:ext uri="{9D8B030D-6E8A-4147-A177-3AD203B41FA5}">
                      <a16:colId xmlns:a16="http://schemas.microsoft.com/office/drawing/2014/main" val="3016005372"/>
                    </a:ext>
                  </a:extLst>
                </a:gridCol>
                <a:gridCol w="359993">
                  <a:extLst>
                    <a:ext uri="{9D8B030D-6E8A-4147-A177-3AD203B41FA5}">
                      <a16:colId xmlns:a16="http://schemas.microsoft.com/office/drawing/2014/main" val="2470530632"/>
                    </a:ext>
                  </a:extLst>
                </a:gridCol>
                <a:gridCol w="359993">
                  <a:extLst>
                    <a:ext uri="{9D8B030D-6E8A-4147-A177-3AD203B41FA5}">
                      <a16:colId xmlns:a16="http://schemas.microsoft.com/office/drawing/2014/main" val="1481968194"/>
                    </a:ext>
                  </a:extLst>
                </a:gridCol>
                <a:gridCol w="359993">
                  <a:extLst>
                    <a:ext uri="{9D8B030D-6E8A-4147-A177-3AD203B41FA5}">
                      <a16:colId xmlns:a16="http://schemas.microsoft.com/office/drawing/2014/main" val="797900094"/>
                    </a:ext>
                  </a:extLst>
                </a:gridCol>
                <a:gridCol w="359993">
                  <a:extLst>
                    <a:ext uri="{9D8B030D-6E8A-4147-A177-3AD203B41FA5}">
                      <a16:colId xmlns:a16="http://schemas.microsoft.com/office/drawing/2014/main" val="3134778994"/>
                    </a:ext>
                  </a:extLst>
                </a:gridCol>
                <a:gridCol w="359993">
                  <a:extLst>
                    <a:ext uri="{9D8B030D-6E8A-4147-A177-3AD203B41FA5}">
                      <a16:colId xmlns:a16="http://schemas.microsoft.com/office/drawing/2014/main" val="1107882507"/>
                    </a:ext>
                  </a:extLst>
                </a:gridCol>
                <a:gridCol w="359993">
                  <a:extLst>
                    <a:ext uri="{9D8B030D-6E8A-4147-A177-3AD203B41FA5}">
                      <a16:colId xmlns:a16="http://schemas.microsoft.com/office/drawing/2014/main" val="1106601729"/>
                    </a:ext>
                  </a:extLst>
                </a:gridCol>
                <a:gridCol w="1054740">
                  <a:extLst>
                    <a:ext uri="{9D8B030D-6E8A-4147-A177-3AD203B41FA5}">
                      <a16:colId xmlns:a16="http://schemas.microsoft.com/office/drawing/2014/main" val="2020413808"/>
                    </a:ext>
                  </a:extLst>
                </a:gridCol>
              </a:tblGrid>
              <a:tr h="386161">
                <a:tc rowSpan="2">
                  <a:txBody>
                    <a:bodyPr/>
                    <a:lstStyle/>
                    <a:p>
                      <a:pPr marL="0" marR="0" indent="0" algn="ctr" fontAlgn="base" latinLnBrk="0">
                        <a:lnSpc>
                          <a:spcPct val="110000"/>
                        </a:lnSpc>
                        <a:spcBef>
                          <a:spcPts val="0"/>
                        </a:spcBef>
                        <a:spcAft>
                          <a:spcPts val="0"/>
                        </a:spcAft>
                      </a:pPr>
                      <a:r>
                        <a:rPr lang="ko-KR" altLang="en-US" sz="1500" b="1" kern="0" spc="0">
                          <a:solidFill>
                            <a:schemeClr val="tx1"/>
                          </a:solidFill>
                          <a:effectLst/>
                          <a:latin typeface="Noto Sans KR" panose="020B0500000000000000" pitchFamily="34" charset="-127"/>
                          <a:ea typeface="Noto Sans KR" panose="020B0500000000000000" pitchFamily="34" charset="-127"/>
                        </a:rPr>
                        <a:t>일련</a:t>
                      </a:r>
                      <a:endParaRPr lang="ko-KR" altLang="en-US" sz="1500" b="1" kern="0" spc="-100">
                        <a:solidFill>
                          <a:schemeClr val="tx1"/>
                        </a:solidFill>
                        <a:effectLst/>
                        <a:latin typeface="Noto Sans KR" panose="020B0500000000000000" pitchFamily="34" charset="-127"/>
                        <a:ea typeface="Noto Sans KR" panose="020B0500000000000000" pitchFamily="34" charset="-127"/>
                      </a:endParaRPr>
                    </a:p>
                    <a:p>
                      <a:pPr marL="0" marR="0" indent="0" algn="ctr" fontAlgn="base" latinLnBrk="0">
                        <a:lnSpc>
                          <a:spcPct val="110000"/>
                        </a:lnSpc>
                        <a:spcBef>
                          <a:spcPts val="0"/>
                        </a:spcBef>
                        <a:spcAft>
                          <a:spcPts val="0"/>
                        </a:spcAft>
                      </a:pPr>
                      <a:r>
                        <a:rPr lang="ko-KR" altLang="en-US" sz="1500" b="1" kern="0" spc="0">
                          <a:solidFill>
                            <a:schemeClr val="tx1"/>
                          </a:solidFill>
                          <a:effectLst/>
                          <a:latin typeface="Noto Sans KR" panose="020B0500000000000000" pitchFamily="34" charset="-127"/>
                          <a:ea typeface="Noto Sans KR" panose="020B0500000000000000" pitchFamily="34" charset="-127"/>
                        </a:rPr>
                        <a:t>번호</a:t>
                      </a:r>
                      <a:endParaRPr lang="ko-KR" altLang="en-US" sz="1500" b="1" kern="0" spc="-100">
                        <a:solidFill>
                          <a:schemeClr val="tx1"/>
                        </a:solidFill>
                        <a:effectLst/>
                        <a:latin typeface="Noto Sans KR" panose="020B0500000000000000" pitchFamily="34" charset="-127"/>
                        <a:ea typeface="Noto Sans KR" panose="020B0500000000000000" pitchFamily="34" charset="-127"/>
                      </a:endParaRPr>
                    </a:p>
                  </a:txBody>
                  <a:tcPr marL="112315" marR="112315" marT="56157" marB="561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rowSpan="2">
                  <a:txBody>
                    <a:bodyPr/>
                    <a:lstStyle/>
                    <a:p>
                      <a:pPr marL="0" marR="0" indent="0" algn="ctr" fontAlgn="base" latinLnBrk="0">
                        <a:lnSpc>
                          <a:spcPct val="110000"/>
                        </a:lnSpc>
                        <a:spcBef>
                          <a:spcPts val="0"/>
                        </a:spcBef>
                        <a:spcAft>
                          <a:spcPts val="0"/>
                        </a:spcAft>
                      </a:pPr>
                      <a:r>
                        <a:rPr lang="ko-KR" altLang="en-US" sz="1500" b="1" kern="0" spc="0">
                          <a:solidFill>
                            <a:schemeClr val="tx1"/>
                          </a:solidFill>
                          <a:effectLst/>
                          <a:latin typeface="Noto Sans KR" panose="020B0500000000000000" pitchFamily="34" charset="-127"/>
                          <a:ea typeface="Noto Sans KR" panose="020B0500000000000000" pitchFamily="34" charset="-127"/>
                        </a:rPr>
                        <a:t>개발내용</a:t>
                      </a:r>
                      <a:endParaRPr lang="ko-KR" altLang="en-US" sz="1500" b="1" kern="0" spc="-100">
                        <a:solidFill>
                          <a:schemeClr val="tx1"/>
                        </a:solidFill>
                        <a:effectLst/>
                        <a:latin typeface="Noto Sans KR" panose="020B0500000000000000" pitchFamily="34" charset="-127"/>
                        <a:ea typeface="Noto Sans KR" panose="020B0500000000000000" pitchFamily="34" charset="-127"/>
                      </a:endParaRPr>
                    </a:p>
                  </a:txBody>
                  <a:tcPr marL="112315" marR="112315" marT="56157" marB="561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gridSpan="12">
                  <a:txBody>
                    <a:bodyPr/>
                    <a:lstStyle/>
                    <a:p>
                      <a:pPr latinLnBrk="1"/>
                      <a:endParaRPr lang="ko-KR" altLang="en-US" sz="1800"/>
                    </a:p>
                  </a:txBody>
                  <a:tcPr marL="112315" marR="112315" marT="56157" marB="561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marL="0" marR="0" indent="0" algn="ctr" fontAlgn="base" latinLnBrk="0">
                        <a:lnSpc>
                          <a:spcPct val="110000"/>
                        </a:lnSpc>
                        <a:spcBef>
                          <a:spcPts val="0"/>
                        </a:spcBef>
                        <a:spcAft>
                          <a:spcPts val="0"/>
                        </a:spcAft>
                      </a:pPr>
                      <a:endParaRPr lang="ko-KR" altLang="en-US" sz="1200" b="1" kern="0" spc="-100" dirty="0">
                        <a:solidFill>
                          <a:srgbClr val="000000"/>
                        </a:solidFill>
                        <a:effectLst/>
                        <a:latin typeface="Noto Sans KR" panose="020B0500000000000000" pitchFamily="34" charset="-127"/>
                        <a:ea typeface="Noto Sans KR" panose="020B0500000000000000" pitchFamily="34" charset="-127"/>
                      </a:endParaRPr>
                    </a:p>
                  </a:txBody>
                  <a:tcPr marL="17907" marR="17907" marT="17907" marB="17907"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3556" cap="flat" cmpd="sng" algn="ctr">
                      <a:solidFill>
                        <a:srgbClr val="000000"/>
                      </a:solidFill>
                      <a:prstDash val="solid"/>
                      <a:round/>
                      <a:headEnd type="none" w="med" len="med"/>
                      <a:tailEnd type="none" w="med" len="med"/>
                    </a:lnB>
                    <a:solidFill>
                      <a:schemeClr val="bg1">
                        <a:lumMod val="85000"/>
                      </a:schemeClr>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rowSpan="2">
                  <a:txBody>
                    <a:bodyPr/>
                    <a:lstStyle/>
                    <a:p>
                      <a:pPr marL="0" marR="0" indent="0" algn="ctr" fontAlgn="base" latinLnBrk="0">
                        <a:lnSpc>
                          <a:spcPct val="110000"/>
                        </a:lnSpc>
                        <a:spcBef>
                          <a:spcPts val="0"/>
                        </a:spcBef>
                        <a:spcAft>
                          <a:spcPts val="0"/>
                        </a:spcAft>
                      </a:pPr>
                      <a:r>
                        <a:rPr lang="ko-KR" altLang="en-US" sz="1500" b="1" kern="0" spc="0">
                          <a:solidFill>
                            <a:srgbClr val="000000"/>
                          </a:solidFill>
                          <a:effectLst/>
                          <a:latin typeface="Noto Sans KR" panose="020B0500000000000000" pitchFamily="34" charset="-127"/>
                          <a:ea typeface="Noto Sans KR" panose="020B0500000000000000" pitchFamily="34" charset="-127"/>
                        </a:rPr>
                        <a:t>기간</a:t>
                      </a:r>
                      <a:endParaRPr lang="ko-KR" altLang="en-US" sz="1500" b="1" kern="0" spc="-100">
                        <a:solidFill>
                          <a:srgbClr val="000000"/>
                        </a:solidFill>
                        <a:effectLst/>
                        <a:latin typeface="Noto Sans KR" panose="020B0500000000000000" pitchFamily="34" charset="-127"/>
                        <a:ea typeface="Noto Sans KR" panose="020B0500000000000000" pitchFamily="34" charset="-127"/>
                      </a:endParaRPr>
                    </a:p>
                    <a:p>
                      <a:pPr marL="0" marR="0" indent="0" algn="ctr" fontAlgn="base" latinLnBrk="0">
                        <a:lnSpc>
                          <a:spcPct val="110000"/>
                        </a:lnSpc>
                        <a:spcBef>
                          <a:spcPts val="0"/>
                        </a:spcBef>
                        <a:spcAft>
                          <a:spcPts val="0"/>
                        </a:spcAft>
                      </a:pPr>
                      <a:r>
                        <a:rPr lang="en-US" altLang="ko-KR" sz="1500" b="1" kern="0" spc="0">
                          <a:solidFill>
                            <a:srgbClr val="000000"/>
                          </a:solidFill>
                          <a:effectLst/>
                          <a:latin typeface="Noto Sans KR" panose="020B0500000000000000" pitchFamily="34" charset="-127"/>
                          <a:ea typeface="Noto Sans KR" panose="020B0500000000000000" pitchFamily="34" charset="-127"/>
                        </a:rPr>
                        <a:t>(</a:t>
                      </a:r>
                      <a:r>
                        <a:rPr lang="ko-KR" altLang="en-US" sz="1500" b="1" kern="0" spc="0">
                          <a:solidFill>
                            <a:srgbClr val="000000"/>
                          </a:solidFill>
                          <a:effectLst/>
                          <a:latin typeface="Noto Sans KR" panose="020B0500000000000000" pitchFamily="34" charset="-127"/>
                          <a:ea typeface="Noto Sans KR" panose="020B0500000000000000" pitchFamily="34" charset="-127"/>
                        </a:rPr>
                        <a:t>주</a:t>
                      </a:r>
                      <a:r>
                        <a:rPr lang="en-US" altLang="ko-KR" sz="1500" b="1" kern="0" spc="0">
                          <a:solidFill>
                            <a:srgbClr val="000000"/>
                          </a:solidFill>
                          <a:effectLst/>
                          <a:latin typeface="Noto Sans KR" panose="020B0500000000000000" pitchFamily="34" charset="-127"/>
                          <a:ea typeface="Noto Sans KR" panose="020B0500000000000000" pitchFamily="34" charset="-127"/>
                        </a:rPr>
                        <a:t>)</a:t>
                      </a:r>
                      <a:endParaRPr lang="ko-KR" altLang="en-US" sz="1500" b="1" kern="0" spc="-100">
                        <a:solidFill>
                          <a:srgbClr val="000000"/>
                        </a:solidFill>
                        <a:effectLst/>
                        <a:latin typeface="Noto Sans KR" panose="020B0500000000000000" pitchFamily="34" charset="-127"/>
                        <a:ea typeface="Noto Sans KR" panose="020B0500000000000000" pitchFamily="34" charset="-127"/>
                      </a:endParaRPr>
                    </a:p>
                  </a:txBody>
                  <a:tcPr marL="112315" marR="112315" marT="56157" marB="561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62458151"/>
                  </a:ext>
                </a:extLst>
              </a:tr>
              <a:tr h="274002">
                <a:tc vMerge="1">
                  <a:txBody>
                    <a:bodyPr/>
                    <a:lstStyle/>
                    <a:p>
                      <a:pPr latinLnBrk="1"/>
                      <a:endParaRPr lang="ko-KR" altLang="en-US"/>
                    </a:p>
                  </a:txBody>
                  <a:tcPr/>
                </a:tc>
                <a:tc vMerge="1">
                  <a:txBody>
                    <a:bodyPr/>
                    <a:lstStyle/>
                    <a:p>
                      <a:pPr latinLnBrk="1"/>
                      <a:endParaRPr lang="ko-KR" altLang="en-US"/>
                    </a:p>
                  </a:txBody>
                  <a:tcPr/>
                </a:tc>
                <a:tc gridSpan="2">
                  <a:txBody>
                    <a:bodyPr/>
                    <a:lstStyle/>
                    <a:p>
                      <a:pPr marL="0" marR="0" indent="0" algn="ctr" fontAlgn="base" latinLnBrk="0">
                        <a:lnSpc>
                          <a:spcPct val="110000"/>
                        </a:lnSpc>
                        <a:spcBef>
                          <a:spcPts val="0"/>
                        </a:spcBef>
                        <a:spcAft>
                          <a:spcPts val="0"/>
                        </a:spcAft>
                      </a:pPr>
                      <a:r>
                        <a:rPr lang="en-US" sz="1500" b="1" kern="0" spc="0">
                          <a:solidFill>
                            <a:srgbClr val="000000"/>
                          </a:solidFill>
                          <a:effectLst/>
                          <a:latin typeface="Noto Sans KR" panose="020B0500000000000000" pitchFamily="34" charset="-127"/>
                          <a:ea typeface="Noto Sans KR" panose="020B0500000000000000" pitchFamily="34" charset="-127"/>
                        </a:rPr>
                        <a:t>7</a:t>
                      </a:r>
                      <a:endParaRPr lang="en-US" sz="1500" b="1" kern="0" spc="-100">
                        <a:solidFill>
                          <a:srgbClr val="000000"/>
                        </a:solidFill>
                        <a:effectLst/>
                        <a:latin typeface="Noto Sans KR" panose="020B0500000000000000" pitchFamily="34" charset="-127"/>
                        <a:ea typeface="Noto Sans KR" panose="020B0500000000000000" pitchFamily="34" charset="-127"/>
                      </a:endParaRPr>
                    </a:p>
                  </a:txBody>
                  <a:tcPr marL="112315" marR="112315" marT="56157" marB="561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latinLnBrk="1"/>
                      <a:endParaRPr lang="ko-KR" altLang="en-US"/>
                    </a:p>
                  </a:txBody>
                  <a:tcPr/>
                </a:tc>
                <a:tc gridSpan="2">
                  <a:txBody>
                    <a:bodyPr/>
                    <a:lstStyle/>
                    <a:p>
                      <a:pPr marL="0" marR="0" indent="0" algn="ctr" fontAlgn="base" latinLnBrk="0">
                        <a:lnSpc>
                          <a:spcPct val="110000"/>
                        </a:lnSpc>
                        <a:spcBef>
                          <a:spcPts val="0"/>
                        </a:spcBef>
                        <a:spcAft>
                          <a:spcPts val="0"/>
                        </a:spcAft>
                      </a:pPr>
                      <a:r>
                        <a:rPr lang="en-US" sz="1500" b="1" kern="0" spc="0">
                          <a:solidFill>
                            <a:srgbClr val="000000"/>
                          </a:solidFill>
                          <a:effectLst/>
                          <a:latin typeface="Noto Sans KR" panose="020B0500000000000000" pitchFamily="34" charset="-127"/>
                          <a:ea typeface="Noto Sans KR" panose="020B0500000000000000" pitchFamily="34" charset="-127"/>
                        </a:rPr>
                        <a:t>8</a:t>
                      </a:r>
                      <a:endParaRPr lang="en-US" sz="1500" b="1" kern="0" spc="-100">
                        <a:solidFill>
                          <a:srgbClr val="000000"/>
                        </a:solidFill>
                        <a:effectLst/>
                        <a:latin typeface="Noto Sans KR" panose="020B0500000000000000" pitchFamily="34" charset="-127"/>
                        <a:ea typeface="Noto Sans KR" panose="020B0500000000000000" pitchFamily="34" charset="-127"/>
                      </a:endParaRPr>
                    </a:p>
                  </a:txBody>
                  <a:tcPr marL="112315" marR="112315" marT="56157" marB="561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latinLnBrk="1"/>
                      <a:endParaRPr lang="ko-KR" altLang="en-US"/>
                    </a:p>
                  </a:txBody>
                  <a:tcPr/>
                </a:tc>
                <a:tc gridSpan="2">
                  <a:txBody>
                    <a:bodyPr/>
                    <a:lstStyle/>
                    <a:p>
                      <a:pPr marL="0" marR="0" indent="0" algn="ctr" fontAlgn="base" latinLnBrk="0">
                        <a:lnSpc>
                          <a:spcPct val="110000"/>
                        </a:lnSpc>
                        <a:spcBef>
                          <a:spcPts val="0"/>
                        </a:spcBef>
                        <a:spcAft>
                          <a:spcPts val="0"/>
                        </a:spcAft>
                      </a:pPr>
                      <a:r>
                        <a:rPr lang="en-US" sz="1500" b="1" kern="0" spc="0">
                          <a:solidFill>
                            <a:srgbClr val="000000"/>
                          </a:solidFill>
                          <a:effectLst/>
                          <a:latin typeface="Noto Sans KR" panose="020B0500000000000000" pitchFamily="34" charset="-127"/>
                          <a:ea typeface="Noto Sans KR" panose="020B0500000000000000" pitchFamily="34" charset="-127"/>
                        </a:rPr>
                        <a:t>9</a:t>
                      </a:r>
                      <a:endParaRPr lang="en-US" sz="1500" b="1" kern="0" spc="-100">
                        <a:solidFill>
                          <a:srgbClr val="000000"/>
                        </a:solidFill>
                        <a:effectLst/>
                        <a:latin typeface="Noto Sans KR" panose="020B0500000000000000" pitchFamily="34" charset="-127"/>
                        <a:ea typeface="Noto Sans KR" panose="020B0500000000000000" pitchFamily="34" charset="-127"/>
                      </a:endParaRPr>
                    </a:p>
                  </a:txBody>
                  <a:tcPr marL="112315" marR="112315" marT="56157" marB="561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latinLnBrk="1"/>
                      <a:endParaRPr lang="ko-KR" altLang="en-US"/>
                    </a:p>
                  </a:txBody>
                  <a:tcPr/>
                </a:tc>
                <a:tc gridSpan="2">
                  <a:txBody>
                    <a:bodyPr/>
                    <a:lstStyle/>
                    <a:p>
                      <a:pPr marL="0" marR="0" indent="0" algn="ctr" fontAlgn="base" latinLnBrk="0">
                        <a:lnSpc>
                          <a:spcPct val="110000"/>
                        </a:lnSpc>
                        <a:spcBef>
                          <a:spcPts val="0"/>
                        </a:spcBef>
                        <a:spcAft>
                          <a:spcPts val="0"/>
                        </a:spcAft>
                      </a:pPr>
                      <a:r>
                        <a:rPr lang="en-US" sz="1500" b="1" kern="0" spc="0">
                          <a:solidFill>
                            <a:srgbClr val="000000"/>
                          </a:solidFill>
                          <a:effectLst/>
                          <a:latin typeface="Noto Sans KR" panose="020B0500000000000000" pitchFamily="34" charset="-127"/>
                          <a:ea typeface="Noto Sans KR" panose="020B0500000000000000" pitchFamily="34" charset="-127"/>
                        </a:rPr>
                        <a:t>10</a:t>
                      </a:r>
                      <a:endParaRPr lang="en-US" sz="1500" b="1" kern="0" spc="-100">
                        <a:solidFill>
                          <a:srgbClr val="000000"/>
                        </a:solidFill>
                        <a:effectLst/>
                        <a:latin typeface="Noto Sans KR" panose="020B0500000000000000" pitchFamily="34" charset="-127"/>
                        <a:ea typeface="Noto Sans KR" panose="020B0500000000000000" pitchFamily="34" charset="-127"/>
                      </a:endParaRPr>
                    </a:p>
                  </a:txBody>
                  <a:tcPr marL="112315" marR="112315" marT="56157" marB="561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latinLnBrk="1"/>
                      <a:endParaRPr lang="ko-KR" altLang="en-US"/>
                    </a:p>
                  </a:txBody>
                  <a:tcPr/>
                </a:tc>
                <a:tc gridSpan="2">
                  <a:txBody>
                    <a:bodyPr/>
                    <a:lstStyle/>
                    <a:p>
                      <a:pPr marL="0" marR="0" indent="0" algn="ctr" fontAlgn="base" latinLnBrk="0">
                        <a:lnSpc>
                          <a:spcPct val="110000"/>
                        </a:lnSpc>
                        <a:spcBef>
                          <a:spcPts val="0"/>
                        </a:spcBef>
                        <a:spcAft>
                          <a:spcPts val="0"/>
                        </a:spcAft>
                      </a:pPr>
                      <a:r>
                        <a:rPr lang="en-US" sz="1500" b="1" kern="0" spc="0">
                          <a:solidFill>
                            <a:srgbClr val="000000"/>
                          </a:solidFill>
                          <a:effectLst/>
                          <a:latin typeface="Noto Sans KR" panose="020B0500000000000000" pitchFamily="34" charset="-127"/>
                          <a:ea typeface="Noto Sans KR" panose="020B0500000000000000" pitchFamily="34" charset="-127"/>
                        </a:rPr>
                        <a:t>11</a:t>
                      </a:r>
                      <a:endParaRPr lang="en-US" sz="1500" b="1" kern="0" spc="-100">
                        <a:solidFill>
                          <a:srgbClr val="000000"/>
                        </a:solidFill>
                        <a:effectLst/>
                        <a:latin typeface="Noto Sans KR" panose="020B0500000000000000" pitchFamily="34" charset="-127"/>
                        <a:ea typeface="Noto Sans KR" panose="020B0500000000000000" pitchFamily="34" charset="-127"/>
                      </a:endParaRPr>
                    </a:p>
                  </a:txBody>
                  <a:tcPr marL="112315" marR="112315" marT="56157" marB="561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latinLnBrk="1"/>
                      <a:endParaRPr lang="ko-KR" altLang="en-US"/>
                    </a:p>
                  </a:txBody>
                  <a:tcPr/>
                </a:tc>
                <a:tc gridSpan="2">
                  <a:txBody>
                    <a:bodyPr/>
                    <a:lstStyle/>
                    <a:p>
                      <a:pPr marL="0" marR="0" indent="0" algn="ctr" fontAlgn="base" latinLnBrk="0">
                        <a:lnSpc>
                          <a:spcPct val="110000"/>
                        </a:lnSpc>
                        <a:spcBef>
                          <a:spcPts val="0"/>
                        </a:spcBef>
                        <a:spcAft>
                          <a:spcPts val="0"/>
                        </a:spcAft>
                      </a:pPr>
                      <a:r>
                        <a:rPr lang="en-US" sz="1500" b="1" kern="0" spc="0">
                          <a:solidFill>
                            <a:srgbClr val="000000"/>
                          </a:solidFill>
                          <a:effectLst/>
                          <a:latin typeface="Noto Sans KR" panose="020B0500000000000000" pitchFamily="34" charset="-127"/>
                          <a:ea typeface="Noto Sans KR" panose="020B0500000000000000" pitchFamily="34" charset="-127"/>
                        </a:rPr>
                        <a:t>12</a:t>
                      </a:r>
                      <a:endParaRPr lang="en-US" sz="1500" b="1" kern="0" spc="-100">
                        <a:solidFill>
                          <a:srgbClr val="000000"/>
                        </a:solidFill>
                        <a:effectLst/>
                        <a:latin typeface="Noto Sans KR" panose="020B0500000000000000" pitchFamily="34" charset="-127"/>
                        <a:ea typeface="Noto Sans KR" panose="020B0500000000000000" pitchFamily="34" charset="-127"/>
                      </a:endParaRPr>
                    </a:p>
                  </a:txBody>
                  <a:tcPr marL="112315" marR="112315" marT="56157" marB="561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latinLnBrk="1"/>
                      <a:endParaRPr lang="ko-KR" altLang="en-US"/>
                    </a:p>
                  </a:txBody>
                  <a:tcPr/>
                </a:tc>
                <a:tc vMerge="1">
                  <a:txBody>
                    <a:bodyPr/>
                    <a:lstStyle/>
                    <a:p>
                      <a:pPr latinLnBrk="1"/>
                      <a:endParaRPr lang="ko-KR" altLang="en-US"/>
                    </a:p>
                  </a:txBody>
                  <a:tcPr/>
                </a:tc>
                <a:extLst>
                  <a:ext uri="{0D108BD9-81ED-4DB2-BD59-A6C34878D82A}">
                    <a16:rowId xmlns:a16="http://schemas.microsoft.com/office/drawing/2014/main" val="3148790661"/>
                  </a:ext>
                </a:extLst>
              </a:tr>
              <a:tr h="197331">
                <a:tc rowSpan="3">
                  <a:txBody>
                    <a:bodyPr/>
                    <a:lstStyle/>
                    <a:p>
                      <a:pPr marL="0" marR="0" indent="0" algn="ctr" fontAlgn="base" latinLnBrk="0">
                        <a:lnSpc>
                          <a:spcPct val="110000"/>
                        </a:lnSpc>
                        <a:spcBef>
                          <a:spcPts val="0"/>
                        </a:spcBef>
                        <a:spcAft>
                          <a:spcPts val="0"/>
                        </a:spcAft>
                      </a:pPr>
                      <a:r>
                        <a:rPr lang="en-US" sz="1500" b="0" kern="0" spc="0" dirty="0">
                          <a:solidFill>
                            <a:schemeClr val="tx1"/>
                          </a:solidFill>
                          <a:effectLst/>
                          <a:latin typeface="Noto Sans KR" panose="020B0500000000000000" pitchFamily="34" charset="-127"/>
                          <a:ea typeface="Noto Sans KR" panose="020B0500000000000000" pitchFamily="34" charset="-127"/>
                        </a:rPr>
                        <a:t>1</a:t>
                      </a:r>
                      <a:endParaRPr lang="en-US" sz="1500" b="0" kern="0" spc="-100" dirty="0">
                        <a:solidFill>
                          <a:schemeClr val="tx1"/>
                        </a:solidFill>
                        <a:effectLst/>
                        <a:latin typeface="Noto Sans KR" panose="020B0500000000000000" pitchFamily="34" charset="-127"/>
                        <a:ea typeface="Noto Sans KR" panose="020B0500000000000000" pitchFamily="34" charset="-127"/>
                      </a:endParaRPr>
                    </a:p>
                  </a:txBody>
                  <a:tcPr marL="112315" marR="112315" marT="56157" marB="56157" anchor="ctr">
                    <a:lnL w="3175" cap="flat" cmpd="sng" algn="ctr">
                      <a:solidFill>
                        <a:schemeClr val="tx1"/>
                      </a:solidFill>
                      <a:prstDash val="solid"/>
                      <a:round/>
                      <a:headEnd type="none" w="med" len="med"/>
                      <a:tailEnd type="none" w="med" len="med"/>
                    </a:lnL>
                    <a:lnR w="3556"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3556" cap="flat" cmpd="sng" algn="ctr">
                      <a:solidFill>
                        <a:srgbClr val="000000"/>
                      </a:solidFill>
                      <a:prstDash val="solid"/>
                      <a:round/>
                      <a:headEnd type="none" w="med" len="med"/>
                      <a:tailEnd type="none" w="med" len="med"/>
                    </a:lnB>
                  </a:tcPr>
                </a:tc>
                <a:tc rowSpan="3">
                  <a:txBody>
                    <a:bodyPr/>
                    <a:lstStyle/>
                    <a:p>
                      <a:pPr marL="0" marR="0" indent="0" algn="ctr" fontAlgn="base" latinLnBrk="0">
                        <a:lnSpc>
                          <a:spcPct val="110000"/>
                        </a:lnSpc>
                        <a:spcBef>
                          <a:spcPts val="0"/>
                        </a:spcBef>
                        <a:spcAft>
                          <a:spcPts val="0"/>
                        </a:spcAft>
                      </a:pPr>
                      <a:r>
                        <a:rPr lang="ko-KR" altLang="en-US" sz="1200" b="0" kern="0" spc="-100" dirty="0">
                          <a:solidFill>
                            <a:srgbClr val="0000FF"/>
                          </a:solidFill>
                          <a:effectLst/>
                          <a:latin typeface="Noto Sans KR" panose="020B0500000000000000" pitchFamily="34" charset="-127"/>
                          <a:ea typeface="Noto Sans KR" panose="020B0500000000000000" pitchFamily="34" charset="-127"/>
                        </a:rPr>
                        <a:t>과제 협약</a:t>
                      </a:r>
                    </a:p>
                  </a:txBody>
                  <a:tcPr marL="112315" marR="112315" marT="56157" marB="56157"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3556" cap="flat" cmpd="sng" algn="ctr">
                      <a:solidFill>
                        <a:srgbClr val="000000"/>
                      </a:solidFill>
                      <a:prstDash val="solid"/>
                      <a:round/>
                      <a:headEnd type="none" w="med" len="med"/>
                      <a:tailEnd type="none" w="med" len="med"/>
                    </a:lnB>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solidFill>
                  </a:tcPr>
                </a:tc>
                <a:tc rowSpan="3">
                  <a:txBody>
                    <a:bodyPr/>
                    <a:lstStyle/>
                    <a:p>
                      <a:pPr marL="0" marR="0" indent="0" algn="ctr" fontAlgn="base" latinLnBrk="0">
                        <a:lnSpc>
                          <a:spcPct val="110000"/>
                        </a:lnSpc>
                        <a:spcBef>
                          <a:spcPts val="0"/>
                        </a:spcBef>
                        <a:spcAft>
                          <a:spcPts val="0"/>
                        </a:spcAft>
                      </a:pPr>
                      <a:r>
                        <a:rPr lang="en-US" altLang="ko-KR" sz="1500" kern="0" spc="0">
                          <a:solidFill>
                            <a:srgbClr val="000000"/>
                          </a:solidFill>
                          <a:effectLst/>
                          <a:latin typeface="Noto Sans KR" panose="020B0500000000000000" pitchFamily="34" charset="-127"/>
                          <a:ea typeface="Noto Sans KR" panose="020B0500000000000000" pitchFamily="34" charset="-127"/>
                        </a:rPr>
                        <a:t>8</a:t>
                      </a:r>
                      <a:endParaRPr lang="ko-KR" altLang="en-US" sz="1500" kern="0" spc="0" dirty="0">
                        <a:solidFill>
                          <a:srgbClr val="000000"/>
                        </a:solidFill>
                        <a:effectLst/>
                        <a:latin typeface="Noto Sans KR" panose="020B0500000000000000" pitchFamily="34" charset="-127"/>
                        <a:ea typeface="Noto Sans KR" panose="020B0500000000000000" pitchFamily="34" charset="-127"/>
                      </a:endParaRPr>
                    </a:p>
                  </a:txBody>
                  <a:tcPr marL="112315" marR="112315" marT="56157" marB="56157" anchor="ctr">
                    <a:lnL w="3556" cap="flat" cmpd="sng" algn="ctr">
                      <a:solidFill>
                        <a:srgbClr val="000000"/>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556"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25176711"/>
                  </a:ext>
                </a:extLst>
              </a:tr>
              <a:tr h="197331">
                <a:tc vMerge="1">
                  <a:txBody>
                    <a:bodyPr/>
                    <a:lstStyle/>
                    <a:p>
                      <a:pPr latinLnBrk="1"/>
                      <a:endParaRPr lang="ko-KR" altLang="en-US"/>
                    </a:p>
                  </a:txBody>
                  <a:tcPr/>
                </a:tc>
                <a:tc vMerge="1">
                  <a:txBody>
                    <a:bodyPr/>
                    <a:lstStyle/>
                    <a:p>
                      <a:pPr latinLnBrk="1"/>
                      <a:endParaRPr lang="ko-KR" altLang="en-US"/>
                    </a:p>
                  </a:txBody>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solidFill>
                      <a:schemeClr val="bg1"/>
                    </a:solidFill>
                  </a:tcPr>
                </a:tc>
                <a:tc vMerge="1">
                  <a:txBody>
                    <a:bodyPr/>
                    <a:lstStyle/>
                    <a:p>
                      <a:pPr latinLnBrk="1"/>
                      <a:endParaRPr lang="ko-KR" altLang="en-US"/>
                    </a:p>
                  </a:txBody>
                  <a:tcPr/>
                </a:tc>
                <a:extLst>
                  <a:ext uri="{0D108BD9-81ED-4DB2-BD59-A6C34878D82A}">
                    <a16:rowId xmlns:a16="http://schemas.microsoft.com/office/drawing/2014/main" val="1924193671"/>
                  </a:ext>
                </a:extLst>
              </a:tr>
              <a:tr h="197331">
                <a:tc vMerge="1">
                  <a:txBody>
                    <a:bodyPr/>
                    <a:lstStyle/>
                    <a:p>
                      <a:pPr latinLnBrk="1"/>
                      <a:endParaRPr lang="ko-KR" altLang="en-US"/>
                    </a:p>
                  </a:txBody>
                  <a:tcPr/>
                </a:tc>
                <a:tc vMerge="1">
                  <a:txBody>
                    <a:bodyPr/>
                    <a:lstStyle/>
                    <a:p>
                      <a:pPr latinLnBrk="1"/>
                      <a:endParaRPr lang="ko-KR" altLang="en-US"/>
                    </a:p>
                  </a:txBody>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vMerge="1">
                  <a:txBody>
                    <a:bodyPr/>
                    <a:lstStyle/>
                    <a:p>
                      <a:pPr latinLnBrk="1"/>
                      <a:endParaRPr lang="ko-KR" altLang="en-US"/>
                    </a:p>
                  </a:txBody>
                  <a:tcPr/>
                </a:tc>
                <a:extLst>
                  <a:ext uri="{0D108BD9-81ED-4DB2-BD59-A6C34878D82A}">
                    <a16:rowId xmlns:a16="http://schemas.microsoft.com/office/drawing/2014/main" val="3951428747"/>
                  </a:ext>
                </a:extLst>
              </a:tr>
              <a:tr h="197331">
                <a:tc rowSpan="3">
                  <a:txBody>
                    <a:bodyPr/>
                    <a:lstStyle/>
                    <a:p>
                      <a:pPr marL="0" marR="0" indent="0" algn="ctr" fontAlgn="base" latinLnBrk="0">
                        <a:lnSpc>
                          <a:spcPct val="110000"/>
                        </a:lnSpc>
                        <a:spcBef>
                          <a:spcPts val="0"/>
                        </a:spcBef>
                        <a:spcAft>
                          <a:spcPts val="0"/>
                        </a:spcAft>
                      </a:pPr>
                      <a:r>
                        <a:rPr lang="en-US" sz="1500" b="0" kern="0" spc="0" dirty="0">
                          <a:solidFill>
                            <a:schemeClr val="tx1"/>
                          </a:solidFill>
                          <a:effectLst/>
                          <a:latin typeface="Noto Sans KR" panose="020B0500000000000000" pitchFamily="34" charset="-127"/>
                          <a:ea typeface="Noto Sans KR" panose="020B0500000000000000" pitchFamily="34" charset="-127"/>
                        </a:rPr>
                        <a:t>2</a:t>
                      </a:r>
                      <a:endParaRPr lang="en-US" sz="1500" b="0" kern="0" spc="-100" dirty="0">
                        <a:solidFill>
                          <a:schemeClr val="tx1"/>
                        </a:solidFill>
                        <a:effectLst/>
                        <a:latin typeface="Noto Sans KR" panose="020B0500000000000000" pitchFamily="34" charset="-127"/>
                        <a:ea typeface="Noto Sans KR" panose="020B0500000000000000" pitchFamily="34" charset="-127"/>
                      </a:endParaRPr>
                    </a:p>
                  </a:txBody>
                  <a:tcPr marL="112315" marR="112315" marT="56157" marB="56157" anchor="ctr">
                    <a:lnL w="3175" cap="flat" cmpd="sng" algn="ctr">
                      <a:solidFill>
                        <a:schemeClr val="tx1"/>
                      </a:solidFill>
                      <a:prstDash val="solid"/>
                      <a:round/>
                      <a:headEnd type="none" w="med" len="med"/>
                      <a:tailEnd type="none" w="med" len="med"/>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tcPr>
                </a:tc>
                <a:tc rowSpan="3">
                  <a:txBody>
                    <a:bodyPr/>
                    <a:lstStyle/>
                    <a:p>
                      <a:pPr marL="0" marR="0" indent="0" algn="ctr" fontAlgn="base" latinLnBrk="0">
                        <a:lnSpc>
                          <a:spcPct val="110000"/>
                        </a:lnSpc>
                        <a:spcBef>
                          <a:spcPts val="0"/>
                        </a:spcBef>
                        <a:spcAft>
                          <a:spcPts val="0"/>
                        </a:spcAft>
                      </a:pPr>
                      <a:r>
                        <a:rPr lang="ko-KR" altLang="en-US" sz="1200" b="0" kern="0" spc="-100">
                          <a:solidFill>
                            <a:srgbClr val="0000FF"/>
                          </a:solidFill>
                          <a:effectLst/>
                          <a:latin typeface="Noto Sans KR" panose="020B0500000000000000" pitchFamily="34" charset="-127"/>
                          <a:ea typeface="Noto Sans KR" panose="020B0500000000000000" pitchFamily="34" charset="-127"/>
                        </a:rPr>
                        <a:t>송수신 모듈의 회로</a:t>
                      </a:r>
                      <a:r>
                        <a:rPr lang="en-US" altLang="ko-KR" sz="1200" b="0" kern="0" spc="-100">
                          <a:solidFill>
                            <a:srgbClr val="0000FF"/>
                          </a:solidFill>
                          <a:effectLst/>
                          <a:latin typeface="Noto Sans KR" panose="020B0500000000000000" pitchFamily="34" charset="-127"/>
                          <a:ea typeface="Noto Sans KR" panose="020B0500000000000000" pitchFamily="34" charset="-127"/>
                        </a:rPr>
                        <a:t>, </a:t>
                      </a:r>
                      <a:r>
                        <a:rPr lang="ko-KR" altLang="en-US" sz="1200" b="0" kern="0" spc="-100">
                          <a:solidFill>
                            <a:srgbClr val="0000FF"/>
                          </a:solidFill>
                          <a:effectLst/>
                          <a:latin typeface="Noto Sans KR" panose="020B0500000000000000" pitchFamily="34" charset="-127"/>
                          <a:ea typeface="Noto Sans KR" panose="020B0500000000000000" pitchFamily="34" charset="-127"/>
                        </a:rPr>
                        <a:t>패키징</a:t>
                      </a:r>
                      <a:r>
                        <a:rPr lang="en-US" altLang="ko-KR" sz="1200" b="0" kern="0" spc="-100">
                          <a:solidFill>
                            <a:srgbClr val="0000FF"/>
                          </a:solidFill>
                          <a:effectLst/>
                          <a:latin typeface="Noto Sans KR" panose="020B0500000000000000" pitchFamily="34" charset="-127"/>
                          <a:ea typeface="Noto Sans KR" panose="020B0500000000000000" pitchFamily="34" charset="-127"/>
                        </a:rPr>
                        <a:t>, </a:t>
                      </a:r>
                      <a:r>
                        <a:rPr lang="ko-KR" altLang="en-US" sz="1200" b="0" kern="0" spc="-100">
                          <a:solidFill>
                            <a:srgbClr val="0000FF"/>
                          </a:solidFill>
                          <a:effectLst/>
                          <a:latin typeface="Noto Sans KR" panose="020B0500000000000000" pitchFamily="34" charset="-127"/>
                          <a:ea typeface="Noto Sans KR" panose="020B0500000000000000" pitchFamily="34" charset="-127"/>
                        </a:rPr>
                        <a:t>적층 구조를 포함한 기본 설계 완료 및 단일 채널 동작 검증</a:t>
                      </a:r>
                      <a:endParaRPr lang="ko-KR" altLang="en-US" sz="1200" b="0" kern="0" spc="-100" dirty="0">
                        <a:solidFill>
                          <a:srgbClr val="0000FF"/>
                        </a:solidFill>
                        <a:effectLst/>
                        <a:latin typeface="Noto Sans KR" panose="020B0500000000000000" pitchFamily="34" charset="-127"/>
                        <a:ea typeface="Noto Sans KR" panose="020B0500000000000000" pitchFamily="34" charset="-127"/>
                      </a:endParaRPr>
                    </a:p>
                  </a:txBody>
                  <a:tcPr marL="112315" marR="112315" marT="56157" marB="56157"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solidFill>
                      <a:schemeClr val="bg1"/>
                    </a:solidFill>
                  </a:tcPr>
                </a:tc>
                <a:tc rowSpan="3">
                  <a:txBody>
                    <a:bodyPr/>
                    <a:lstStyle/>
                    <a:p>
                      <a:pPr marL="0" marR="0" indent="0" algn="ctr" fontAlgn="base" latinLnBrk="0">
                        <a:lnSpc>
                          <a:spcPct val="110000"/>
                        </a:lnSpc>
                        <a:spcBef>
                          <a:spcPts val="0"/>
                        </a:spcBef>
                        <a:spcAft>
                          <a:spcPts val="0"/>
                        </a:spcAft>
                      </a:pPr>
                      <a:r>
                        <a:rPr lang="en-US" altLang="ko-KR" sz="1500" kern="0" spc="0">
                          <a:solidFill>
                            <a:srgbClr val="000000"/>
                          </a:solidFill>
                          <a:effectLst/>
                          <a:latin typeface="Noto Sans KR" panose="020B0500000000000000" pitchFamily="34" charset="-127"/>
                          <a:ea typeface="Noto Sans KR" panose="020B0500000000000000" pitchFamily="34" charset="-127"/>
                        </a:rPr>
                        <a:t>1</a:t>
                      </a:r>
                      <a:r>
                        <a:rPr lang="en-US" altLang="ko-KR" sz="1500" kern="0" spc="0" dirty="0">
                          <a:solidFill>
                            <a:srgbClr val="000000"/>
                          </a:solidFill>
                          <a:effectLst/>
                          <a:latin typeface="Noto Sans KR" panose="020B0500000000000000" pitchFamily="34" charset="-127"/>
                          <a:ea typeface="Noto Sans KR" panose="020B0500000000000000" pitchFamily="34" charset="-127"/>
                        </a:rPr>
                        <a:t>2</a:t>
                      </a:r>
                      <a:endParaRPr lang="ko-KR" altLang="en-US" sz="1500" kern="0" spc="0" dirty="0">
                        <a:solidFill>
                          <a:srgbClr val="000000"/>
                        </a:solidFill>
                        <a:effectLst/>
                        <a:latin typeface="Noto Sans KR" panose="020B0500000000000000" pitchFamily="34" charset="-127"/>
                        <a:ea typeface="Noto Sans KR" panose="020B0500000000000000" pitchFamily="34" charset="-127"/>
                      </a:endParaRPr>
                    </a:p>
                  </a:txBody>
                  <a:tcPr marL="112315" marR="112315" marT="56157" marB="56157" anchor="ctr">
                    <a:lnL w="3556" cap="flat" cmpd="sng" algn="ctr">
                      <a:solidFill>
                        <a:srgbClr val="000000"/>
                      </a:solidFill>
                      <a:prstDash val="solid"/>
                      <a:round/>
                      <a:headEnd type="none" w="med" len="med"/>
                      <a:tailEnd type="none" w="med" len="med"/>
                    </a:lnL>
                    <a:lnR w="3175" cap="flat" cmpd="sng" algn="ctr">
                      <a:solidFill>
                        <a:schemeClr val="tx1"/>
                      </a:solidFill>
                      <a:prstDash val="solid"/>
                      <a:round/>
                      <a:headEnd type="none" w="med" len="med"/>
                      <a:tailEnd type="none" w="med" len="med"/>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14138859"/>
                  </a:ext>
                </a:extLst>
              </a:tr>
              <a:tr h="197331">
                <a:tc vMerge="1">
                  <a:txBody>
                    <a:bodyPr/>
                    <a:lstStyle/>
                    <a:p>
                      <a:pPr latinLnBrk="1"/>
                      <a:endParaRPr lang="ko-KR" altLang="en-US"/>
                    </a:p>
                  </a:txBody>
                  <a:tcPr/>
                </a:tc>
                <a:tc vMerge="1">
                  <a:txBody>
                    <a:bodyPr/>
                    <a:lstStyle/>
                    <a:p>
                      <a:pPr latinLnBrk="1"/>
                      <a:endParaRPr lang="ko-KR" altLang="en-US"/>
                    </a:p>
                  </a:txBody>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solidFill>
                      <a:schemeClr val="bg1"/>
                    </a:solidFill>
                  </a:tcPr>
                </a:tc>
                <a:tc vMerge="1">
                  <a:txBody>
                    <a:bodyPr/>
                    <a:lstStyle/>
                    <a:p>
                      <a:pPr latinLnBrk="1"/>
                      <a:endParaRPr lang="ko-KR" altLang="en-US"/>
                    </a:p>
                  </a:txBody>
                  <a:tcPr/>
                </a:tc>
                <a:extLst>
                  <a:ext uri="{0D108BD9-81ED-4DB2-BD59-A6C34878D82A}">
                    <a16:rowId xmlns:a16="http://schemas.microsoft.com/office/drawing/2014/main" val="1302901645"/>
                  </a:ext>
                </a:extLst>
              </a:tr>
              <a:tr h="197331">
                <a:tc vMerge="1">
                  <a:txBody>
                    <a:bodyPr/>
                    <a:lstStyle/>
                    <a:p>
                      <a:pPr latinLnBrk="1"/>
                      <a:endParaRPr lang="ko-KR" altLang="en-US"/>
                    </a:p>
                  </a:txBody>
                  <a:tcPr/>
                </a:tc>
                <a:tc vMerge="1">
                  <a:txBody>
                    <a:bodyPr/>
                    <a:lstStyle/>
                    <a:p>
                      <a:pPr latinLnBrk="1"/>
                      <a:endParaRPr lang="ko-KR" altLang="en-US"/>
                    </a:p>
                  </a:txBody>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vMerge="1">
                  <a:txBody>
                    <a:bodyPr/>
                    <a:lstStyle/>
                    <a:p>
                      <a:pPr latinLnBrk="1"/>
                      <a:endParaRPr lang="ko-KR" altLang="en-US"/>
                    </a:p>
                  </a:txBody>
                  <a:tcPr/>
                </a:tc>
                <a:extLst>
                  <a:ext uri="{0D108BD9-81ED-4DB2-BD59-A6C34878D82A}">
                    <a16:rowId xmlns:a16="http://schemas.microsoft.com/office/drawing/2014/main" val="2507329881"/>
                  </a:ext>
                </a:extLst>
              </a:tr>
              <a:tr h="197331">
                <a:tc rowSpan="3">
                  <a:txBody>
                    <a:bodyPr/>
                    <a:lstStyle/>
                    <a:p>
                      <a:pPr marL="0" marR="0" indent="0" algn="ctr" fontAlgn="base" latinLnBrk="0">
                        <a:lnSpc>
                          <a:spcPct val="110000"/>
                        </a:lnSpc>
                        <a:spcBef>
                          <a:spcPts val="0"/>
                        </a:spcBef>
                        <a:spcAft>
                          <a:spcPts val="0"/>
                        </a:spcAft>
                      </a:pPr>
                      <a:r>
                        <a:rPr lang="en-US" sz="1500" b="0" kern="0" spc="0">
                          <a:solidFill>
                            <a:schemeClr val="tx1"/>
                          </a:solidFill>
                          <a:effectLst/>
                          <a:latin typeface="Noto Sans KR" panose="020B0500000000000000" pitchFamily="34" charset="-127"/>
                          <a:ea typeface="Noto Sans KR" panose="020B0500000000000000" pitchFamily="34" charset="-127"/>
                        </a:rPr>
                        <a:t>3</a:t>
                      </a:r>
                      <a:endParaRPr lang="en-US" sz="1500" b="0" kern="0" spc="-100">
                        <a:solidFill>
                          <a:schemeClr val="tx1"/>
                        </a:solidFill>
                        <a:effectLst/>
                        <a:latin typeface="Noto Sans KR" panose="020B0500000000000000" pitchFamily="34" charset="-127"/>
                        <a:ea typeface="Noto Sans KR" panose="020B0500000000000000" pitchFamily="34" charset="-127"/>
                      </a:endParaRPr>
                    </a:p>
                  </a:txBody>
                  <a:tcPr marL="112315" marR="112315" marT="56157" marB="56157" anchor="ctr">
                    <a:lnL w="3175" cap="flat" cmpd="sng" algn="ctr">
                      <a:solidFill>
                        <a:schemeClr val="tx1"/>
                      </a:solidFill>
                      <a:prstDash val="solid"/>
                      <a:round/>
                      <a:headEnd type="none" w="med" len="med"/>
                      <a:tailEnd type="none" w="med" len="med"/>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tcPr>
                </a:tc>
                <a:tc rowSpan="3">
                  <a:txBody>
                    <a:bodyPr/>
                    <a:lstStyle/>
                    <a:p>
                      <a:pPr marL="0" marR="0" indent="0" algn="ctr" fontAlgn="base" latinLnBrk="0">
                        <a:lnSpc>
                          <a:spcPct val="110000"/>
                        </a:lnSpc>
                        <a:spcBef>
                          <a:spcPts val="0"/>
                        </a:spcBef>
                        <a:spcAft>
                          <a:spcPts val="0"/>
                        </a:spcAft>
                      </a:pPr>
                      <a:r>
                        <a:rPr lang="en-US" altLang="ko-KR" sz="1200" b="0" kern="0" spc="-100">
                          <a:solidFill>
                            <a:srgbClr val="0000FF"/>
                          </a:solidFill>
                          <a:effectLst/>
                          <a:latin typeface="Noto Sans KR" panose="020B0500000000000000" pitchFamily="34" charset="-127"/>
                          <a:ea typeface="Noto Sans KR" panose="020B0500000000000000" pitchFamily="34" charset="-127"/>
                        </a:rPr>
                        <a:t>RF </a:t>
                      </a:r>
                      <a:r>
                        <a:rPr lang="ko-KR" altLang="en-US" sz="1200" b="0" kern="0" spc="-100">
                          <a:solidFill>
                            <a:srgbClr val="0000FF"/>
                          </a:solidFill>
                          <a:effectLst/>
                          <a:latin typeface="Noto Sans KR" panose="020B0500000000000000" pitchFamily="34" charset="-127"/>
                          <a:ea typeface="Noto Sans KR" panose="020B0500000000000000" pitchFamily="34" charset="-127"/>
                        </a:rPr>
                        <a:t>전송 특성</a:t>
                      </a:r>
                      <a:r>
                        <a:rPr lang="en-US" altLang="ko-KR" sz="1200" b="0" kern="0" spc="-100">
                          <a:solidFill>
                            <a:srgbClr val="0000FF"/>
                          </a:solidFill>
                          <a:effectLst/>
                          <a:latin typeface="Noto Sans KR" panose="020B0500000000000000" pitchFamily="34" charset="-127"/>
                          <a:ea typeface="Noto Sans KR" panose="020B0500000000000000" pitchFamily="34" charset="-127"/>
                        </a:rPr>
                        <a:t>, SI/PI </a:t>
                      </a:r>
                      <a:r>
                        <a:rPr lang="ko-KR" altLang="en-US" sz="1200" b="0" kern="0" spc="-100">
                          <a:solidFill>
                            <a:srgbClr val="0000FF"/>
                          </a:solidFill>
                          <a:effectLst/>
                          <a:latin typeface="Noto Sans KR" panose="020B0500000000000000" pitchFamily="34" charset="-127"/>
                          <a:ea typeface="Noto Sans KR" panose="020B0500000000000000" pitchFamily="34" charset="-127"/>
                        </a:rPr>
                        <a:t>특성</a:t>
                      </a:r>
                      <a:r>
                        <a:rPr lang="en-US" altLang="ko-KR" sz="1200" b="0" kern="0" spc="-100">
                          <a:solidFill>
                            <a:srgbClr val="0000FF"/>
                          </a:solidFill>
                          <a:effectLst/>
                          <a:latin typeface="Noto Sans KR" panose="020B0500000000000000" pitchFamily="34" charset="-127"/>
                          <a:ea typeface="Noto Sans KR" panose="020B0500000000000000" pitchFamily="34" charset="-127"/>
                        </a:rPr>
                        <a:t>, </a:t>
                      </a:r>
                      <a:r>
                        <a:rPr lang="ko-KR" altLang="en-US" sz="1200" b="0" kern="0" spc="-100">
                          <a:solidFill>
                            <a:srgbClr val="0000FF"/>
                          </a:solidFill>
                          <a:effectLst/>
                          <a:latin typeface="Noto Sans KR" panose="020B0500000000000000" pitchFamily="34" charset="-127"/>
                          <a:ea typeface="Noto Sans KR" panose="020B0500000000000000" pitchFamily="34" charset="-127"/>
                        </a:rPr>
                        <a:t>쿠폰 평가 기반의 설계</a:t>
                      </a:r>
                      <a:r>
                        <a:rPr lang="en-US" altLang="ko-KR" sz="1200" b="0" kern="0" spc="-100">
                          <a:solidFill>
                            <a:srgbClr val="0000FF"/>
                          </a:solidFill>
                          <a:effectLst/>
                          <a:latin typeface="Noto Sans KR" panose="020B0200000000000000" pitchFamily="50" charset="-127"/>
                          <a:ea typeface="Noto Sans KR" panose="020B0200000000000000" pitchFamily="50" charset="-127"/>
                        </a:rPr>
                        <a:t>·</a:t>
                      </a:r>
                      <a:r>
                        <a:rPr lang="ko-KR" altLang="en-US" sz="1200" b="0" kern="0" spc="-100">
                          <a:solidFill>
                            <a:srgbClr val="0000FF"/>
                          </a:solidFill>
                          <a:effectLst/>
                          <a:latin typeface="Noto Sans KR" panose="020B0200000000000000" pitchFamily="50" charset="-127"/>
                          <a:ea typeface="Noto Sans KR" panose="020B0200000000000000" pitchFamily="50" charset="-127"/>
                        </a:rPr>
                        <a:t>검증 기준 확립</a:t>
                      </a:r>
                      <a:endParaRPr lang="ko-KR" altLang="en-US" sz="1200" b="0" kern="0" spc="-100" dirty="0">
                        <a:solidFill>
                          <a:srgbClr val="0000FF"/>
                        </a:solidFill>
                        <a:effectLst/>
                        <a:latin typeface="Noto Sans KR" panose="020B0500000000000000" pitchFamily="34" charset="-127"/>
                        <a:ea typeface="Noto Sans KR" panose="020B0500000000000000" pitchFamily="34" charset="-127"/>
                      </a:endParaRPr>
                    </a:p>
                  </a:txBody>
                  <a:tcPr marL="112315" marR="112315" marT="56157" marB="56157"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solidFill>
                      <a:schemeClr val="bg1"/>
                    </a:solidFill>
                  </a:tcPr>
                </a:tc>
                <a:tc rowSpan="3">
                  <a:txBody>
                    <a:bodyPr/>
                    <a:lstStyle/>
                    <a:p>
                      <a:pPr marL="0" marR="0" indent="0" algn="ctr" fontAlgn="base" latinLnBrk="0">
                        <a:lnSpc>
                          <a:spcPct val="110000"/>
                        </a:lnSpc>
                        <a:spcBef>
                          <a:spcPts val="0"/>
                        </a:spcBef>
                        <a:spcAft>
                          <a:spcPts val="0"/>
                        </a:spcAft>
                      </a:pPr>
                      <a:r>
                        <a:rPr lang="en-US" altLang="ko-KR" sz="1500" kern="0" spc="0">
                          <a:solidFill>
                            <a:srgbClr val="000000"/>
                          </a:solidFill>
                          <a:effectLst/>
                          <a:latin typeface="Noto Sans KR" panose="020B0500000000000000" pitchFamily="34" charset="-127"/>
                          <a:ea typeface="Noto Sans KR" panose="020B0500000000000000" pitchFamily="34" charset="-127"/>
                        </a:rPr>
                        <a:t>1</a:t>
                      </a:r>
                      <a:r>
                        <a:rPr lang="en-US" altLang="ko-KR" sz="1500" kern="0" spc="0" dirty="0">
                          <a:solidFill>
                            <a:srgbClr val="000000"/>
                          </a:solidFill>
                          <a:effectLst/>
                          <a:latin typeface="Noto Sans KR" panose="020B0500000000000000" pitchFamily="34" charset="-127"/>
                          <a:ea typeface="Noto Sans KR" panose="020B0500000000000000" pitchFamily="34" charset="-127"/>
                        </a:rPr>
                        <a:t>6</a:t>
                      </a:r>
                      <a:endParaRPr lang="ko-KR" altLang="en-US" sz="1500" kern="0" spc="0" dirty="0">
                        <a:solidFill>
                          <a:srgbClr val="000000"/>
                        </a:solidFill>
                        <a:effectLst/>
                        <a:latin typeface="Noto Sans KR" panose="020B0500000000000000" pitchFamily="34" charset="-127"/>
                        <a:ea typeface="Noto Sans KR" panose="020B0500000000000000" pitchFamily="34" charset="-127"/>
                      </a:endParaRPr>
                    </a:p>
                  </a:txBody>
                  <a:tcPr marL="112315" marR="112315" marT="56157" marB="56157" anchor="ctr">
                    <a:lnL w="3556" cap="flat" cmpd="sng" algn="ctr">
                      <a:solidFill>
                        <a:srgbClr val="000000"/>
                      </a:solidFill>
                      <a:prstDash val="solid"/>
                      <a:round/>
                      <a:headEnd type="none" w="med" len="med"/>
                      <a:tailEnd type="none" w="med" len="med"/>
                    </a:lnL>
                    <a:lnR w="3175" cap="flat" cmpd="sng" algn="ctr">
                      <a:solidFill>
                        <a:schemeClr val="tx1"/>
                      </a:solidFill>
                      <a:prstDash val="solid"/>
                      <a:round/>
                      <a:headEnd type="none" w="med" len="med"/>
                      <a:tailEnd type="none" w="med" len="med"/>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1323996"/>
                  </a:ext>
                </a:extLst>
              </a:tr>
              <a:tr h="197331">
                <a:tc vMerge="1">
                  <a:txBody>
                    <a:bodyPr/>
                    <a:lstStyle/>
                    <a:p>
                      <a:pPr latinLnBrk="1"/>
                      <a:endParaRPr lang="ko-KR" altLang="en-US"/>
                    </a:p>
                  </a:txBody>
                  <a:tcPr/>
                </a:tc>
                <a:tc vMerge="1">
                  <a:txBody>
                    <a:bodyPr/>
                    <a:lstStyle/>
                    <a:p>
                      <a:pPr latinLnBrk="1"/>
                      <a:endParaRPr lang="ko-KR" altLang="en-US"/>
                    </a:p>
                  </a:txBody>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no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no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no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no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solidFill>
                      <a:schemeClr val="accent1">
                        <a:lumMod val="20000"/>
                        <a:lumOff val="80000"/>
                      </a:schemeClr>
                    </a:solidFill>
                  </a:tcPr>
                </a:tc>
                <a:tc vMerge="1">
                  <a:txBody>
                    <a:bodyPr/>
                    <a:lstStyle/>
                    <a:p>
                      <a:pPr latinLnBrk="1"/>
                      <a:endParaRPr lang="ko-KR" altLang="en-US"/>
                    </a:p>
                  </a:txBody>
                  <a:tcPr/>
                </a:tc>
                <a:extLst>
                  <a:ext uri="{0D108BD9-81ED-4DB2-BD59-A6C34878D82A}">
                    <a16:rowId xmlns:a16="http://schemas.microsoft.com/office/drawing/2014/main" val="1931750130"/>
                  </a:ext>
                </a:extLst>
              </a:tr>
              <a:tr h="197331">
                <a:tc vMerge="1">
                  <a:txBody>
                    <a:bodyPr/>
                    <a:lstStyle/>
                    <a:p>
                      <a:pPr latinLnBrk="1"/>
                      <a:endParaRPr lang="ko-KR" altLang="en-US"/>
                    </a:p>
                  </a:txBody>
                  <a:tcPr/>
                </a:tc>
                <a:tc vMerge="1">
                  <a:txBody>
                    <a:bodyPr/>
                    <a:lstStyle/>
                    <a:p>
                      <a:pPr latinLnBrk="1"/>
                      <a:endParaRPr lang="ko-KR" altLang="en-US"/>
                    </a:p>
                  </a:txBody>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vMerge="1">
                  <a:txBody>
                    <a:bodyPr/>
                    <a:lstStyle/>
                    <a:p>
                      <a:pPr latinLnBrk="1"/>
                      <a:endParaRPr lang="ko-KR" altLang="en-US"/>
                    </a:p>
                  </a:txBody>
                  <a:tcPr/>
                </a:tc>
                <a:extLst>
                  <a:ext uri="{0D108BD9-81ED-4DB2-BD59-A6C34878D82A}">
                    <a16:rowId xmlns:a16="http://schemas.microsoft.com/office/drawing/2014/main" val="2791776633"/>
                  </a:ext>
                </a:extLst>
              </a:tr>
              <a:tr h="197331">
                <a:tc rowSpan="3">
                  <a:txBody>
                    <a:bodyPr/>
                    <a:lstStyle/>
                    <a:p>
                      <a:pPr marL="0" marR="0" indent="0" algn="ctr" fontAlgn="base" latinLnBrk="0">
                        <a:lnSpc>
                          <a:spcPct val="110000"/>
                        </a:lnSpc>
                        <a:spcBef>
                          <a:spcPts val="0"/>
                        </a:spcBef>
                        <a:spcAft>
                          <a:spcPts val="0"/>
                        </a:spcAft>
                      </a:pPr>
                      <a:r>
                        <a:rPr lang="en-US" sz="1500" b="0" kern="0" spc="0">
                          <a:solidFill>
                            <a:schemeClr val="tx1"/>
                          </a:solidFill>
                          <a:effectLst/>
                          <a:latin typeface="Noto Sans KR" panose="020B0500000000000000" pitchFamily="34" charset="-127"/>
                          <a:ea typeface="Noto Sans KR" panose="020B0500000000000000" pitchFamily="34" charset="-127"/>
                        </a:rPr>
                        <a:t>4</a:t>
                      </a:r>
                      <a:endParaRPr lang="en-US" sz="1500" b="0" kern="0" spc="-100">
                        <a:solidFill>
                          <a:schemeClr val="tx1"/>
                        </a:solidFill>
                        <a:effectLst/>
                        <a:latin typeface="Noto Sans KR" panose="020B0500000000000000" pitchFamily="34" charset="-127"/>
                        <a:ea typeface="Noto Sans KR" panose="020B0500000000000000" pitchFamily="34" charset="-127"/>
                      </a:endParaRPr>
                    </a:p>
                  </a:txBody>
                  <a:tcPr marL="112315" marR="112315" marT="56157" marB="56157" anchor="ctr">
                    <a:lnL w="3175" cap="flat" cmpd="sng" algn="ctr">
                      <a:solidFill>
                        <a:schemeClr val="tx1"/>
                      </a:solidFill>
                      <a:prstDash val="solid"/>
                      <a:round/>
                      <a:headEnd type="none" w="med" len="med"/>
                      <a:tailEnd type="none" w="med" len="med"/>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tcPr>
                </a:tc>
                <a:tc rowSpan="3">
                  <a:txBody>
                    <a:bodyPr/>
                    <a:lstStyle/>
                    <a:p>
                      <a:pPr marL="0" marR="0" indent="0" algn="ctr" fontAlgn="base" latinLnBrk="0">
                        <a:lnSpc>
                          <a:spcPct val="110000"/>
                        </a:lnSpc>
                        <a:spcBef>
                          <a:spcPts val="0"/>
                        </a:spcBef>
                        <a:spcAft>
                          <a:spcPts val="0"/>
                        </a:spcAft>
                      </a:pPr>
                      <a:r>
                        <a:rPr lang="en-US" altLang="ko-KR" sz="1200" b="0" kern="0" spc="-100">
                          <a:solidFill>
                            <a:schemeClr val="tx1"/>
                          </a:solidFill>
                          <a:effectLst/>
                          <a:latin typeface="Noto Sans KR" panose="020B0500000000000000" pitchFamily="34" charset="-127"/>
                          <a:ea typeface="Noto Sans KR" panose="020B0500000000000000" pitchFamily="34" charset="-127"/>
                        </a:rPr>
                        <a:t>Multilayer </a:t>
                      </a:r>
                      <a:r>
                        <a:rPr lang="ko-KR" altLang="en-US" sz="1200" b="0" kern="0" spc="-100">
                          <a:solidFill>
                            <a:schemeClr val="tx1"/>
                          </a:solidFill>
                          <a:effectLst/>
                          <a:latin typeface="Noto Sans KR" panose="020B0500000000000000" pitchFamily="34" charset="-127"/>
                          <a:ea typeface="Noto Sans KR" panose="020B0500000000000000" pitchFamily="34" charset="-127"/>
                        </a:rPr>
                        <a:t>유전체를 이용한 초광대역 배열 유닛셀 설계</a:t>
                      </a:r>
                      <a:endParaRPr lang="ko-KR" altLang="en-US" sz="1200" b="0" kern="0" spc="-100" dirty="0">
                        <a:solidFill>
                          <a:schemeClr val="tx1"/>
                        </a:solidFill>
                        <a:effectLst/>
                        <a:latin typeface="Noto Sans KR" panose="020B0500000000000000" pitchFamily="34" charset="-127"/>
                        <a:ea typeface="Noto Sans KR" panose="020B0500000000000000" pitchFamily="34" charset="-127"/>
                      </a:endParaRPr>
                    </a:p>
                  </a:txBody>
                  <a:tcPr marL="112315" marR="112315" marT="56157" marB="56157"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solidFill>
                      <a:schemeClr val="bg1"/>
                    </a:solidFill>
                  </a:tcPr>
                </a:tc>
                <a:tc rowSpan="3">
                  <a:txBody>
                    <a:bodyPr/>
                    <a:lstStyle/>
                    <a:p>
                      <a:pPr marL="0" marR="0" indent="0" algn="ctr" fontAlgn="base" latinLnBrk="0">
                        <a:lnSpc>
                          <a:spcPct val="110000"/>
                        </a:lnSpc>
                        <a:spcBef>
                          <a:spcPts val="0"/>
                        </a:spcBef>
                        <a:spcAft>
                          <a:spcPts val="0"/>
                        </a:spcAft>
                      </a:pPr>
                      <a:r>
                        <a:rPr lang="en-US" altLang="ko-KR" sz="1500" kern="0" spc="0">
                          <a:solidFill>
                            <a:srgbClr val="000000"/>
                          </a:solidFill>
                          <a:effectLst/>
                          <a:latin typeface="Noto Sans KR" panose="020B0500000000000000" pitchFamily="34" charset="-127"/>
                          <a:ea typeface="Noto Sans KR" panose="020B0500000000000000" pitchFamily="34" charset="-127"/>
                        </a:rPr>
                        <a:t>20</a:t>
                      </a:r>
                      <a:endParaRPr lang="ko-KR" altLang="en-US" sz="1500" kern="0" spc="0" dirty="0">
                        <a:solidFill>
                          <a:srgbClr val="000000"/>
                        </a:solidFill>
                        <a:effectLst/>
                        <a:latin typeface="Noto Sans KR" panose="020B0500000000000000" pitchFamily="34" charset="-127"/>
                        <a:ea typeface="Noto Sans KR" panose="020B0500000000000000" pitchFamily="34" charset="-127"/>
                      </a:endParaRPr>
                    </a:p>
                  </a:txBody>
                  <a:tcPr marL="112315" marR="112315" marT="56157" marB="56157" anchor="ctr">
                    <a:lnL w="3556" cap="flat" cmpd="sng" algn="ctr">
                      <a:solidFill>
                        <a:srgbClr val="000000"/>
                      </a:solidFill>
                      <a:prstDash val="solid"/>
                      <a:round/>
                      <a:headEnd type="none" w="med" len="med"/>
                      <a:tailEnd type="none" w="med" len="med"/>
                    </a:lnL>
                    <a:lnR w="3175" cap="flat" cmpd="sng" algn="ctr">
                      <a:solidFill>
                        <a:schemeClr val="tx1"/>
                      </a:solidFill>
                      <a:prstDash val="solid"/>
                      <a:round/>
                      <a:headEnd type="none" w="med" len="med"/>
                      <a:tailEnd type="none" w="med" len="med"/>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2582465"/>
                  </a:ext>
                </a:extLst>
              </a:tr>
              <a:tr h="197331">
                <a:tc vMerge="1">
                  <a:txBody>
                    <a:bodyPr/>
                    <a:lstStyle/>
                    <a:p>
                      <a:pPr latinLnBrk="1"/>
                      <a:endParaRPr lang="ko-KR" altLang="en-US"/>
                    </a:p>
                  </a:txBody>
                  <a:tcPr/>
                </a:tc>
                <a:tc vMerge="1">
                  <a:txBody>
                    <a:bodyPr/>
                    <a:lstStyle/>
                    <a:p>
                      <a:pPr latinLnBrk="1"/>
                      <a:endParaRPr lang="ko-KR" altLang="en-US"/>
                    </a:p>
                  </a:txBody>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solidFill>
                      <a:schemeClr val="bg1"/>
                    </a:solidFill>
                  </a:tcPr>
                </a:tc>
                <a:tc vMerge="1">
                  <a:txBody>
                    <a:bodyPr/>
                    <a:lstStyle/>
                    <a:p>
                      <a:pPr latinLnBrk="1"/>
                      <a:endParaRPr lang="ko-KR" altLang="en-US"/>
                    </a:p>
                  </a:txBody>
                  <a:tcPr/>
                </a:tc>
                <a:extLst>
                  <a:ext uri="{0D108BD9-81ED-4DB2-BD59-A6C34878D82A}">
                    <a16:rowId xmlns:a16="http://schemas.microsoft.com/office/drawing/2014/main" val="3576520950"/>
                  </a:ext>
                </a:extLst>
              </a:tr>
              <a:tr h="197331">
                <a:tc vMerge="1">
                  <a:txBody>
                    <a:bodyPr/>
                    <a:lstStyle/>
                    <a:p>
                      <a:pPr latinLnBrk="1"/>
                      <a:endParaRPr lang="ko-KR" altLang="en-US"/>
                    </a:p>
                  </a:txBody>
                  <a:tcPr/>
                </a:tc>
                <a:tc vMerge="1">
                  <a:txBody>
                    <a:bodyPr/>
                    <a:lstStyle/>
                    <a:p>
                      <a:pPr latinLnBrk="1"/>
                      <a:endParaRPr lang="ko-KR" altLang="en-US"/>
                    </a:p>
                  </a:txBody>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vMerge="1">
                  <a:txBody>
                    <a:bodyPr/>
                    <a:lstStyle/>
                    <a:p>
                      <a:pPr latinLnBrk="1"/>
                      <a:endParaRPr lang="ko-KR" altLang="en-US"/>
                    </a:p>
                  </a:txBody>
                  <a:tcPr/>
                </a:tc>
                <a:extLst>
                  <a:ext uri="{0D108BD9-81ED-4DB2-BD59-A6C34878D82A}">
                    <a16:rowId xmlns:a16="http://schemas.microsoft.com/office/drawing/2014/main" val="183150736"/>
                  </a:ext>
                </a:extLst>
              </a:tr>
              <a:tr h="197331">
                <a:tc rowSpan="3">
                  <a:txBody>
                    <a:bodyPr/>
                    <a:lstStyle/>
                    <a:p>
                      <a:pPr marL="0" marR="0" indent="0" algn="ctr" fontAlgn="base" latinLnBrk="0">
                        <a:lnSpc>
                          <a:spcPct val="110000"/>
                        </a:lnSpc>
                        <a:spcBef>
                          <a:spcPts val="0"/>
                        </a:spcBef>
                        <a:spcAft>
                          <a:spcPts val="0"/>
                        </a:spcAft>
                      </a:pPr>
                      <a:r>
                        <a:rPr lang="en-US" sz="1500" b="0" kern="0" spc="0">
                          <a:solidFill>
                            <a:schemeClr val="tx1"/>
                          </a:solidFill>
                          <a:effectLst/>
                          <a:latin typeface="Noto Sans KR" panose="020B0500000000000000" pitchFamily="34" charset="-127"/>
                          <a:ea typeface="Noto Sans KR" panose="020B0500000000000000" pitchFamily="34" charset="-127"/>
                        </a:rPr>
                        <a:t>5</a:t>
                      </a:r>
                      <a:endParaRPr lang="en-US" sz="1500" b="0" kern="0" spc="-100">
                        <a:solidFill>
                          <a:schemeClr val="tx1"/>
                        </a:solidFill>
                        <a:effectLst/>
                        <a:latin typeface="Noto Sans KR" panose="020B0500000000000000" pitchFamily="34" charset="-127"/>
                        <a:ea typeface="Noto Sans KR" panose="020B0500000000000000" pitchFamily="34" charset="-127"/>
                      </a:endParaRPr>
                    </a:p>
                  </a:txBody>
                  <a:tcPr marL="112315" marR="112315" marT="56157" marB="56157" anchor="ctr">
                    <a:lnL w="3175" cap="flat" cmpd="sng" algn="ctr">
                      <a:solidFill>
                        <a:schemeClr val="tx1"/>
                      </a:solidFill>
                      <a:prstDash val="solid"/>
                      <a:round/>
                      <a:headEnd type="none" w="med" len="med"/>
                      <a:tailEnd type="none" w="med" len="med"/>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tcPr>
                </a:tc>
                <a:tc rowSpan="3">
                  <a:txBody>
                    <a:bodyPr/>
                    <a:lstStyle/>
                    <a:p>
                      <a:pPr marL="0" marR="0" indent="0" algn="ctr" fontAlgn="base" latinLnBrk="0">
                        <a:lnSpc>
                          <a:spcPct val="110000"/>
                        </a:lnSpc>
                        <a:spcBef>
                          <a:spcPts val="0"/>
                        </a:spcBef>
                        <a:spcAft>
                          <a:spcPts val="0"/>
                        </a:spcAft>
                      </a:pPr>
                      <a:r>
                        <a:rPr lang="ko-KR" altLang="en-US" sz="1200" b="0" kern="0" spc="-100">
                          <a:solidFill>
                            <a:schemeClr val="tx1"/>
                          </a:solidFill>
                          <a:effectLst/>
                          <a:latin typeface="Noto Sans KR" panose="020B0500000000000000" pitchFamily="34" charset="-127"/>
                          <a:ea typeface="Noto Sans KR" panose="020B0500000000000000" pitchFamily="34" charset="-127"/>
                        </a:rPr>
                        <a:t>유전율 분포 최적화를 이용한 유닛셀 대역폭 확장</a:t>
                      </a:r>
                      <a:endParaRPr lang="en-US" altLang="ko-KR" sz="1200" b="0" kern="0" spc="-100" dirty="0">
                        <a:solidFill>
                          <a:schemeClr val="tx1"/>
                        </a:solidFill>
                        <a:effectLst/>
                        <a:latin typeface="Noto Sans KR" panose="020B0500000000000000" pitchFamily="34" charset="-127"/>
                        <a:ea typeface="Noto Sans KR" panose="020B0500000000000000" pitchFamily="34" charset="-127"/>
                      </a:endParaRPr>
                    </a:p>
                  </a:txBody>
                  <a:tcPr marL="112315" marR="112315" marT="56157" marB="56157"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solidFill>
                      <a:schemeClr val="bg1"/>
                    </a:solidFill>
                  </a:tcPr>
                </a:tc>
                <a:tc rowSpan="3">
                  <a:txBody>
                    <a:bodyPr/>
                    <a:lstStyle/>
                    <a:p>
                      <a:pPr marL="0" marR="0" indent="0" algn="ctr" fontAlgn="base" latinLnBrk="0">
                        <a:lnSpc>
                          <a:spcPct val="110000"/>
                        </a:lnSpc>
                        <a:spcBef>
                          <a:spcPts val="0"/>
                        </a:spcBef>
                        <a:spcAft>
                          <a:spcPts val="0"/>
                        </a:spcAft>
                      </a:pPr>
                      <a:r>
                        <a:rPr lang="en-US" altLang="ko-KR" sz="1500" kern="0" spc="0">
                          <a:solidFill>
                            <a:srgbClr val="000000"/>
                          </a:solidFill>
                          <a:effectLst/>
                          <a:latin typeface="Noto Sans KR" panose="020B0500000000000000" pitchFamily="34" charset="-127"/>
                          <a:ea typeface="Noto Sans KR" panose="020B0500000000000000" pitchFamily="34" charset="-127"/>
                        </a:rPr>
                        <a:t>12</a:t>
                      </a:r>
                      <a:endParaRPr lang="ko-KR" altLang="en-US" sz="1500" kern="0" spc="0" dirty="0">
                        <a:solidFill>
                          <a:srgbClr val="000000"/>
                        </a:solidFill>
                        <a:effectLst/>
                        <a:latin typeface="Noto Sans KR" panose="020B0500000000000000" pitchFamily="34" charset="-127"/>
                        <a:ea typeface="Noto Sans KR" panose="020B0500000000000000" pitchFamily="34" charset="-127"/>
                      </a:endParaRPr>
                    </a:p>
                  </a:txBody>
                  <a:tcPr marL="112315" marR="112315" marT="56157" marB="56157" anchor="ctr">
                    <a:lnL w="3556" cap="flat" cmpd="sng" algn="ctr">
                      <a:solidFill>
                        <a:srgbClr val="000000"/>
                      </a:solidFill>
                      <a:prstDash val="solid"/>
                      <a:round/>
                      <a:headEnd type="none" w="med" len="med"/>
                      <a:tailEnd type="none" w="med" len="med"/>
                    </a:lnL>
                    <a:lnR w="3175" cap="flat" cmpd="sng" algn="ctr">
                      <a:solidFill>
                        <a:schemeClr val="tx1"/>
                      </a:solidFill>
                      <a:prstDash val="solid"/>
                      <a:round/>
                      <a:headEnd type="none" w="med" len="med"/>
                      <a:tailEnd type="none" w="med" len="med"/>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26263740"/>
                  </a:ext>
                </a:extLst>
              </a:tr>
              <a:tr h="197331">
                <a:tc vMerge="1">
                  <a:txBody>
                    <a:bodyPr/>
                    <a:lstStyle/>
                    <a:p>
                      <a:pPr latinLnBrk="1"/>
                      <a:endParaRPr lang="ko-KR" altLang="en-US"/>
                    </a:p>
                  </a:txBody>
                  <a:tcPr/>
                </a:tc>
                <a:tc vMerge="1">
                  <a:txBody>
                    <a:bodyPr/>
                    <a:lstStyle/>
                    <a:p>
                      <a:pPr latinLnBrk="1"/>
                      <a:endParaRPr lang="ko-KR" altLang="en-US"/>
                    </a:p>
                  </a:txBody>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no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no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no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no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no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no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solidFill>
                      <a:schemeClr val="accent1">
                        <a:lumMod val="20000"/>
                        <a:lumOff val="80000"/>
                      </a:schemeClr>
                    </a:solidFill>
                  </a:tcPr>
                </a:tc>
                <a:tc vMerge="1">
                  <a:txBody>
                    <a:bodyPr/>
                    <a:lstStyle/>
                    <a:p>
                      <a:pPr latinLnBrk="1"/>
                      <a:endParaRPr lang="ko-KR" altLang="en-US"/>
                    </a:p>
                  </a:txBody>
                  <a:tcPr/>
                </a:tc>
                <a:extLst>
                  <a:ext uri="{0D108BD9-81ED-4DB2-BD59-A6C34878D82A}">
                    <a16:rowId xmlns:a16="http://schemas.microsoft.com/office/drawing/2014/main" val="1158189527"/>
                  </a:ext>
                </a:extLst>
              </a:tr>
              <a:tr h="197331">
                <a:tc vMerge="1">
                  <a:txBody>
                    <a:bodyPr/>
                    <a:lstStyle/>
                    <a:p>
                      <a:pPr latinLnBrk="1"/>
                      <a:endParaRPr lang="ko-KR" altLang="en-US"/>
                    </a:p>
                  </a:txBody>
                  <a:tcPr/>
                </a:tc>
                <a:tc vMerge="1">
                  <a:txBody>
                    <a:bodyPr/>
                    <a:lstStyle/>
                    <a:p>
                      <a:pPr latinLnBrk="1"/>
                      <a:endParaRPr lang="ko-KR" altLang="en-US"/>
                    </a:p>
                  </a:txBody>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vMerge="1">
                  <a:txBody>
                    <a:bodyPr/>
                    <a:lstStyle/>
                    <a:p>
                      <a:pPr latinLnBrk="1"/>
                      <a:endParaRPr lang="ko-KR" altLang="en-US"/>
                    </a:p>
                  </a:txBody>
                  <a:tcPr/>
                </a:tc>
                <a:extLst>
                  <a:ext uri="{0D108BD9-81ED-4DB2-BD59-A6C34878D82A}">
                    <a16:rowId xmlns:a16="http://schemas.microsoft.com/office/drawing/2014/main" val="2438469176"/>
                  </a:ext>
                </a:extLst>
              </a:tr>
              <a:tr h="197331">
                <a:tc rowSpan="3">
                  <a:txBody>
                    <a:bodyPr/>
                    <a:lstStyle/>
                    <a:p>
                      <a:pPr marL="0" marR="0" indent="0" algn="ctr" fontAlgn="base" latinLnBrk="0">
                        <a:lnSpc>
                          <a:spcPct val="110000"/>
                        </a:lnSpc>
                        <a:spcBef>
                          <a:spcPts val="0"/>
                        </a:spcBef>
                        <a:spcAft>
                          <a:spcPts val="0"/>
                        </a:spcAft>
                      </a:pPr>
                      <a:r>
                        <a:rPr lang="en-US" sz="1500" b="0" kern="0" spc="0" dirty="0">
                          <a:solidFill>
                            <a:schemeClr val="tx1"/>
                          </a:solidFill>
                          <a:effectLst/>
                          <a:latin typeface="Noto Sans KR" panose="020B0500000000000000" pitchFamily="34" charset="-127"/>
                          <a:ea typeface="Noto Sans KR" panose="020B0500000000000000" pitchFamily="34" charset="-127"/>
                        </a:rPr>
                        <a:t>6</a:t>
                      </a:r>
                      <a:endParaRPr lang="en-US" sz="1500" b="0" kern="0" spc="-100" dirty="0">
                        <a:solidFill>
                          <a:schemeClr val="tx1"/>
                        </a:solidFill>
                        <a:effectLst/>
                        <a:latin typeface="Noto Sans KR" panose="020B0500000000000000" pitchFamily="34" charset="-127"/>
                        <a:ea typeface="Noto Sans KR" panose="020B0500000000000000" pitchFamily="34" charset="-127"/>
                      </a:endParaRPr>
                    </a:p>
                  </a:txBody>
                  <a:tcPr marL="112315" marR="112315" marT="56157" marB="56157" anchor="ctr">
                    <a:lnL w="3175" cap="flat" cmpd="sng" algn="ctr">
                      <a:solidFill>
                        <a:schemeClr val="tx1"/>
                      </a:solidFill>
                      <a:prstDash val="solid"/>
                      <a:round/>
                      <a:headEnd type="none" w="med" len="med"/>
                      <a:tailEnd type="none" w="med" len="med"/>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tcPr>
                </a:tc>
                <a:tc rowSpan="3">
                  <a:txBody>
                    <a:bodyPr/>
                    <a:lstStyle/>
                    <a:p>
                      <a:pPr marL="0" marR="0" indent="0" algn="ctr" fontAlgn="base" latinLnBrk="0">
                        <a:lnSpc>
                          <a:spcPct val="110000"/>
                        </a:lnSpc>
                        <a:spcBef>
                          <a:spcPts val="0"/>
                        </a:spcBef>
                        <a:spcAft>
                          <a:spcPts val="0"/>
                        </a:spcAft>
                      </a:pPr>
                      <a:r>
                        <a:rPr lang="en-US" altLang="ko-KR" sz="1200" b="0" kern="0" spc="-100">
                          <a:solidFill>
                            <a:schemeClr val="tx1"/>
                          </a:solidFill>
                          <a:effectLst/>
                          <a:latin typeface="Noto Sans KR" panose="020B0500000000000000" pitchFamily="34" charset="-127"/>
                          <a:ea typeface="Noto Sans KR" panose="020B0500000000000000" pitchFamily="34" charset="-127"/>
                        </a:rPr>
                        <a:t>Anisotropic</a:t>
                      </a:r>
                      <a:r>
                        <a:rPr lang="ko-KR" altLang="en-US" sz="1200" b="0" kern="0" spc="-100">
                          <a:solidFill>
                            <a:schemeClr val="tx1"/>
                          </a:solidFill>
                          <a:effectLst/>
                          <a:latin typeface="Noto Sans KR" panose="020B0500000000000000" pitchFamily="34" charset="-127"/>
                          <a:ea typeface="Noto Sans KR" panose="020B0500000000000000" pitchFamily="34" charset="-127"/>
                        </a:rPr>
                        <a:t> 메타표면 유닛셀 설계</a:t>
                      </a:r>
                      <a:endParaRPr lang="ko-KR" altLang="en-US" sz="1200" b="0" kern="0" spc="-100" dirty="0">
                        <a:solidFill>
                          <a:schemeClr val="tx1"/>
                        </a:solidFill>
                        <a:effectLst/>
                        <a:latin typeface="Noto Sans KR" panose="020B0500000000000000" pitchFamily="34" charset="-127"/>
                        <a:ea typeface="Noto Sans KR" panose="020B0500000000000000" pitchFamily="34" charset="-127"/>
                      </a:endParaRPr>
                    </a:p>
                  </a:txBody>
                  <a:tcPr marL="112315" marR="112315" marT="56157" marB="56157"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solidFill>
                      <a:schemeClr val="bg1"/>
                    </a:solidFill>
                  </a:tcPr>
                </a:tc>
                <a:tc rowSpan="3">
                  <a:txBody>
                    <a:bodyPr/>
                    <a:lstStyle/>
                    <a:p>
                      <a:pPr marL="0" marR="0" indent="0" algn="ctr" fontAlgn="base" latinLnBrk="0">
                        <a:lnSpc>
                          <a:spcPct val="110000"/>
                        </a:lnSpc>
                        <a:spcBef>
                          <a:spcPts val="0"/>
                        </a:spcBef>
                        <a:spcAft>
                          <a:spcPts val="0"/>
                        </a:spcAft>
                      </a:pPr>
                      <a:r>
                        <a:rPr lang="en-US" altLang="ko-KR" sz="1500" kern="0" spc="0">
                          <a:solidFill>
                            <a:srgbClr val="000000"/>
                          </a:solidFill>
                          <a:effectLst/>
                          <a:latin typeface="Noto Sans KR" panose="020B0500000000000000" pitchFamily="34" charset="-127"/>
                          <a:ea typeface="Noto Sans KR" panose="020B0500000000000000" pitchFamily="34" charset="-127"/>
                        </a:rPr>
                        <a:t>2</a:t>
                      </a:r>
                      <a:r>
                        <a:rPr lang="en-US" altLang="ko-KR" sz="1500" kern="0" spc="0" dirty="0">
                          <a:solidFill>
                            <a:srgbClr val="000000"/>
                          </a:solidFill>
                          <a:effectLst/>
                          <a:latin typeface="Noto Sans KR" panose="020B0500000000000000" pitchFamily="34" charset="-127"/>
                          <a:ea typeface="Noto Sans KR" panose="020B0500000000000000" pitchFamily="34" charset="-127"/>
                        </a:rPr>
                        <a:t>4</a:t>
                      </a:r>
                      <a:endParaRPr lang="ko-KR" altLang="en-US" sz="1500" kern="0" spc="0" dirty="0">
                        <a:solidFill>
                          <a:srgbClr val="000000"/>
                        </a:solidFill>
                        <a:effectLst/>
                        <a:latin typeface="Noto Sans KR" panose="020B0500000000000000" pitchFamily="34" charset="-127"/>
                        <a:ea typeface="Noto Sans KR" panose="020B0500000000000000" pitchFamily="34" charset="-127"/>
                      </a:endParaRPr>
                    </a:p>
                  </a:txBody>
                  <a:tcPr marL="112315" marR="112315" marT="56157" marB="56157" anchor="ctr">
                    <a:lnL w="3556" cap="flat" cmpd="sng" algn="ctr">
                      <a:solidFill>
                        <a:srgbClr val="000000"/>
                      </a:solidFill>
                      <a:prstDash val="solid"/>
                      <a:round/>
                      <a:headEnd type="none" w="med" len="med"/>
                      <a:tailEnd type="none" w="med" len="med"/>
                    </a:lnL>
                    <a:lnR w="3175" cap="flat" cmpd="sng" algn="ctr">
                      <a:solidFill>
                        <a:schemeClr val="tx1"/>
                      </a:solidFill>
                      <a:prstDash val="solid"/>
                      <a:round/>
                      <a:headEnd type="none" w="med" len="med"/>
                      <a:tailEnd type="none" w="med" len="med"/>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21906192"/>
                  </a:ext>
                </a:extLst>
              </a:tr>
              <a:tr h="197331">
                <a:tc vMerge="1">
                  <a:txBody>
                    <a:bodyPr/>
                    <a:lstStyle/>
                    <a:p>
                      <a:pPr latinLnBrk="1"/>
                      <a:endParaRPr lang="ko-KR" altLang="en-US"/>
                    </a:p>
                  </a:txBody>
                  <a:tcPr/>
                </a:tc>
                <a:tc vMerge="1">
                  <a:txBody>
                    <a:bodyPr/>
                    <a:lstStyle/>
                    <a:p>
                      <a:pPr latinLnBrk="1"/>
                      <a:endParaRPr lang="ko-KR" altLang="en-US"/>
                    </a:p>
                  </a:txBody>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solidFill>
                      <a:schemeClr val="accent1">
                        <a:lumMod val="20000"/>
                        <a:lumOff val="80000"/>
                      </a:schemeClr>
                    </a:solidFill>
                  </a:tcPr>
                </a:tc>
                <a:tc vMerge="1">
                  <a:txBody>
                    <a:bodyPr/>
                    <a:lstStyle/>
                    <a:p>
                      <a:pPr latinLnBrk="1"/>
                      <a:endParaRPr lang="ko-KR" altLang="en-US"/>
                    </a:p>
                  </a:txBody>
                  <a:tcPr/>
                </a:tc>
                <a:extLst>
                  <a:ext uri="{0D108BD9-81ED-4DB2-BD59-A6C34878D82A}">
                    <a16:rowId xmlns:a16="http://schemas.microsoft.com/office/drawing/2014/main" val="3367076133"/>
                  </a:ext>
                </a:extLst>
              </a:tr>
              <a:tr h="197331">
                <a:tc vMerge="1">
                  <a:txBody>
                    <a:bodyPr/>
                    <a:lstStyle/>
                    <a:p>
                      <a:pPr latinLnBrk="1"/>
                      <a:endParaRPr lang="ko-KR" altLang="en-US"/>
                    </a:p>
                  </a:txBody>
                  <a:tcPr/>
                </a:tc>
                <a:tc vMerge="1">
                  <a:txBody>
                    <a:bodyPr/>
                    <a:lstStyle/>
                    <a:p>
                      <a:pPr latinLnBrk="1"/>
                      <a:endParaRPr lang="ko-KR" altLang="en-US"/>
                    </a:p>
                  </a:txBody>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vMerge="1">
                  <a:txBody>
                    <a:bodyPr/>
                    <a:lstStyle/>
                    <a:p>
                      <a:pPr latinLnBrk="1"/>
                      <a:endParaRPr lang="ko-KR" altLang="en-US"/>
                    </a:p>
                  </a:txBody>
                  <a:tcPr/>
                </a:tc>
                <a:extLst>
                  <a:ext uri="{0D108BD9-81ED-4DB2-BD59-A6C34878D82A}">
                    <a16:rowId xmlns:a16="http://schemas.microsoft.com/office/drawing/2014/main" val="2241898374"/>
                  </a:ext>
                </a:extLst>
              </a:tr>
              <a:tr h="197331">
                <a:tc rowSpan="3">
                  <a:txBody>
                    <a:bodyPr/>
                    <a:lstStyle/>
                    <a:p>
                      <a:pPr marL="0" marR="0" indent="0" algn="ctr" fontAlgn="base" latinLnBrk="0">
                        <a:lnSpc>
                          <a:spcPct val="110000"/>
                        </a:lnSpc>
                        <a:spcBef>
                          <a:spcPts val="0"/>
                        </a:spcBef>
                        <a:spcAft>
                          <a:spcPts val="0"/>
                        </a:spcAft>
                      </a:pPr>
                      <a:r>
                        <a:rPr lang="en-US" sz="1500" b="0" kern="0" spc="0" dirty="0">
                          <a:solidFill>
                            <a:schemeClr val="tx1"/>
                          </a:solidFill>
                          <a:effectLst/>
                          <a:latin typeface="Noto Sans KR" panose="020B0500000000000000" pitchFamily="34" charset="-127"/>
                          <a:ea typeface="Noto Sans KR" panose="020B0500000000000000" pitchFamily="34" charset="-127"/>
                        </a:rPr>
                        <a:t>7</a:t>
                      </a:r>
                      <a:endParaRPr lang="en-US" sz="1500" b="0" kern="0" spc="-100" dirty="0">
                        <a:solidFill>
                          <a:schemeClr val="tx1"/>
                        </a:solidFill>
                        <a:effectLst/>
                        <a:latin typeface="Noto Sans KR" panose="020B0500000000000000" pitchFamily="34" charset="-127"/>
                        <a:ea typeface="Noto Sans KR" panose="020B0500000000000000" pitchFamily="34" charset="-127"/>
                      </a:endParaRPr>
                    </a:p>
                  </a:txBody>
                  <a:tcPr marL="112315" marR="112315" marT="56157" marB="56157" anchor="ctr">
                    <a:lnL w="3175" cap="flat" cmpd="sng" algn="ctr">
                      <a:solidFill>
                        <a:schemeClr val="tx1"/>
                      </a:solidFill>
                      <a:prstDash val="solid"/>
                      <a:round/>
                      <a:headEnd type="none" w="med" len="med"/>
                      <a:tailEnd type="none" w="med" len="med"/>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tcPr>
                </a:tc>
                <a:tc rowSpan="3">
                  <a:txBody>
                    <a:bodyPr/>
                    <a:lstStyle/>
                    <a:p>
                      <a:pPr marL="0" marR="0" indent="0" algn="ctr" fontAlgn="base" latinLnBrk="0">
                        <a:lnSpc>
                          <a:spcPct val="110000"/>
                        </a:lnSpc>
                        <a:spcBef>
                          <a:spcPts val="0"/>
                        </a:spcBef>
                        <a:spcAft>
                          <a:spcPts val="0"/>
                        </a:spcAft>
                      </a:pPr>
                      <a:r>
                        <a:rPr lang="ko-KR" altLang="en-US" sz="1200" b="0" kern="0" spc="-100">
                          <a:solidFill>
                            <a:schemeClr val="tx1"/>
                          </a:solidFill>
                          <a:effectLst/>
                          <a:latin typeface="Noto Sans KR" panose="020B0500000000000000" pitchFamily="34" charset="-127"/>
                          <a:ea typeface="Noto Sans KR" panose="020B0500000000000000" pitchFamily="34" charset="-127"/>
                        </a:rPr>
                        <a:t>방열 특성 레이돔 소재 선행 연구 조사 및 기초 열해석 기술 확보</a:t>
                      </a:r>
                      <a:endParaRPr lang="ko-KR" altLang="en-US" sz="1200" b="0" kern="0" spc="-100" dirty="0">
                        <a:solidFill>
                          <a:schemeClr val="tx1"/>
                        </a:solidFill>
                        <a:effectLst/>
                        <a:latin typeface="Noto Sans KR" panose="020B0500000000000000" pitchFamily="34" charset="-127"/>
                        <a:ea typeface="Noto Sans KR" panose="020B0500000000000000" pitchFamily="34" charset="-127"/>
                      </a:endParaRPr>
                    </a:p>
                  </a:txBody>
                  <a:tcPr marL="112315" marR="112315" marT="56157" marB="56157"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solidFill>
                      <a:schemeClr val="bg1"/>
                    </a:solidFill>
                  </a:tcPr>
                </a:tc>
                <a:tc rowSpan="3">
                  <a:txBody>
                    <a:bodyPr/>
                    <a:lstStyle/>
                    <a:p>
                      <a:pPr marL="0" marR="0" indent="0" algn="ctr" fontAlgn="base" latinLnBrk="0">
                        <a:lnSpc>
                          <a:spcPct val="110000"/>
                        </a:lnSpc>
                        <a:spcBef>
                          <a:spcPts val="0"/>
                        </a:spcBef>
                        <a:spcAft>
                          <a:spcPts val="0"/>
                        </a:spcAft>
                      </a:pPr>
                      <a:r>
                        <a:rPr lang="en-US" altLang="ko-KR" sz="1500" kern="0" spc="0">
                          <a:solidFill>
                            <a:srgbClr val="000000"/>
                          </a:solidFill>
                          <a:effectLst/>
                          <a:latin typeface="Noto Sans KR" panose="020B0500000000000000" pitchFamily="34" charset="-127"/>
                          <a:ea typeface="Noto Sans KR" panose="020B0500000000000000" pitchFamily="34" charset="-127"/>
                        </a:rPr>
                        <a:t>2</a:t>
                      </a:r>
                      <a:r>
                        <a:rPr lang="en-US" altLang="ko-KR" sz="1500" kern="0" spc="0" dirty="0">
                          <a:solidFill>
                            <a:srgbClr val="000000"/>
                          </a:solidFill>
                          <a:effectLst/>
                          <a:latin typeface="Noto Sans KR" panose="020B0500000000000000" pitchFamily="34" charset="-127"/>
                          <a:ea typeface="Noto Sans KR" panose="020B0500000000000000" pitchFamily="34" charset="-127"/>
                        </a:rPr>
                        <a:t>4</a:t>
                      </a:r>
                      <a:endParaRPr lang="ko-KR" altLang="en-US" sz="1500" kern="0" spc="0" dirty="0">
                        <a:solidFill>
                          <a:srgbClr val="000000"/>
                        </a:solidFill>
                        <a:effectLst/>
                        <a:latin typeface="Noto Sans KR" panose="020B0500000000000000" pitchFamily="34" charset="-127"/>
                        <a:ea typeface="Noto Sans KR" panose="020B0500000000000000" pitchFamily="34" charset="-127"/>
                      </a:endParaRPr>
                    </a:p>
                  </a:txBody>
                  <a:tcPr marL="112315" marR="112315" marT="56157" marB="56157" anchor="ctr">
                    <a:lnL w="3556" cap="flat" cmpd="sng" algn="ctr">
                      <a:solidFill>
                        <a:srgbClr val="000000"/>
                      </a:solidFill>
                      <a:prstDash val="solid"/>
                      <a:round/>
                      <a:headEnd type="none" w="med" len="med"/>
                      <a:tailEnd type="none" w="med" len="med"/>
                    </a:lnL>
                    <a:lnR w="3175" cap="flat" cmpd="sng" algn="ctr">
                      <a:solidFill>
                        <a:schemeClr val="tx1"/>
                      </a:solidFill>
                      <a:prstDash val="solid"/>
                      <a:round/>
                      <a:headEnd type="none" w="med" len="med"/>
                      <a:tailEnd type="none" w="med" len="med"/>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70958528"/>
                  </a:ext>
                </a:extLst>
              </a:tr>
              <a:tr h="197331">
                <a:tc vMerge="1">
                  <a:txBody>
                    <a:bodyPr/>
                    <a:lstStyle/>
                    <a:p>
                      <a:pPr latinLnBrk="1"/>
                      <a:endParaRPr lang="ko-KR" altLang="en-US"/>
                    </a:p>
                  </a:txBody>
                  <a:tcPr/>
                </a:tc>
                <a:tc vMerge="1">
                  <a:txBody>
                    <a:bodyPr/>
                    <a:lstStyle/>
                    <a:p>
                      <a:pPr latinLnBrk="1"/>
                      <a:endParaRPr lang="ko-KR" altLang="en-US"/>
                    </a:p>
                  </a:txBody>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a:noFill/>
                    </a:lnB>
                    <a:solidFill>
                      <a:schemeClr val="accent1">
                        <a:lumMod val="20000"/>
                        <a:lumOff val="80000"/>
                      </a:schemeClr>
                    </a:solid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a:noFill/>
                    </a:lnB>
                    <a:solidFill>
                      <a:schemeClr val="accent1">
                        <a:lumMod val="20000"/>
                        <a:lumOff val="80000"/>
                      </a:schemeClr>
                    </a:solidFill>
                  </a:tcPr>
                </a:tc>
                <a:tc vMerge="1">
                  <a:txBody>
                    <a:bodyPr/>
                    <a:lstStyle/>
                    <a:p>
                      <a:pPr latinLnBrk="1"/>
                      <a:endParaRPr lang="ko-KR" altLang="en-US"/>
                    </a:p>
                  </a:txBody>
                  <a:tcPr/>
                </a:tc>
                <a:extLst>
                  <a:ext uri="{0D108BD9-81ED-4DB2-BD59-A6C34878D82A}">
                    <a16:rowId xmlns:a16="http://schemas.microsoft.com/office/drawing/2014/main" val="1589415009"/>
                  </a:ext>
                </a:extLst>
              </a:tr>
              <a:tr h="197331">
                <a:tc vMerge="1">
                  <a:txBody>
                    <a:bodyPr/>
                    <a:lstStyle/>
                    <a:p>
                      <a:pPr latinLnBrk="1"/>
                      <a:endParaRPr lang="ko-KR" altLang="en-US"/>
                    </a:p>
                  </a:txBody>
                  <a:tcPr/>
                </a:tc>
                <a:tc vMerge="1">
                  <a:txBody>
                    <a:bodyPr/>
                    <a:lstStyle/>
                    <a:p>
                      <a:pPr latinLnBrk="1"/>
                      <a:endParaRPr lang="ko-KR" altLang="en-US"/>
                    </a:p>
                  </a:txBody>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solidFill>
                      <a:schemeClr val="bg1"/>
                    </a:solidFill>
                  </a:tcPr>
                </a:tc>
                <a:tc>
                  <a:txBody>
                    <a:bodyPr/>
                    <a:lstStyle/>
                    <a:p>
                      <a:pPr marL="0" marR="0" indent="0" algn="ctr" fontAlgn="base" latinLnBrk="0">
                        <a:lnSpc>
                          <a:spcPct val="110000"/>
                        </a:lnSpc>
                        <a:spcBef>
                          <a:spcPts val="0"/>
                        </a:spcBef>
                        <a:spcAft>
                          <a:spcPts val="0"/>
                        </a:spcAft>
                      </a:pPr>
                      <a:endParaRPr lang="ko-KR" altLang="en-US" sz="1000" kern="0" spc="0" dirty="0">
                        <a:solidFill>
                          <a:srgbClr val="000000"/>
                        </a:solidFill>
                        <a:effectLst/>
                        <a:latin typeface="Noto Sans KR" panose="020B0500000000000000" pitchFamily="34" charset="-127"/>
                        <a:ea typeface="Noto Sans KR" panose="020B0500000000000000" pitchFamily="34" charset="-127"/>
                      </a:endParaRPr>
                    </a:p>
                  </a:txBody>
                  <a:tcPr marL="21995" marR="21995" marT="21995" marB="21995"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solidFill>
                      <a:schemeClr val="bg1"/>
                    </a:solidFill>
                  </a:tcPr>
                </a:tc>
                <a:tc vMerge="1">
                  <a:txBody>
                    <a:bodyPr/>
                    <a:lstStyle/>
                    <a:p>
                      <a:pPr latinLnBrk="1"/>
                      <a:endParaRPr lang="ko-KR" altLang="en-US"/>
                    </a:p>
                  </a:txBody>
                  <a:tcPr/>
                </a:tc>
                <a:extLst>
                  <a:ext uri="{0D108BD9-81ED-4DB2-BD59-A6C34878D82A}">
                    <a16:rowId xmlns:a16="http://schemas.microsoft.com/office/drawing/2014/main" val="3119223557"/>
                  </a:ext>
                </a:extLst>
              </a:tr>
            </a:tbl>
          </a:graphicData>
        </a:graphic>
      </p:graphicFrame>
      <p:sp>
        <p:nvSpPr>
          <p:cNvPr id="4" name="제목 3">
            <a:extLst>
              <a:ext uri="{FF2B5EF4-FFF2-40B4-BE49-F238E27FC236}">
                <a16:creationId xmlns:a16="http://schemas.microsoft.com/office/drawing/2014/main" id="{9FFF0078-FA0A-4786-A2AA-BB501BE6DFC8}"/>
              </a:ext>
            </a:extLst>
          </p:cNvPr>
          <p:cNvSpPr>
            <a:spLocks noGrp="1"/>
          </p:cNvSpPr>
          <p:nvPr>
            <p:ph type="ctrTitle"/>
          </p:nvPr>
        </p:nvSpPr>
        <p:spPr>
          <a:xfrm>
            <a:off x="379306" y="111167"/>
            <a:ext cx="9367308" cy="461666"/>
          </a:xfrm>
        </p:spPr>
        <p:txBody>
          <a:bodyPr>
            <a:noAutofit/>
          </a:bodyPr>
          <a:lstStyle/>
          <a:p>
            <a:r>
              <a:rPr lang="en-US" altLang="ko-KR" sz="1800" b="1" dirty="0">
                <a:latin typeface="Noto Sans KR" panose="020B0500000000000000" pitchFamily="34" charset="-127"/>
                <a:ea typeface="Noto Sans KR" panose="020B0500000000000000" pitchFamily="34" charset="-127"/>
              </a:rPr>
              <a:t>4. 1</a:t>
            </a:r>
            <a:r>
              <a:rPr lang="ko-KR" altLang="en-US" sz="1800" b="1" dirty="0">
                <a:latin typeface="Noto Sans KR" panose="020B0500000000000000" pitchFamily="34" charset="-127"/>
                <a:ea typeface="Noto Sans KR" panose="020B0500000000000000" pitchFamily="34" charset="-127"/>
              </a:rPr>
              <a:t>차년도 진행 스케쥴 및 계획 </a:t>
            </a:r>
            <a:r>
              <a:rPr lang="en-US" altLang="ko-KR" sz="1800" b="1" dirty="0">
                <a:latin typeface="Noto Sans KR" panose="020B0500000000000000" pitchFamily="34" charset="-127"/>
                <a:ea typeface="Noto Sans KR" panose="020B0500000000000000" pitchFamily="34" charset="-127"/>
              </a:rPr>
              <a:t>– </a:t>
            </a:r>
            <a:r>
              <a:rPr lang="ko-KR" altLang="en-US" sz="1800" b="1" dirty="0">
                <a:latin typeface="Noto Sans KR" panose="020B0500000000000000" pitchFamily="34" charset="-127"/>
                <a:ea typeface="Noto Sans KR" panose="020B0500000000000000" pitchFamily="34" charset="-127"/>
              </a:rPr>
              <a:t>㈜두산전자사업</a:t>
            </a:r>
          </a:p>
        </p:txBody>
      </p:sp>
      <p:sp>
        <p:nvSpPr>
          <p:cNvPr id="5" name="화살표: 오각형 4">
            <a:extLst>
              <a:ext uri="{FF2B5EF4-FFF2-40B4-BE49-F238E27FC236}">
                <a16:creationId xmlns:a16="http://schemas.microsoft.com/office/drawing/2014/main" id="{C27CFF69-AB5C-4B88-878C-021EEAD901DB}"/>
              </a:ext>
            </a:extLst>
          </p:cNvPr>
          <p:cNvSpPr/>
          <p:nvPr/>
        </p:nvSpPr>
        <p:spPr>
          <a:xfrm>
            <a:off x="378068" y="919103"/>
            <a:ext cx="3238958" cy="332887"/>
          </a:xfrm>
          <a:prstGeom prst="homePlat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b="1" dirty="0">
                <a:latin typeface="Noto Sans KR" panose="020B0500000000000000" pitchFamily="34" charset="-127"/>
                <a:ea typeface="Noto Sans KR" panose="020B0500000000000000" pitchFamily="34" charset="-127"/>
              </a:rPr>
              <a:t>1</a:t>
            </a:r>
            <a:r>
              <a:rPr lang="ko-KR" altLang="en-US" b="1" dirty="0">
                <a:latin typeface="Noto Sans KR" panose="020B0500000000000000" pitchFamily="34" charset="-127"/>
                <a:ea typeface="Noto Sans KR" panose="020B0500000000000000" pitchFamily="34" charset="-127"/>
              </a:rPr>
              <a:t>차년도</a:t>
            </a:r>
          </a:p>
        </p:txBody>
      </p:sp>
      <p:sp>
        <p:nvSpPr>
          <p:cNvPr id="3" name="이등변 삼각형 2">
            <a:extLst>
              <a:ext uri="{FF2B5EF4-FFF2-40B4-BE49-F238E27FC236}">
                <a16:creationId xmlns:a16="http://schemas.microsoft.com/office/drawing/2014/main" id="{5814B330-24EA-E4D4-C4FD-E2B557360C95}"/>
              </a:ext>
            </a:extLst>
          </p:cNvPr>
          <p:cNvSpPr/>
          <p:nvPr/>
        </p:nvSpPr>
        <p:spPr>
          <a:xfrm rot="10800000">
            <a:off x="5778688" y="1494133"/>
            <a:ext cx="307978" cy="22423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TextBox 5">
            <a:extLst>
              <a:ext uri="{FF2B5EF4-FFF2-40B4-BE49-F238E27FC236}">
                <a16:creationId xmlns:a16="http://schemas.microsoft.com/office/drawing/2014/main" id="{79549D1E-2983-BD8F-4675-175E67613564}"/>
              </a:ext>
            </a:extLst>
          </p:cNvPr>
          <p:cNvSpPr txBox="1"/>
          <p:nvPr/>
        </p:nvSpPr>
        <p:spPr>
          <a:xfrm>
            <a:off x="5700088" y="1208768"/>
            <a:ext cx="444352" cy="261610"/>
          </a:xfrm>
          <a:prstGeom prst="rect">
            <a:avLst/>
          </a:prstGeom>
          <a:noFill/>
        </p:spPr>
        <p:txBody>
          <a:bodyPr wrap="square" rtlCol="0">
            <a:spAutoFit/>
          </a:bodyPr>
          <a:lstStyle/>
          <a:p>
            <a:r>
              <a:rPr lang="ko-KR" altLang="en-US" sz="1100" b="1" dirty="0">
                <a:solidFill>
                  <a:schemeClr val="accent1"/>
                </a:solidFill>
                <a:latin typeface="Noto Sans KR" panose="020B0500000000000000" pitchFamily="34" charset="-127"/>
                <a:ea typeface="Noto Sans KR" panose="020B0500000000000000" pitchFamily="34" charset="-127"/>
              </a:rPr>
              <a:t>현재</a:t>
            </a:r>
            <a:endParaRPr lang="en-US" altLang="ko-KR" sz="1100" b="1" dirty="0">
              <a:solidFill>
                <a:schemeClr val="accent1"/>
              </a:solidFill>
              <a:latin typeface="Noto Sans KR" panose="020B0500000000000000" pitchFamily="34" charset="-127"/>
              <a:ea typeface="Noto Sans KR" panose="020B0500000000000000" pitchFamily="34" charset="-127"/>
            </a:endParaRPr>
          </a:p>
        </p:txBody>
      </p:sp>
      <p:cxnSp>
        <p:nvCxnSpPr>
          <p:cNvPr id="8" name="직선 연결선 7">
            <a:extLst>
              <a:ext uri="{FF2B5EF4-FFF2-40B4-BE49-F238E27FC236}">
                <a16:creationId xmlns:a16="http://schemas.microsoft.com/office/drawing/2014/main" id="{7CF47663-1A2E-1817-8832-9F8B689A933F}"/>
              </a:ext>
            </a:extLst>
          </p:cNvPr>
          <p:cNvCxnSpPr>
            <a:cxnSpLocks/>
          </p:cNvCxnSpPr>
          <p:nvPr/>
        </p:nvCxnSpPr>
        <p:spPr>
          <a:xfrm>
            <a:off x="5922264" y="1676693"/>
            <a:ext cx="0" cy="4927019"/>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2" name="슬라이드 번호 개체 틀 3">
            <a:extLst>
              <a:ext uri="{FF2B5EF4-FFF2-40B4-BE49-F238E27FC236}">
                <a16:creationId xmlns:a16="http://schemas.microsoft.com/office/drawing/2014/main" id="{E416DE81-CA5E-9C44-77FF-F869DAC96AD3}"/>
              </a:ext>
            </a:extLst>
          </p:cNvPr>
          <p:cNvSpPr>
            <a:spLocks noGrp="1"/>
          </p:cNvSpPr>
          <p:nvPr>
            <p:ph type="sldNum" sz="quarter" idx="4"/>
          </p:nvPr>
        </p:nvSpPr>
        <p:spPr>
          <a:xfrm>
            <a:off x="0" y="6492875"/>
            <a:ext cx="9906000" cy="365125"/>
          </a:xfrm>
        </p:spPr>
        <p:txBody>
          <a:bodyPr/>
          <a:lstStyle/>
          <a:p>
            <a:fld id="{E8B113C4-B834-4BEA-901C-8797A7F90894}" type="slidenum">
              <a:rPr lang="ko-KR" altLang="en-US" smtClean="0"/>
              <a:pPr/>
              <a:t>16</a:t>
            </a:fld>
            <a:endParaRPr lang="ko-KR" altLang="en-US" dirty="0"/>
          </a:p>
        </p:txBody>
      </p:sp>
    </p:spTree>
    <p:extLst>
      <p:ext uri="{BB962C8B-B14F-4D97-AF65-F5344CB8AC3E}">
        <p14:creationId xmlns:p14="http://schemas.microsoft.com/office/powerpoint/2010/main" val="1498255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5B1F8516-63E7-DD2B-DEA4-0A6EBEB39BAF}"/>
              </a:ext>
            </a:extLst>
          </p:cNvPr>
          <p:cNvSpPr>
            <a:spLocks noGrp="1"/>
          </p:cNvSpPr>
          <p:nvPr>
            <p:ph type="body" sz="quarter" idx="10"/>
          </p:nvPr>
        </p:nvSpPr>
        <p:spPr>
          <a:xfrm>
            <a:off x="269346" y="2756694"/>
            <a:ext cx="9367308" cy="1344612"/>
          </a:xfrm>
        </p:spPr>
        <p:txBody>
          <a:bodyPr/>
          <a:lstStyle/>
          <a:p>
            <a:pPr algn="ctr"/>
            <a:r>
              <a:rPr lang="en-US" altLang="ko-KR" sz="4000" dirty="0">
                <a:latin typeface="Noto Sans KR" panose="020B0500000000000000" pitchFamily="34" charset="-127"/>
                <a:ea typeface="Noto Sans KR" panose="020B0500000000000000" pitchFamily="34" charset="-127"/>
              </a:rPr>
              <a:t>Q&amp;A</a:t>
            </a:r>
          </a:p>
          <a:p>
            <a:pPr algn="ctr"/>
            <a:endParaRPr lang="en-US" altLang="ko-KR" sz="4000" dirty="0">
              <a:latin typeface="Noto Sans KR" panose="020B0500000000000000" pitchFamily="34" charset="-127"/>
              <a:ea typeface="Noto Sans KR" panose="020B0500000000000000" pitchFamily="34" charset="-127"/>
            </a:endParaRPr>
          </a:p>
          <a:p>
            <a:pPr algn="ctr"/>
            <a:r>
              <a:rPr lang="ko-KR" altLang="en-US" sz="4000" dirty="0">
                <a:latin typeface="Noto Sans KR" panose="020B0500000000000000" pitchFamily="34" charset="-127"/>
                <a:ea typeface="Noto Sans KR" panose="020B0500000000000000" pitchFamily="34" charset="-127"/>
              </a:rPr>
              <a:t>감사합니다</a:t>
            </a:r>
            <a:r>
              <a:rPr lang="en-US" altLang="ko-KR" sz="4000" dirty="0">
                <a:latin typeface="Noto Sans KR" panose="020B0500000000000000" pitchFamily="34" charset="-127"/>
                <a:ea typeface="Noto Sans KR" panose="020B0500000000000000" pitchFamily="34" charset="-127"/>
              </a:rPr>
              <a:t>.</a:t>
            </a:r>
            <a:endParaRPr lang="ko-KR" altLang="en-US" sz="4000" dirty="0">
              <a:latin typeface="Noto Sans KR" panose="020B0500000000000000" pitchFamily="34" charset="-127"/>
              <a:ea typeface="Noto Sans KR" panose="020B0500000000000000" pitchFamily="34" charset="-127"/>
            </a:endParaRPr>
          </a:p>
        </p:txBody>
      </p:sp>
      <p:sp>
        <p:nvSpPr>
          <p:cNvPr id="3" name="제목 2">
            <a:extLst>
              <a:ext uri="{FF2B5EF4-FFF2-40B4-BE49-F238E27FC236}">
                <a16:creationId xmlns:a16="http://schemas.microsoft.com/office/drawing/2014/main" id="{C9C4A172-34FE-F00B-5098-5C1AC1D9773E}"/>
              </a:ext>
            </a:extLst>
          </p:cNvPr>
          <p:cNvSpPr>
            <a:spLocks noGrp="1"/>
          </p:cNvSpPr>
          <p:nvPr>
            <p:ph type="ctrTitle"/>
          </p:nvPr>
        </p:nvSpPr>
        <p:spPr/>
        <p:txBody>
          <a:bodyPr/>
          <a:lstStyle/>
          <a:p>
            <a:endParaRPr lang="ko-KR" altLang="en-US"/>
          </a:p>
        </p:txBody>
      </p:sp>
    </p:spTree>
    <p:extLst>
      <p:ext uri="{BB962C8B-B14F-4D97-AF65-F5344CB8AC3E}">
        <p14:creationId xmlns:p14="http://schemas.microsoft.com/office/powerpoint/2010/main" val="3818145077"/>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Noto Sans Korean">
      <a:majorFont>
        <a:latin typeface="Noto Sans Korean Light"/>
        <a:ea typeface="Noto Sans Korean Light"/>
        <a:cs typeface=""/>
      </a:majorFont>
      <a:minorFont>
        <a:latin typeface="Noto Sans Korean Regular"/>
        <a:ea typeface="Noto Sans Korea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F942769F1EE1444BF92F0FA7DAA2570" ma:contentTypeVersion="16" ma:contentTypeDescription="Create a new document." ma:contentTypeScope="" ma:versionID="f1af38fe50aa41db498e886dfaa037e5">
  <xsd:schema xmlns:xsd="http://www.w3.org/2001/XMLSchema" xmlns:xs="http://www.w3.org/2001/XMLSchema" xmlns:p="http://schemas.microsoft.com/office/2006/metadata/properties" xmlns:ns2="cce584ed-2f8b-453c-89e0-f16a766d3ef3" xmlns:ns3="df572cd1-379c-436a-b635-8af8c7774edb" targetNamespace="http://schemas.microsoft.com/office/2006/metadata/properties" ma:root="true" ma:fieldsID="d14237d831749038073babb552fd1d14" ns2:_="" ns3:_="">
    <xsd:import namespace="cce584ed-2f8b-453c-89e0-f16a766d3ef3"/>
    <xsd:import namespace="df572cd1-379c-436a-b635-8af8c7774ed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e584ed-2f8b-453c-89e0-f16a766d3ef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c8a7d0b2-06ec-47a5-9bd5-a2ea2905d2b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f572cd1-379c-436a-b635-8af8c7774edb"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e4206665-acb6-4784-bcb9-49de9fd8f287}" ma:internalName="TaxCatchAll" ma:showField="CatchAllData" ma:web="df572cd1-379c-436a-b635-8af8c7774ed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ce584ed-2f8b-453c-89e0-f16a766d3ef3">
      <Terms xmlns="http://schemas.microsoft.com/office/infopath/2007/PartnerControls"/>
    </lcf76f155ced4ddcb4097134ff3c332f>
    <TaxCatchAll xmlns="df572cd1-379c-436a-b635-8af8c7774edb" xsi:nil="true"/>
  </documentManagement>
</p:properties>
</file>

<file path=customXml/itemProps1.xml><?xml version="1.0" encoding="utf-8"?>
<ds:datastoreItem xmlns:ds="http://schemas.openxmlformats.org/officeDocument/2006/customXml" ds:itemID="{8102C61F-5DDA-4B54-BED6-2DD70149A1BE}">
  <ds:schemaRefs>
    <ds:schemaRef ds:uri="http://schemas.microsoft.com/sharepoint/v3/contenttype/forms"/>
  </ds:schemaRefs>
</ds:datastoreItem>
</file>

<file path=customXml/itemProps2.xml><?xml version="1.0" encoding="utf-8"?>
<ds:datastoreItem xmlns:ds="http://schemas.openxmlformats.org/officeDocument/2006/customXml" ds:itemID="{0E32E988-C0FA-45A2-87CC-1B446BD1745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ce584ed-2f8b-453c-89e0-f16a766d3ef3"/>
    <ds:schemaRef ds:uri="df572cd1-379c-436a-b635-8af8c7774ed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C2F4ACB-17D7-44A1-BF26-887AA9CDD211}">
  <ds:schemaRefs>
    <ds:schemaRef ds:uri="http://purl.org/dc/dcmitype/"/>
    <ds:schemaRef ds:uri="http://schemas.microsoft.com/office/2006/documentManagement/types"/>
    <ds:schemaRef ds:uri="http://schemas.microsoft.com/office/infopath/2007/PartnerControls"/>
    <ds:schemaRef ds:uri="df572cd1-379c-436a-b635-8af8c7774edb"/>
    <ds:schemaRef ds:uri="http://www.w3.org/XML/1998/namespace"/>
    <ds:schemaRef ds:uri="http://schemas.openxmlformats.org/package/2006/metadata/core-properties"/>
    <ds:schemaRef ds:uri="http://purl.org/dc/terms/"/>
    <ds:schemaRef ds:uri="cce584ed-2f8b-453c-89e0-f16a766d3ef3"/>
    <ds:schemaRef ds:uri="http://schemas.microsoft.com/office/2006/metadata/propertie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
  <TotalTime>9537</TotalTime>
  <Words>2602</Words>
  <Application>Microsoft Office PowerPoint</Application>
  <PresentationFormat>A4 용지(210x297mm)</PresentationFormat>
  <Paragraphs>600</Paragraphs>
  <Slides>18</Slides>
  <Notes>6</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18</vt:i4>
      </vt:variant>
    </vt:vector>
  </HeadingPairs>
  <TitlesOfParts>
    <vt:vector size="24" baseType="lpstr">
      <vt:lpstr>Noto Sans Korean Light</vt:lpstr>
      <vt:lpstr>Noto Sans Korean Regular</vt:lpstr>
      <vt:lpstr>Noto Sans KR</vt:lpstr>
      <vt:lpstr>맑은 고딕</vt:lpstr>
      <vt:lpstr>Arial</vt:lpstr>
      <vt:lpstr>Office 테마</vt:lpstr>
      <vt:lpstr>(3세부) 고출력, 광대역 특성을 갖는 레이돔 일체형 위성 통신 지상 단말국용 빔조향 송, 수신 안테나 모듈 개발</vt:lpstr>
      <vt:lpstr>목 차</vt:lpstr>
      <vt:lpstr>1. 과제 개요 및 필요성</vt:lpstr>
      <vt:lpstr>1. 과제 개요 및 필요성</vt:lpstr>
      <vt:lpstr>2. 연구 목표 및 내용</vt:lpstr>
      <vt:lpstr>2. 연구 목표 및 내용</vt:lpstr>
      <vt:lpstr>2. 연구 목표 및 내용</vt:lpstr>
      <vt:lpstr>3. 과제 추진 계획</vt:lpstr>
      <vt:lpstr>4. 연차별 개발 내용 및 주요 결과물 - ㈜두산전자사업 수지</vt:lpstr>
      <vt:lpstr>4-1. 1차년도 연구개발 내용 – ㈜두산전자사업 수지</vt:lpstr>
      <vt:lpstr>4-2. 2차년도 연구개발 내용 – ㈜두산전자사업 수지</vt:lpstr>
      <vt:lpstr>4-3. 3차년도 연구개발 내용 – ㈜두산전자사업 수지</vt:lpstr>
      <vt:lpstr>4-4. 4차년도 연구개발 내용 – ㈜두산전자사업 수지</vt:lpstr>
      <vt:lpstr>4-5. 5차년도 연구개발 내용 – ㈜두산전자사업 수지</vt:lpstr>
      <vt:lpstr>4-6. 6차년도 연구개발 내용 – ㈜두산전자사업 수지</vt:lpstr>
      <vt:lpstr>4-7. 7차년도 연구개발 내용 – ㈜두산전자사업 수지</vt:lpstr>
      <vt:lpstr>4. 1차년도 진행 스케쥴 및 계획 – ㈜두산전자사업</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이 재훈</dc:creator>
  <cp:lastModifiedBy>박동희(Donghee Park) 수석 (주)두산 전자BG</cp:lastModifiedBy>
  <cp:revision>46</cp:revision>
  <cp:lastPrinted>2022-08-29T10:03:07Z</cp:lastPrinted>
  <dcterms:created xsi:type="dcterms:W3CDTF">2021-12-08T06:30:13Z</dcterms:created>
  <dcterms:modified xsi:type="dcterms:W3CDTF">2026-09-11T07:51:53Z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0x0101005F942769F1EE1444BF92F0FA7DAA2570</vt:lpwstr>
  </property>
  <property fmtid="{D5CDD505-2E9C-101B-9397-08002B2CF9AE}" pid="3" name="MediaServiceImageTags">
    <vt:lpwstr/>
  </property>
</Properties>
</file>